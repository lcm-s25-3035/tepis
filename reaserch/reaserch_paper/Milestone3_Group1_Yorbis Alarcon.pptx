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19"/>
  </p:notesMasterIdLst>
  <p:sldIdLst>
    <p:sldId id="256" r:id="rId2"/>
    <p:sldId id="307" r:id="rId3"/>
    <p:sldId id="261" r:id="rId4"/>
    <p:sldId id="308" r:id="rId5"/>
    <p:sldId id="257" r:id="rId6"/>
    <p:sldId id="310" r:id="rId7"/>
    <p:sldId id="311" r:id="rId8"/>
    <p:sldId id="312" r:id="rId9"/>
    <p:sldId id="314" r:id="rId10"/>
    <p:sldId id="274" r:id="rId11"/>
    <p:sldId id="315" r:id="rId12"/>
    <p:sldId id="316" r:id="rId13"/>
    <p:sldId id="317" r:id="rId14"/>
    <p:sldId id="318" r:id="rId15"/>
    <p:sldId id="309" r:id="rId16"/>
    <p:sldId id="319" r:id="rId17"/>
    <p:sldId id="320" r:id="rId18"/>
  </p:sldIdLst>
  <p:sldSz cx="9144000" cy="5143500" type="screen16x9"/>
  <p:notesSz cx="6858000" cy="9144000"/>
  <p:embeddedFontLst>
    <p:embeddedFont>
      <p:font typeface="Lato" panose="020F0502020204030203" pitchFamily="34" charset="0"/>
      <p:regular r:id="rId20"/>
      <p:bold r:id="rId21"/>
      <p:italic r:id="rId22"/>
      <p:boldItalic r:id="rId23"/>
    </p:embeddedFont>
    <p:embeddedFont>
      <p:font typeface="Lato Light" panose="020F0502020204030203" pitchFamily="34" charset="0"/>
      <p:regular r:id="rId24"/>
      <p:italic r:id="rId25"/>
    </p:embeddedFont>
    <p:embeddedFont>
      <p:font typeface="Open Sans" panose="020B0606030504020204" pitchFamily="34" charset="0"/>
      <p:regular r:id="rId26"/>
      <p:bold r:id="rId27"/>
      <p:italic r:id="rId28"/>
      <p:boldItalic r:id="rId29"/>
    </p:embeddedFont>
    <p:embeddedFont>
      <p:font typeface="Sora"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09ECC-F3D0-4B2C-A5F9-D7B343231B9F}" v="48" dt="2025-07-07T23:43:18.251"/>
  </p1510:revLst>
</p1510:revInfo>
</file>

<file path=ppt/tableStyles.xml><?xml version="1.0" encoding="utf-8"?>
<a:tblStyleLst xmlns:a="http://schemas.openxmlformats.org/drawingml/2006/main" def="{0704A663-4BFD-4038-97B5-FAC07F237689}">
  <a:tblStyle styleId="{0704A663-4BFD-4038-97B5-FAC07F2376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835" autoAdjust="0"/>
  </p:normalViewPr>
  <p:slideViewPr>
    <p:cSldViewPr snapToGrid="0">
      <p:cViewPr varScale="1">
        <p:scale>
          <a:sx n="86" d="100"/>
          <a:sy n="86" d="100"/>
        </p:scale>
        <p:origin x="720"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rbis Daniel Alarcon Rojas" userId="63682936-cb84-4b7a-8921-fced9b005de5" providerId="ADAL" clId="{12D09ECC-F3D0-4B2C-A5F9-D7B343231B9F}"/>
    <pc:docChg chg="undo custSel addSld delSld modSld delMainMaster">
      <pc:chgData name="Yorbis Daniel Alarcon Rojas" userId="63682936-cb84-4b7a-8921-fced9b005de5" providerId="ADAL" clId="{12D09ECC-F3D0-4B2C-A5F9-D7B343231B9F}" dt="2025-07-08T00:36:11.894" v="563" actId="47"/>
      <pc:docMkLst>
        <pc:docMk/>
      </pc:docMkLst>
      <pc:sldChg chg="modNotesTx">
        <pc:chgData name="Yorbis Daniel Alarcon Rojas" userId="63682936-cb84-4b7a-8921-fced9b005de5" providerId="ADAL" clId="{12D09ECC-F3D0-4B2C-A5F9-D7B343231B9F}" dt="2025-07-07T23:43:53.539" v="561" actId="20577"/>
        <pc:sldMkLst>
          <pc:docMk/>
          <pc:sldMk cId="0" sldId="256"/>
        </pc:sldMkLst>
      </pc:sldChg>
      <pc:sldChg chg="modNotesTx">
        <pc:chgData name="Yorbis Daniel Alarcon Rojas" userId="63682936-cb84-4b7a-8921-fced9b005de5" providerId="ADAL" clId="{12D09ECC-F3D0-4B2C-A5F9-D7B343231B9F}" dt="2025-07-07T21:35:33.155" v="368" actId="115"/>
        <pc:sldMkLst>
          <pc:docMk/>
          <pc:sldMk cId="0" sldId="257"/>
        </pc:sldMkLst>
      </pc:sldChg>
      <pc:sldChg chg="del">
        <pc:chgData name="Yorbis Daniel Alarcon Rojas" userId="63682936-cb84-4b7a-8921-fced9b005de5" providerId="ADAL" clId="{12D09ECC-F3D0-4B2C-A5F9-D7B343231B9F}" dt="2025-07-07T23:36:31.979" v="462" actId="47"/>
        <pc:sldMkLst>
          <pc:docMk/>
          <pc:sldMk cId="0" sldId="258"/>
        </pc:sldMkLst>
      </pc:sldChg>
      <pc:sldChg chg="del">
        <pc:chgData name="Yorbis Daniel Alarcon Rojas" userId="63682936-cb84-4b7a-8921-fced9b005de5" providerId="ADAL" clId="{12D09ECC-F3D0-4B2C-A5F9-D7B343231B9F}" dt="2025-07-07T23:36:31.979" v="462" actId="47"/>
        <pc:sldMkLst>
          <pc:docMk/>
          <pc:sldMk cId="0" sldId="259"/>
        </pc:sldMkLst>
      </pc:sldChg>
      <pc:sldChg chg="del">
        <pc:chgData name="Yorbis Daniel Alarcon Rojas" userId="63682936-cb84-4b7a-8921-fced9b005de5" providerId="ADAL" clId="{12D09ECC-F3D0-4B2C-A5F9-D7B343231B9F}" dt="2025-07-07T23:36:31.979" v="462" actId="47"/>
        <pc:sldMkLst>
          <pc:docMk/>
          <pc:sldMk cId="0" sldId="260"/>
        </pc:sldMkLst>
      </pc:sldChg>
      <pc:sldChg chg="modSp mod modNotesTx">
        <pc:chgData name="Yorbis Daniel Alarcon Rojas" userId="63682936-cb84-4b7a-8921-fced9b005de5" providerId="ADAL" clId="{12D09ECC-F3D0-4B2C-A5F9-D7B343231B9F}" dt="2025-07-07T23:41:44.987" v="526" actId="20577"/>
        <pc:sldMkLst>
          <pc:docMk/>
          <pc:sldMk cId="0" sldId="261"/>
        </pc:sldMkLst>
        <pc:spChg chg="mod">
          <ac:chgData name="Yorbis Daniel Alarcon Rojas" userId="63682936-cb84-4b7a-8921-fced9b005de5" providerId="ADAL" clId="{12D09ECC-F3D0-4B2C-A5F9-D7B343231B9F}" dt="2025-07-07T20:39:37.042" v="326" actId="113"/>
          <ac:spMkLst>
            <pc:docMk/>
            <pc:sldMk cId="0" sldId="261"/>
            <ac:spMk id="526" creationId="{00000000-0000-0000-0000-000000000000}"/>
          </ac:spMkLst>
        </pc:spChg>
      </pc:sldChg>
      <pc:sldChg chg="del">
        <pc:chgData name="Yorbis Daniel Alarcon Rojas" userId="63682936-cb84-4b7a-8921-fced9b005de5" providerId="ADAL" clId="{12D09ECC-F3D0-4B2C-A5F9-D7B343231B9F}" dt="2025-07-07T23:36:31.979" v="462" actId="47"/>
        <pc:sldMkLst>
          <pc:docMk/>
          <pc:sldMk cId="0" sldId="262"/>
        </pc:sldMkLst>
      </pc:sldChg>
      <pc:sldChg chg="del">
        <pc:chgData name="Yorbis Daniel Alarcon Rojas" userId="63682936-cb84-4b7a-8921-fced9b005de5" providerId="ADAL" clId="{12D09ECC-F3D0-4B2C-A5F9-D7B343231B9F}" dt="2025-07-07T23:36:31.979" v="462" actId="47"/>
        <pc:sldMkLst>
          <pc:docMk/>
          <pc:sldMk cId="0" sldId="263"/>
        </pc:sldMkLst>
      </pc:sldChg>
      <pc:sldChg chg="del">
        <pc:chgData name="Yorbis Daniel Alarcon Rojas" userId="63682936-cb84-4b7a-8921-fced9b005de5" providerId="ADAL" clId="{12D09ECC-F3D0-4B2C-A5F9-D7B343231B9F}" dt="2025-07-07T23:36:31.979" v="462" actId="47"/>
        <pc:sldMkLst>
          <pc:docMk/>
          <pc:sldMk cId="0" sldId="264"/>
        </pc:sldMkLst>
      </pc:sldChg>
      <pc:sldChg chg="del">
        <pc:chgData name="Yorbis Daniel Alarcon Rojas" userId="63682936-cb84-4b7a-8921-fced9b005de5" providerId="ADAL" clId="{12D09ECC-F3D0-4B2C-A5F9-D7B343231B9F}" dt="2025-07-07T23:36:31.979" v="462" actId="47"/>
        <pc:sldMkLst>
          <pc:docMk/>
          <pc:sldMk cId="0" sldId="265"/>
        </pc:sldMkLst>
      </pc:sldChg>
      <pc:sldChg chg="del">
        <pc:chgData name="Yorbis Daniel Alarcon Rojas" userId="63682936-cb84-4b7a-8921-fced9b005de5" providerId="ADAL" clId="{12D09ECC-F3D0-4B2C-A5F9-D7B343231B9F}" dt="2025-07-07T23:36:31.979" v="462" actId="47"/>
        <pc:sldMkLst>
          <pc:docMk/>
          <pc:sldMk cId="0" sldId="266"/>
        </pc:sldMkLst>
      </pc:sldChg>
      <pc:sldChg chg="del">
        <pc:chgData name="Yorbis Daniel Alarcon Rojas" userId="63682936-cb84-4b7a-8921-fced9b005de5" providerId="ADAL" clId="{12D09ECC-F3D0-4B2C-A5F9-D7B343231B9F}" dt="2025-07-07T23:36:31.979" v="462" actId="47"/>
        <pc:sldMkLst>
          <pc:docMk/>
          <pc:sldMk cId="0" sldId="267"/>
        </pc:sldMkLst>
      </pc:sldChg>
      <pc:sldChg chg="del">
        <pc:chgData name="Yorbis Daniel Alarcon Rojas" userId="63682936-cb84-4b7a-8921-fced9b005de5" providerId="ADAL" clId="{12D09ECC-F3D0-4B2C-A5F9-D7B343231B9F}" dt="2025-07-07T23:36:31.979" v="462" actId="47"/>
        <pc:sldMkLst>
          <pc:docMk/>
          <pc:sldMk cId="0" sldId="268"/>
        </pc:sldMkLst>
      </pc:sldChg>
      <pc:sldChg chg="del">
        <pc:chgData name="Yorbis Daniel Alarcon Rojas" userId="63682936-cb84-4b7a-8921-fced9b005de5" providerId="ADAL" clId="{12D09ECC-F3D0-4B2C-A5F9-D7B343231B9F}" dt="2025-07-07T23:36:31.979" v="462" actId="47"/>
        <pc:sldMkLst>
          <pc:docMk/>
          <pc:sldMk cId="0" sldId="269"/>
        </pc:sldMkLst>
      </pc:sldChg>
      <pc:sldChg chg="del">
        <pc:chgData name="Yorbis Daniel Alarcon Rojas" userId="63682936-cb84-4b7a-8921-fced9b005de5" providerId="ADAL" clId="{12D09ECC-F3D0-4B2C-A5F9-D7B343231B9F}" dt="2025-07-07T23:36:31.979" v="462" actId="47"/>
        <pc:sldMkLst>
          <pc:docMk/>
          <pc:sldMk cId="0" sldId="270"/>
        </pc:sldMkLst>
      </pc:sldChg>
      <pc:sldChg chg="del">
        <pc:chgData name="Yorbis Daniel Alarcon Rojas" userId="63682936-cb84-4b7a-8921-fced9b005de5" providerId="ADAL" clId="{12D09ECC-F3D0-4B2C-A5F9-D7B343231B9F}" dt="2025-07-07T23:36:31.979" v="462" actId="47"/>
        <pc:sldMkLst>
          <pc:docMk/>
          <pc:sldMk cId="0" sldId="271"/>
        </pc:sldMkLst>
      </pc:sldChg>
      <pc:sldChg chg="del">
        <pc:chgData name="Yorbis Daniel Alarcon Rojas" userId="63682936-cb84-4b7a-8921-fced9b005de5" providerId="ADAL" clId="{12D09ECC-F3D0-4B2C-A5F9-D7B343231B9F}" dt="2025-07-07T23:36:31.979" v="462" actId="47"/>
        <pc:sldMkLst>
          <pc:docMk/>
          <pc:sldMk cId="0" sldId="272"/>
        </pc:sldMkLst>
      </pc:sldChg>
      <pc:sldChg chg="del">
        <pc:chgData name="Yorbis Daniel Alarcon Rojas" userId="63682936-cb84-4b7a-8921-fced9b005de5" providerId="ADAL" clId="{12D09ECC-F3D0-4B2C-A5F9-D7B343231B9F}" dt="2025-07-07T23:36:31.979" v="462" actId="47"/>
        <pc:sldMkLst>
          <pc:docMk/>
          <pc:sldMk cId="0" sldId="273"/>
        </pc:sldMkLst>
      </pc:sldChg>
      <pc:sldChg chg="modNotesTx">
        <pc:chgData name="Yorbis Daniel Alarcon Rojas" userId="63682936-cb84-4b7a-8921-fced9b005de5" providerId="ADAL" clId="{12D09ECC-F3D0-4B2C-A5F9-D7B343231B9F}" dt="2025-07-07T02:11:08.390" v="249" actId="20577"/>
        <pc:sldMkLst>
          <pc:docMk/>
          <pc:sldMk cId="0" sldId="274"/>
        </pc:sldMkLst>
      </pc:sldChg>
      <pc:sldChg chg="del">
        <pc:chgData name="Yorbis Daniel Alarcon Rojas" userId="63682936-cb84-4b7a-8921-fced9b005de5" providerId="ADAL" clId="{12D09ECC-F3D0-4B2C-A5F9-D7B343231B9F}" dt="2025-07-07T23:36:31.979" v="462" actId="47"/>
        <pc:sldMkLst>
          <pc:docMk/>
          <pc:sldMk cId="0" sldId="275"/>
        </pc:sldMkLst>
      </pc:sldChg>
      <pc:sldChg chg="del">
        <pc:chgData name="Yorbis Daniel Alarcon Rojas" userId="63682936-cb84-4b7a-8921-fced9b005de5" providerId="ADAL" clId="{12D09ECC-F3D0-4B2C-A5F9-D7B343231B9F}" dt="2025-07-07T23:36:31.979" v="462" actId="47"/>
        <pc:sldMkLst>
          <pc:docMk/>
          <pc:sldMk cId="0" sldId="276"/>
        </pc:sldMkLst>
      </pc:sldChg>
      <pc:sldChg chg="del">
        <pc:chgData name="Yorbis Daniel Alarcon Rojas" userId="63682936-cb84-4b7a-8921-fced9b005de5" providerId="ADAL" clId="{12D09ECC-F3D0-4B2C-A5F9-D7B343231B9F}" dt="2025-07-07T23:36:31.979" v="462" actId="47"/>
        <pc:sldMkLst>
          <pc:docMk/>
          <pc:sldMk cId="0" sldId="277"/>
        </pc:sldMkLst>
      </pc:sldChg>
      <pc:sldChg chg="del">
        <pc:chgData name="Yorbis Daniel Alarcon Rojas" userId="63682936-cb84-4b7a-8921-fced9b005de5" providerId="ADAL" clId="{12D09ECC-F3D0-4B2C-A5F9-D7B343231B9F}" dt="2025-07-07T23:36:31.979" v="462" actId="47"/>
        <pc:sldMkLst>
          <pc:docMk/>
          <pc:sldMk cId="0" sldId="278"/>
        </pc:sldMkLst>
      </pc:sldChg>
      <pc:sldChg chg="del">
        <pc:chgData name="Yorbis Daniel Alarcon Rojas" userId="63682936-cb84-4b7a-8921-fced9b005de5" providerId="ADAL" clId="{12D09ECC-F3D0-4B2C-A5F9-D7B343231B9F}" dt="2025-07-07T23:36:31.979" v="462" actId="47"/>
        <pc:sldMkLst>
          <pc:docMk/>
          <pc:sldMk cId="0" sldId="279"/>
        </pc:sldMkLst>
      </pc:sldChg>
      <pc:sldChg chg="del">
        <pc:chgData name="Yorbis Daniel Alarcon Rojas" userId="63682936-cb84-4b7a-8921-fced9b005de5" providerId="ADAL" clId="{12D09ECC-F3D0-4B2C-A5F9-D7B343231B9F}" dt="2025-07-07T23:36:31.979" v="462" actId="47"/>
        <pc:sldMkLst>
          <pc:docMk/>
          <pc:sldMk cId="0" sldId="280"/>
        </pc:sldMkLst>
      </pc:sldChg>
      <pc:sldChg chg="del">
        <pc:chgData name="Yorbis Daniel Alarcon Rojas" userId="63682936-cb84-4b7a-8921-fced9b005de5" providerId="ADAL" clId="{12D09ECC-F3D0-4B2C-A5F9-D7B343231B9F}" dt="2025-07-07T23:36:31.979" v="462" actId="47"/>
        <pc:sldMkLst>
          <pc:docMk/>
          <pc:sldMk cId="0" sldId="281"/>
        </pc:sldMkLst>
      </pc:sldChg>
      <pc:sldChg chg="del">
        <pc:chgData name="Yorbis Daniel Alarcon Rojas" userId="63682936-cb84-4b7a-8921-fced9b005de5" providerId="ADAL" clId="{12D09ECC-F3D0-4B2C-A5F9-D7B343231B9F}" dt="2025-07-07T23:36:31.979" v="462" actId="47"/>
        <pc:sldMkLst>
          <pc:docMk/>
          <pc:sldMk cId="0" sldId="282"/>
        </pc:sldMkLst>
      </pc:sldChg>
      <pc:sldChg chg="del">
        <pc:chgData name="Yorbis Daniel Alarcon Rojas" userId="63682936-cb84-4b7a-8921-fced9b005de5" providerId="ADAL" clId="{12D09ECC-F3D0-4B2C-A5F9-D7B343231B9F}" dt="2025-07-07T23:36:31.979" v="462" actId="47"/>
        <pc:sldMkLst>
          <pc:docMk/>
          <pc:sldMk cId="0" sldId="283"/>
        </pc:sldMkLst>
      </pc:sldChg>
      <pc:sldChg chg="del">
        <pc:chgData name="Yorbis Daniel Alarcon Rojas" userId="63682936-cb84-4b7a-8921-fced9b005de5" providerId="ADAL" clId="{12D09ECC-F3D0-4B2C-A5F9-D7B343231B9F}" dt="2025-07-07T23:36:31.979" v="462" actId="47"/>
        <pc:sldMkLst>
          <pc:docMk/>
          <pc:sldMk cId="0" sldId="284"/>
        </pc:sldMkLst>
      </pc:sldChg>
      <pc:sldChg chg="del">
        <pc:chgData name="Yorbis Daniel Alarcon Rojas" userId="63682936-cb84-4b7a-8921-fced9b005de5" providerId="ADAL" clId="{12D09ECC-F3D0-4B2C-A5F9-D7B343231B9F}" dt="2025-07-07T23:36:31.979" v="462" actId="47"/>
        <pc:sldMkLst>
          <pc:docMk/>
          <pc:sldMk cId="0" sldId="285"/>
        </pc:sldMkLst>
      </pc:sldChg>
      <pc:sldChg chg="del">
        <pc:chgData name="Yorbis Daniel Alarcon Rojas" userId="63682936-cb84-4b7a-8921-fced9b005de5" providerId="ADAL" clId="{12D09ECC-F3D0-4B2C-A5F9-D7B343231B9F}" dt="2025-07-07T23:36:31.979" v="462" actId="47"/>
        <pc:sldMkLst>
          <pc:docMk/>
          <pc:sldMk cId="0" sldId="286"/>
        </pc:sldMkLst>
      </pc:sldChg>
      <pc:sldChg chg="del">
        <pc:chgData name="Yorbis Daniel Alarcon Rojas" userId="63682936-cb84-4b7a-8921-fced9b005de5" providerId="ADAL" clId="{12D09ECC-F3D0-4B2C-A5F9-D7B343231B9F}" dt="2025-07-07T23:36:31.979" v="462" actId="47"/>
        <pc:sldMkLst>
          <pc:docMk/>
          <pc:sldMk cId="0" sldId="287"/>
        </pc:sldMkLst>
      </pc:sldChg>
      <pc:sldChg chg="del">
        <pc:chgData name="Yorbis Daniel Alarcon Rojas" userId="63682936-cb84-4b7a-8921-fced9b005de5" providerId="ADAL" clId="{12D09ECC-F3D0-4B2C-A5F9-D7B343231B9F}" dt="2025-07-07T23:36:31.979" v="462" actId="47"/>
        <pc:sldMkLst>
          <pc:docMk/>
          <pc:sldMk cId="0" sldId="288"/>
        </pc:sldMkLst>
      </pc:sldChg>
      <pc:sldChg chg="del">
        <pc:chgData name="Yorbis Daniel Alarcon Rojas" userId="63682936-cb84-4b7a-8921-fced9b005de5" providerId="ADAL" clId="{12D09ECC-F3D0-4B2C-A5F9-D7B343231B9F}" dt="2025-07-07T23:36:31.979" v="462" actId="47"/>
        <pc:sldMkLst>
          <pc:docMk/>
          <pc:sldMk cId="0" sldId="289"/>
        </pc:sldMkLst>
      </pc:sldChg>
      <pc:sldChg chg="del">
        <pc:chgData name="Yorbis Daniel Alarcon Rojas" userId="63682936-cb84-4b7a-8921-fced9b005de5" providerId="ADAL" clId="{12D09ECC-F3D0-4B2C-A5F9-D7B343231B9F}" dt="2025-07-07T23:36:31.979" v="462" actId="47"/>
        <pc:sldMkLst>
          <pc:docMk/>
          <pc:sldMk cId="0" sldId="290"/>
        </pc:sldMkLst>
      </pc:sldChg>
      <pc:sldChg chg="del">
        <pc:chgData name="Yorbis Daniel Alarcon Rojas" userId="63682936-cb84-4b7a-8921-fced9b005de5" providerId="ADAL" clId="{12D09ECC-F3D0-4B2C-A5F9-D7B343231B9F}" dt="2025-07-07T23:36:31.979" v="462" actId="47"/>
        <pc:sldMkLst>
          <pc:docMk/>
          <pc:sldMk cId="0" sldId="291"/>
        </pc:sldMkLst>
      </pc:sldChg>
      <pc:sldChg chg="del">
        <pc:chgData name="Yorbis Daniel Alarcon Rojas" userId="63682936-cb84-4b7a-8921-fced9b005de5" providerId="ADAL" clId="{12D09ECC-F3D0-4B2C-A5F9-D7B343231B9F}" dt="2025-07-07T23:36:31.979" v="462" actId="47"/>
        <pc:sldMkLst>
          <pc:docMk/>
          <pc:sldMk cId="0" sldId="292"/>
        </pc:sldMkLst>
      </pc:sldChg>
      <pc:sldChg chg="del">
        <pc:chgData name="Yorbis Daniel Alarcon Rojas" userId="63682936-cb84-4b7a-8921-fced9b005de5" providerId="ADAL" clId="{12D09ECC-F3D0-4B2C-A5F9-D7B343231B9F}" dt="2025-07-07T23:36:31.979" v="462" actId="47"/>
        <pc:sldMkLst>
          <pc:docMk/>
          <pc:sldMk cId="0" sldId="293"/>
        </pc:sldMkLst>
      </pc:sldChg>
      <pc:sldChg chg="del">
        <pc:chgData name="Yorbis Daniel Alarcon Rojas" userId="63682936-cb84-4b7a-8921-fced9b005de5" providerId="ADAL" clId="{12D09ECC-F3D0-4B2C-A5F9-D7B343231B9F}" dt="2025-07-07T23:36:31.979" v="462" actId="47"/>
        <pc:sldMkLst>
          <pc:docMk/>
          <pc:sldMk cId="0" sldId="294"/>
        </pc:sldMkLst>
      </pc:sldChg>
      <pc:sldChg chg="del">
        <pc:chgData name="Yorbis Daniel Alarcon Rojas" userId="63682936-cb84-4b7a-8921-fced9b005de5" providerId="ADAL" clId="{12D09ECC-F3D0-4B2C-A5F9-D7B343231B9F}" dt="2025-07-07T23:36:31.979" v="462" actId="47"/>
        <pc:sldMkLst>
          <pc:docMk/>
          <pc:sldMk cId="0" sldId="295"/>
        </pc:sldMkLst>
      </pc:sldChg>
      <pc:sldChg chg="del">
        <pc:chgData name="Yorbis Daniel Alarcon Rojas" userId="63682936-cb84-4b7a-8921-fced9b005de5" providerId="ADAL" clId="{12D09ECC-F3D0-4B2C-A5F9-D7B343231B9F}" dt="2025-07-07T23:36:31.979" v="462" actId="47"/>
        <pc:sldMkLst>
          <pc:docMk/>
          <pc:sldMk cId="0" sldId="296"/>
        </pc:sldMkLst>
      </pc:sldChg>
      <pc:sldChg chg="del">
        <pc:chgData name="Yorbis Daniel Alarcon Rojas" userId="63682936-cb84-4b7a-8921-fced9b005de5" providerId="ADAL" clId="{12D09ECC-F3D0-4B2C-A5F9-D7B343231B9F}" dt="2025-07-07T23:36:31.979" v="462" actId="47"/>
        <pc:sldMkLst>
          <pc:docMk/>
          <pc:sldMk cId="0" sldId="297"/>
        </pc:sldMkLst>
      </pc:sldChg>
      <pc:sldChg chg="del">
        <pc:chgData name="Yorbis Daniel Alarcon Rojas" userId="63682936-cb84-4b7a-8921-fced9b005de5" providerId="ADAL" clId="{12D09ECC-F3D0-4B2C-A5F9-D7B343231B9F}" dt="2025-07-07T23:36:31.979" v="462" actId="47"/>
        <pc:sldMkLst>
          <pc:docMk/>
          <pc:sldMk cId="0" sldId="298"/>
        </pc:sldMkLst>
      </pc:sldChg>
      <pc:sldChg chg="del">
        <pc:chgData name="Yorbis Daniel Alarcon Rojas" userId="63682936-cb84-4b7a-8921-fced9b005de5" providerId="ADAL" clId="{12D09ECC-F3D0-4B2C-A5F9-D7B343231B9F}" dt="2025-07-07T23:36:31.979" v="462" actId="47"/>
        <pc:sldMkLst>
          <pc:docMk/>
          <pc:sldMk cId="0" sldId="299"/>
        </pc:sldMkLst>
      </pc:sldChg>
      <pc:sldChg chg="del">
        <pc:chgData name="Yorbis Daniel Alarcon Rojas" userId="63682936-cb84-4b7a-8921-fced9b005de5" providerId="ADAL" clId="{12D09ECC-F3D0-4B2C-A5F9-D7B343231B9F}" dt="2025-07-07T23:36:31.979" v="462" actId="47"/>
        <pc:sldMkLst>
          <pc:docMk/>
          <pc:sldMk cId="0" sldId="300"/>
        </pc:sldMkLst>
      </pc:sldChg>
      <pc:sldChg chg="del">
        <pc:chgData name="Yorbis Daniel Alarcon Rojas" userId="63682936-cb84-4b7a-8921-fced9b005de5" providerId="ADAL" clId="{12D09ECC-F3D0-4B2C-A5F9-D7B343231B9F}" dt="2025-07-07T23:36:31.979" v="462" actId="47"/>
        <pc:sldMkLst>
          <pc:docMk/>
          <pc:sldMk cId="0" sldId="301"/>
        </pc:sldMkLst>
      </pc:sldChg>
      <pc:sldChg chg="del">
        <pc:chgData name="Yorbis Daniel Alarcon Rojas" userId="63682936-cb84-4b7a-8921-fced9b005de5" providerId="ADAL" clId="{12D09ECC-F3D0-4B2C-A5F9-D7B343231B9F}" dt="2025-07-07T23:36:31.979" v="462" actId="47"/>
        <pc:sldMkLst>
          <pc:docMk/>
          <pc:sldMk cId="0" sldId="302"/>
        </pc:sldMkLst>
      </pc:sldChg>
      <pc:sldChg chg="del">
        <pc:chgData name="Yorbis Daniel Alarcon Rojas" userId="63682936-cb84-4b7a-8921-fced9b005de5" providerId="ADAL" clId="{12D09ECC-F3D0-4B2C-A5F9-D7B343231B9F}" dt="2025-07-07T23:36:31.979" v="462" actId="47"/>
        <pc:sldMkLst>
          <pc:docMk/>
          <pc:sldMk cId="0" sldId="303"/>
        </pc:sldMkLst>
      </pc:sldChg>
      <pc:sldChg chg="del">
        <pc:chgData name="Yorbis Daniel Alarcon Rojas" userId="63682936-cb84-4b7a-8921-fced9b005de5" providerId="ADAL" clId="{12D09ECC-F3D0-4B2C-A5F9-D7B343231B9F}" dt="2025-07-07T23:36:31.979" v="462" actId="47"/>
        <pc:sldMkLst>
          <pc:docMk/>
          <pc:sldMk cId="0" sldId="304"/>
        </pc:sldMkLst>
      </pc:sldChg>
      <pc:sldChg chg="del">
        <pc:chgData name="Yorbis Daniel Alarcon Rojas" userId="63682936-cb84-4b7a-8921-fced9b005de5" providerId="ADAL" clId="{12D09ECC-F3D0-4B2C-A5F9-D7B343231B9F}" dt="2025-07-07T23:36:31.979" v="462" actId="47"/>
        <pc:sldMkLst>
          <pc:docMk/>
          <pc:sldMk cId="0" sldId="305"/>
        </pc:sldMkLst>
      </pc:sldChg>
      <pc:sldChg chg="del">
        <pc:chgData name="Yorbis Daniel Alarcon Rojas" userId="63682936-cb84-4b7a-8921-fced9b005de5" providerId="ADAL" clId="{12D09ECC-F3D0-4B2C-A5F9-D7B343231B9F}" dt="2025-07-07T23:42:53.582" v="529" actId="47"/>
        <pc:sldMkLst>
          <pc:docMk/>
          <pc:sldMk cId="0" sldId="306"/>
        </pc:sldMkLst>
      </pc:sldChg>
      <pc:sldChg chg="addSp modSp mod modNotesTx">
        <pc:chgData name="Yorbis Daniel Alarcon Rojas" userId="63682936-cb84-4b7a-8921-fced9b005de5" providerId="ADAL" clId="{12D09ECC-F3D0-4B2C-A5F9-D7B343231B9F}" dt="2025-07-07T23:43:33.119" v="560" actId="20577"/>
        <pc:sldMkLst>
          <pc:docMk/>
          <pc:sldMk cId="228909070" sldId="307"/>
        </pc:sldMkLst>
        <pc:spChg chg="add mod">
          <ac:chgData name="Yorbis Daniel Alarcon Rojas" userId="63682936-cb84-4b7a-8921-fced9b005de5" providerId="ADAL" clId="{12D09ECC-F3D0-4B2C-A5F9-D7B343231B9F}" dt="2025-07-07T23:43:33.119" v="560" actId="20577"/>
          <ac:spMkLst>
            <pc:docMk/>
            <pc:sldMk cId="228909070" sldId="307"/>
            <ac:spMk id="2" creationId="{9F4A47CB-0585-3BD9-B0AC-BA427B774E86}"/>
          </ac:spMkLst>
        </pc:spChg>
        <pc:spChg chg="mod">
          <ac:chgData name="Yorbis Daniel Alarcon Rojas" userId="63682936-cb84-4b7a-8921-fced9b005de5" providerId="ADAL" clId="{12D09ECC-F3D0-4B2C-A5F9-D7B343231B9F}" dt="2025-07-07T23:41:10.764" v="522"/>
          <ac:spMkLst>
            <pc:docMk/>
            <pc:sldMk cId="228909070" sldId="307"/>
            <ac:spMk id="825" creationId="{33A1911D-DCC8-AB8C-92E6-FF04287ADE14}"/>
          </ac:spMkLst>
        </pc:spChg>
      </pc:sldChg>
      <pc:sldChg chg="addSp delSp modSp mod modNotesTx">
        <pc:chgData name="Yorbis Daniel Alarcon Rojas" userId="63682936-cb84-4b7a-8921-fced9b005de5" providerId="ADAL" clId="{12D09ECC-F3D0-4B2C-A5F9-D7B343231B9F}" dt="2025-07-07T23:41:52.671" v="527" actId="20577"/>
        <pc:sldMkLst>
          <pc:docMk/>
          <pc:sldMk cId="3379965524" sldId="308"/>
        </pc:sldMkLst>
        <pc:spChg chg="add mod">
          <ac:chgData name="Yorbis Daniel Alarcon Rojas" userId="63682936-cb84-4b7a-8921-fced9b005de5" providerId="ADAL" clId="{12D09ECC-F3D0-4B2C-A5F9-D7B343231B9F}" dt="2025-07-07T17:03:21.157" v="257" actId="1036"/>
          <ac:spMkLst>
            <pc:docMk/>
            <pc:sldMk cId="3379965524" sldId="308"/>
            <ac:spMk id="6" creationId="{443247EC-7C04-C5AA-B2EF-E536CB4A2DFE}"/>
          </ac:spMkLst>
        </pc:spChg>
      </pc:sldChg>
      <pc:sldChg chg="addSp delSp modSp mod">
        <pc:chgData name="Yorbis Daniel Alarcon Rojas" userId="63682936-cb84-4b7a-8921-fced9b005de5" providerId="ADAL" clId="{12D09ECC-F3D0-4B2C-A5F9-D7B343231B9F}" dt="2025-07-07T22:53:14.403" v="420" actId="478"/>
        <pc:sldMkLst>
          <pc:docMk/>
          <pc:sldMk cId="779814795" sldId="309"/>
        </pc:sldMkLst>
        <pc:spChg chg="add del mod">
          <ac:chgData name="Yorbis Daniel Alarcon Rojas" userId="63682936-cb84-4b7a-8921-fced9b005de5" providerId="ADAL" clId="{12D09ECC-F3D0-4B2C-A5F9-D7B343231B9F}" dt="2025-07-07T22:31:37.356" v="372" actId="478"/>
          <ac:spMkLst>
            <pc:docMk/>
            <pc:sldMk cId="779814795" sldId="309"/>
            <ac:spMk id="5" creationId="{F272D275-DBED-3BF8-37AE-DE8F7ADE91B2}"/>
          </ac:spMkLst>
        </pc:spChg>
        <pc:spChg chg="add del mod">
          <ac:chgData name="Yorbis Daniel Alarcon Rojas" userId="63682936-cb84-4b7a-8921-fced9b005de5" providerId="ADAL" clId="{12D09ECC-F3D0-4B2C-A5F9-D7B343231B9F}" dt="2025-07-07T22:31:37.356" v="372" actId="478"/>
          <ac:spMkLst>
            <pc:docMk/>
            <pc:sldMk cId="779814795" sldId="309"/>
            <ac:spMk id="7" creationId="{78CEF0AE-3C1E-4466-299C-467772B6835E}"/>
          </ac:spMkLst>
        </pc:spChg>
        <pc:spChg chg="add del mod">
          <ac:chgData name="Yorbis Daniel Alarcon Rojas" userId="63682936-cb84-4b7a-8921-fced9b005de5" providerId="ADAL" clId="{12D09ECC-F3D0-4B2C-A5F9-D7B343231B9F}" dt="2025-07-07T22:31:37.356" v="372" actId="478"/>
          <ac:spMkLst>
            <pc:docMk/>
            <pc:sldMk cId="779814795" sldId="309"/>
            <ac:spMk id="9" creationId="{A5CDBB7B-3E4C-38CB-B7AF-CDB9D52CD87B}"/>
          </ac:spMkLst>
        </pc:spChg>
        <pc:spChg chg="del">
          <ac:chgData name="Yorbis Daniel Alarcon Rojas" userId="63682936-cb84-4b7a-8921-fced9b005de5" providerId="ADAL" clId="{12D09ECC-F3D0-4B2C-A5F9-D7B343231B9F}" dt="2025-07-07T22:31:37.356" v="372" actId="478"/>
          <ac:spMkLst>
            <pc:docMk/>
            <pc:sldMk cId="779814795" sldId="309"/>
            <ac:spMk id="11" creationId="{21C741E2-F73F-FDCD-016F-5B63D7D5A2B2}"/>
          </ac:spMkLst>
        </pc:spChg>
        <pc:spChg chg="add del mod">
          <ac:chgData name="Yorbis Daniel Alarcon Rojas" userId="63682936-cb84-4b7a-8921-fced9b005de5" providerId="ADAL" clId="{12D09ECC-F3D0-4B2C-A5F9-D7B343231B9F}" dt="2025-07-07T22:31:37.356" v="372" actId="478"/>
          <ac:spMkLst>
            <pc:docMk/>
            <pc:sldMk cId="779814795" sldId="309"/>
            <ac:spMk id="13" creationId="{A0BC858E-8275-64CC-B20F-B82F645C4AA0}"/>
          </ac:spMkLst>
        </pc:spChg>
        <pc:spChg chg="del">
          <ac:chgData name="Yorbis Daniel Alarcon Rojas" userId="63682936-cb84-4b7a-8921-fced9b005de5" providerId="ADAL" clId="{12D09ECC-F3D0-4B2C-A5F9-D7B343231B9F}" dt="2025-07-07T22:31:37.356" v="372" actId="478"/>
          <ac:spMkLst>
            <pc:docMk/>
            <pc:sldMk cId="779814795" sldId="309"/>
            <ac:spMk id="15" creationId="{14501F3F-6F52-5623-AC11-3A6A98640094}"/>
          </ac:spMkLst>
        </pc:spChg>
        <pc:spChg chg="del">
          <ac:chgData name="Yorbis Daniel Alarcon Rojas" userId="63682936-cb84-4b7a-8921-fced9b005de5" providerId="ADAL" clId="{12D09ECC-F3D0-4B2C-A5F9-D7B343231B9F}" dt="2025-07-07T22:31:33.720" v="371" actId="478"/>
          <ac:spMkLst>
            <pc:docMk/>
            <pc:sldMk cId="779814795" sldId="309"/>
            <ac:spMk id="631" creationId="{9A61EA4A-D1BE-248E-9FB1-8F03A1EA490E}"/>
          </ac:spMkLst>
        </pc:spChg>
        <pc:spChg chg="mod">
          <ac:chgData name="Yorbis Daniel Alarcon Rojas" userId="63682936-cb84-4b7a-8921-fced9b005de5" providerId="ADAL" clId="{12D09ECC-F3D0-4B2C-A5F9-D7B343231B9F}" dt="2025-07-07T22:32:00.629" v="404" actId="20577"/>
          <ac:spMkLst>
            <pc:docMk/>
            <pc:sldMk cId="779814795" sldId="309"/>
            <ac:spMk id="632" creationId="{57F51752-34BC-0B5B-2902-A42B988AA384}"/>
          </ac:spMkLst>
        </pc:spChg>
        <pc:spChg chg="del">
          <ac:chgData name="Yorbis Daniel Alarcon Rojas" userId="63682936-cb84-4b7a-8921-fced9b005de5" providerId="ADAL" clId="{12D09ECC-F3D0-4B2C-A5F9-D7B343231B9F}" dt="2025-07-07T22:31:33.720" v="371" actId="478"/>
          <ac:spMkLst>
            <pc:docMk/>
            <pc:sldMk cId="779814795" sldId="309"/>
            <ac:spMk id="633" creationId="{3A85209F-C2CB-9CA5-6BC8-1FF6687E88DD}"/>
          </ac:spMkLst>
        </pc:spChg>
        <pc:spChg chg="del">
          <ac:chgData name="Yorbis Daniel Alarcon Rojas" userId="63682936-cb84-4b7a-8921-fced9b005de5" providerId="ADAL" clId="{12D09ECC-F3D0-4B2C-A5F9-D7B343231B9F}" dt="2025-07-07T22:31:33.720" v="371" actId="478"/>
          <ac:spMkLst>
            <pc:docMk/>
            <pc:sldMk cId="779814795" sldId="309"/>
            <ac:spMk id="635" creationId="{2115A784-851A-4448-A4F7-329063B28056}"/>
          </ac:spMkLst>
        </pc:spChg>
        <pc:spChg chg="del">
          <ac:chgData name="Yorbis Daniel Alarcon Rojas" userId="63682936-cb84-4b7a-8921-fced9b005de5" providerId="ADAL" clId="{12D09ECC-F3D0-4B2C-A5F9-D7B343231B9F}" dt="2025-07-07T22:31:33.720" v="371" actId="478"/>
          <ac:spMkLst>
            <pc:docMk/>
            <pc:sldMk cId="779814795" sldId="309"/>
            <ac:spMk id="636" creationId="{9E1FFD83-4BBA-E562-D709-E95D1B317DBB}"/>
          </ac:spMkLst>
        </pc:spChg>
        <pc:spChg chg="del">
          <ac:chgData name="Yorbis Daniel Alarcon Rojas" userId="63682936-cb84-4b7a-8921-fced9b005de5" providerId="ADAL" clId="{12D09ECC-F3D0-4B2C-A5F9-D7B343231B9F}" dt="2025-07-07T22:31:33.720" v="371" actId="478"/>
          <ac:spMkLst>
            <pc:docMk/>
            <pc:sldMk cId="779814795" sldId="309"/>
            <ac:spMk id="637" creationId="{59F4FFDB-A5E2-4154-554A-C03DF0C05810}"/>
          </ac:spMkLst>
        </pc:spChg>
        <pc:spChg chg="del">
          <ac:chgData name="Yorbis Daniel Alarcon Rojas" userId="63682936-cb84-4b7a-8921-fced9b005de5" providerId="ADAL" clId="{12D09ECC-F3D0-4B2C-A5F9-D7B343231B9F}" dt="2025-07-07T22:31:33.720" v="371" actId="478"/>
          <ac:spMkLst>
            <pc:docMk/>
            <pc:sldMk cId="779814795" sldId="309"/>
            <ac:spMk id="638" creationId="{465F7C95-6553-C900-3628-4DE89420C3FF}"/>
          </ac:spMkLst>
        </pc:spChg>
        <pc:picChg chg="add mod">
          <ac:chgData name="Yorbis Daniel Alarcon Rojas" userId="63682936-cb84-4b7a-8921-fced9b005de5" providerId="ADAL" clId="{12D09ECC-F3D0-4B2C-A5F9-D7B343231B9F}" dt="2025-07-07T22:31:42.995" v="375" actId="1076"/>
          <ac:picMkLst>
            <pc:docMk/>
            <pc:sldMk cId="779814795" sldId="309"/>
            <ac:picMk id="3" creationId="{86DB71A0-4B48-76A2-E1E5-5328EC32311F}"/>
          </ac:picMkLst>
        </pc:picChg>
        <pc:picChg chg="add del">
          <ac:chgData name="Yorbis Daniel Alarcon Rojas" userId="63682936-cb84-4b7a-8921-fced9b005de5" providerId="ADAL" clId="{12D09ECC-F3D0-4B2C-A5F9-D7B343231B9F}" dt="2025-07-07T22:53:14.403" v="420" actId="478"/>
          <ac:picMkLst>
            <pc:docMk/>
            <pc:sldMk cId="779814795" sldId="309"/>
            <ac:picMk id="17" creationId="{8C185E21-7838-51E3-97F4-C9F015022580}"/>
          </ac:picMkLst>
        </pc:picChg>
        <pc:picChg chg="add mod">
          <ac:chgData name="Yorbis Daniel Alarcon Rojas" userId="63682936-cb84-4b7a-8921-fced9b005de5" providerId="ADAL" clId="{12D09ECC-F3D0-4B2C-A5F9-D7B343231B9F}" dt="2025-07-07T22:53:08.708" v="418"/>
          <ac:picMkLst>
            <pc:docMk/>
            <pc:sldMk cId="779814795" sldId="309"/>
            <ac:picMk id="18" creationId="{0DEBC4F5-B313-E5D7-8502-D0B6B05EEC2F}"/>
          </ac:picMkLst>
        </pc:picChg>
      </pc:sldChg>
      <pc:sldChg chg="modSp mod modNotesTx">
        <pc:chgData name="Yorbis Daniel Alarcon Rojas" userId="63682936-cb84-4b7a-8921-fced9b005de5" providerId="ADAL" clId="{12D09ECC-F3D0-4B2C-A5F9-D7B343231B9F}" dt="2025-07-07T02:09:12.968" v="231" actId="5793"/>
        <pc:sldMkLst>
          <pc:docMk/>
          <pc:sldMk cId="3835726452" sldId="310"/>
        </pc:sldMkLst>
        <pc:spChg chg="mod">
          <ac:chgData name="Yorbis Daniel Alarcon Rojas" userId="63682936-cb84-4b7a-8921-fced9b005de5" providerId="ADAL" clId="{12D09ECC-F3D0-4B2C-A5F9-D7B343231B9F}" dt="2025-07-06T21:17:12.799" v="99" actId="113"/>
          <ac:spMkLst>
            <pc:docMk/>
            <pc:sldMk cId="3835726452" sldId="310"/>
            <ac:spMk id="665" creationId="{71857F6E-B04E-40C5-DCC0-F70989540373}"/>
          </ac:spMkLst>
        </pc:spChg>
        <pc:spChg chg="mod">
          <ac:chgData name="Yorbis Daniel Alarcon Rojas" userId="63682936-cb84-4b7a-8921-fced9b005de5" providerId="ADAL" clId="{12D09ECC-F3D0-4B2C-A5F9-D7B343231B9F}" dt="2025-07-06T21:27:43.440" v="101" actId="113"/>
          <ac:spMkLst>
            <pc:docMk/>
            <pc:sldMk cId="3835726452" sldId="310"/>
            <ac:spMk id="666" creationId="{CE09F6DD-1112-A54D-40D8-A741B50C53F0}"/>
          </ac:spMkLst>
        </pc:spChg>
        <pc:spChg chg="mod">
          <ac:chgData name="Yorbis Daniel Alarcon Rojas" userId="63682936-cb84-4b7a-8921-fced9b005de5" providerId="ADAL" clId="{12D09ECC-F3D0-4B2C-A5F9-D7B343231B9F}" dt="2025-07-06T21:16:53.099" v="97" actId="113"/>
          <ac:spMkLst>
            <pc:docMk/>
            <pc:sldMk cId="3835726452" sldId="310"/>
            <ac:spMk id="667" creationId="{4B7BC3C5-0AFE-DE44-FA98-602D94A73081}"/>
          </ac:spMkLst>
        </pc:spChg>
      </pc:sldChg>
      <pc:sldChg chg="modNotesTx">
        <pc:chgData name="Yorbis Daniel Alarcon Rojas" userId="63682936-cb84-4b7a-8921-fced9b005de5" providerId="ADAL" clId="{12D09ECC-F3D0-4B2C-A5F9-D7B343231B9F}" dt="2025-07-07T23:42:16.372" v="528" actId="20577"/>
        <pc:sldMkLst>
          <pc:docMk/>
          <pc:sldMk cId="2301607233" sldId="311"/>
        </pc:sldMkLst>
      </pc:sldChg>
      <pc:sldChg chg="addSp delSp modSp mod modNotesTx">
        <pc:chgData name="Yorbis Daniel Alarcon Rojas" userId="63682936-cb84-4b7a-8921-fced9b005de5" providerId="ADAL" clId="{12D09ECC-F3D0-4B2C-A5F9-D7B343231B9F}" dt="2025-07-07T22:46:19.894" v="416" actId="1076"/>
        <pc:sldMkLst>
          <pc:docMk/>
          <pc:sldMk cId="337295226" sldId="312"/>
        </pc:sldMkLst>
        <pc:spChg chg="add mod">
          <ac:chgData name="Yorbis Daniel Alarcon Rojas" userId="63682936-cb84-4b7a-8921-fced9b005de5" providerId="ADAL" clId="{12D09ECC-F3D0-4B2C-A5F9-D7B343231B9F}" dt="2025-07-06T21:57:05.651" v="132" actId="20577"/>
          <ac:spMkLst>
            <pc:docMk/>
            <pc:sldMk cId="337295226" sldId="312"/>
            <ac:spMk id="5" creationId="{79598C92-B422-43D5-2CCC-38C6DB43729E}"/>
          </ac:spMkLst>
        </pc:spChg>
        <pc:spChg chg="add mod">
          <ac:chgData name="Yorbis Daniel Alarcon Rojas" userId="63682936-cb84-4b7a-8921-fced9b005de5" providerId="ADAL" clId="{12D09ECC-F3D0-4B2C-A5F9-D7B343231B9F}" dt="2025-07-07T22:46:19.894" v="416" actId="1076"/>
          <ac:spMkLst>
            <pc:docMk/>
            <pc:sldMk cId="337295226" sldId="312"/>
            <ac:spMk id="14" creationId="{CD494B85-94AD-F2F9-8139-10608094EB52}"/>
          </ac:spMkLst>
        </pc:spChg>
        <pc:spChg chg="mod">
          <ac:chgData name="Yorbis Daniel Alarcon Rojas" userId="63682936-cb84-4b7a-8921-fced9b005de5" providerId="ADAL" clId="{12D09ECC-F3D0-4B2C-A5F9-D7B343231B9F}" dt="2025-07-06T21:54:44.964" v="125" actId="207"/>
          <ac:spMkLst>
            <pc:docMk/>
            <pc:sldMk cId="337295226" sldId="312"/>
            <ac:spMk id="40" creationId="{469FC4D2-FECB-CB5A-F8DE-E999FA85BFF5}"/>
          </ac:spMkLst>
        </pc:spChg>
        <pc:spChg chg="mod">
          <ac:chgData name="Yorbis Daniel Alarcon Rojas" userId="63682936-cb84-4b7a-8921-fced9b005de5" providerId="ADAL" clId="{12D09ECC-F3D0-4B2C-A5F9-D7B343231B9F}" dt="2025-07-06T21:54:55.259" v="126" actId="1076"/>
          <ac:spMkLst>
            <pc:docMk/>
            <pc:sldMk cId="337295226" sldId="312"/>
            <ac:spMk id="799" creationId="{0431E4AF-986B-87D0-834A-D6229C689A98}"/>
          </ac:spMkLst>
        </pc:spChg>
        <pc:cxnChg chg="add mod">
          <ac:chgData name="Yorbis Daniel Alarcon Rojas" userId="63682936-cb84-4b7a-8921-fced9b005de5" providerId="ADAL" clId="{12D09ECC-F3D0-4B2C-A5F9-D7B343231B9F}" dt="2025-07-07T17:04:43.750" v="258" actId="1036"/>
          <ac:cxnSpMkLst>
            <pc:docMk/>
            <pc:sldMk cId="337295226" sldId="312"/>
            <ac:cxnSpMk id="6" creationId="{64616597-49B2-4A3E-39AE-74A24082B6C3}"/>
          </ac:cxnSpMkLst>
        </pc:cxnChg>
      </pc:sldChg>
      <pc:sldChg chg="del">
        <pc:chgData name="Yorbis Daniel Alarcon Rojas" userId="63682936-cb84-4b7a-8921-fced9b005de5" providerId="ADAL" clId="{12D09ECC-F3D0-4B2C-A5F9-D7B343231B9F}" dt="2025-07-07T23:36:31.979" v="462" actId="47"/>
        <pc:sldMkLst>
          <pc:docMk/>
          <pc:sldMk cId="1348693285" sldId="313"/>
        </pc:sldMkLst>
      </pc:sldChg>
      <pc:sldChg chg="modSp mod modNotesTx">
        <pc:chgData name="Yorbis Daniel Alarcon Rojas" userId="63682936-cb84-4b7a-8921-fced9b005de5" providerId="ADAL" clId="{12D09ECC-F3D0-4B2C-A5F9-D7B343231B9F}" dt="2025-07-07T02:10:43.804" v="242" actId="20577"/>
        <pc:sldMkLst>
          <pc:docMk/>
          <pc:sldMk cId="2874080877" sldId="314"/>
        </pc:sldMkLst>
        <pc:spChg chg="mod">
          <ac:chgData name="Yorbis Daniel Alarcon Rojas" userId="63682936-cb84-4b7a-8921-fced9b005de5" providerId="ADAL" clId="{12D09ECC-F3D0-4B2C-A5F9-D7B343231B9F}" dt="2025-07-06T22:07:16.858" v="134" actId="113"/>
          <ac:spMkLst>
            <pc:docMk/>
            <pc:sldMk cId="2874080877" sldId="314"/>
            <ac:spMk id="736" creationId="{AAB303F4-B0E2-1614-A73C-A3D1A96D5450}"/>
          </ac:spMkLst>
        </pc:spChg>
        <pc:spChg chg="mod">
          <ac:chgData name="Yorbis Daniel Alarcon Rojas" userId="63682936-cb84-4b7a-8921-fced9b005de5" providerId="ADAL" clId="{12D09ECC-F3D0-4B2C-A5F9-D7B343231B9F}" dt="2025-07-06T22:11:43.247" v="149" actId="20577"/>
          <ac:spMkLst>
            <pc:docMk/>
            <pc:sldMk cId="2874080877" sldId="314"/>
            <ac:spMk id="740" creationId="{F5244D13-DBA1-553F-3EB4-5E88C3A1E936}"/>
          </ac:spMkLst>
        </pc:spChg>
        <pc:spChg chg="mod">
          <ac:chgData name="Yorbis Daniel Alarcon Rojas" userId="63682936-cb84-4b7a-8921-fced9b005de5" providerId="ADAL" clId="{12D09ECC-F3D0-4B2C-A5F9-D7B343231B9F}" dt="2025-07-06T22:11:33.669" v="136" actId="21"/>
          <ac:spMkLst>
            <pc:docMk/>
            <pc:sldMk cId="2874080877" sldId="314"/>
            <ac:spMk id="745" creationId="{C8BE743A-1904-48BE-229F-16DBF236140B}"/>
          </ac:spMkLst>
        </pc:spChg>
      </pc:sldChg>
      <pc:sldChg chg="modNotesTx">
        <pc:chgData name="Yorbis Daniel Alarcon Rojas" userId="63682936-cb84-4b7a-8921-fced9b005de5" providerId="ADAL" clId="{12D09ECC-F3D0-4B2C-A5F9-D7B343231B9F}" dt="2025-07-07T23:12:14.531" v="444" actId="20577"/>
        <pc:sldMkLst>
          <pc:docMk/>
          <pc:sldMk cId="1538046798" sldId="315"/>
        </pc:sldMkLst>
      </pc:sldChg>
      <pc:sldChg chg="modSp mod modNotesTx">
        <pc:chgData name="Yorbis Daniel Alarcon Rojas" userId="63682936-cb84-4b7a-8921-fced9b005de5" providerId="ADAL" clId="{12D09ECC-F3D0-4B2C-A5F9-D7B343231B9F}" dt="2025-07-07T17:05:29.387" v="259" actId="1036"/>
        <pc:sldMkLst>
          <pc:docMk/>
          <pc:sldMk cId="3131041325" sldId="316"/>
        </pc:sldMkLst>
        <pc:spChg chg="mod">
          <ac:chgData name="Yorbis Daniel Alarcon Rojas" userId="63682936-cb84-4b7a-8921-fced9b005de5" providerId="ADAL" clId="{12D09ECC-F3D0-4B2C-A5F9-D7B343231B9F}" dt="2025-07-07T17:05:29.387" v="259" actId="1036"/>
          <ac:spMkLst>
            <pc:docMk/>
            <pc:sldMk cId="3131041325" sldId="316"/>
            <ac:spMk id="468" creationId="{FF37CB78-BF7E-9E17-0146-8AF7A2DFDE24}"/>
          </ac:spMkLst>
        </pc:spChg>
      </pc:sldChg>
      <pc:sldChg chg="modNotesTx">
        <pc:chgData name="Yorbis Daniel Alarcon Rojas" userId="63682936-cb84-4b7a-8921-fced9b005de5" providerId="ADAL" clId="{12D09ECC-F3D0-4B2C-A5F9-D7B343231B9F}" dt="2025-07-07T02:12:14.065" v="255" actId="5793"/>
        <pc:sldMkLst>
          <pc:docMk/>
          <pc:sldMk cId="1354269187" sldId="317"/>
        </pc:sldMkLst>
      </pc:sldChg>
      <pc:sldChg chg="modNotesTx">
        <pc:chgData name="Yorbis Daniel Alarcon Rojas" userId="63682936-cb84-4b7a-8921-fced9b005de5" providerId="ADAL" clId="{12D09ECC-F3D0-4B2C-A5F9-D7B343231B9F}" dt="2025-07-07T02:12:23.698" v="256" actId="5793"/>
        <pc:sldMkLst>
          <pc:docMk/>
          <pc:sldMk cId="2883847715" sldId="318"/>
        </pc:sldMkLst>
      </pc:sldChg>
      <pc:sldChg chg="addSp delSp modSp add mod">
        <pc:chgData name="Yorbis Daniel Alarcon Rojas" userId="63682936-cb84-4b7a-8921-fced9b005de5" providerId="ADAL" clId="{12D09ECC-F3D0-4B2C-A5F9-D7B343231B9F}" dt="2025-07-07T23:01:31.899" v="435" actId="14100"/>
        <pc:sldMkLst>
          <pc:docMk/>
          <pc:sldMk cId="3140998804" sldId="319"/>
        </pc:sldMkLst>
        <pc:spChg chg="add del mod">
          <ac:chgData name="Yorbis Daniel Alarcon Rojas" userId="63682936-cb84-4b7a-8921-fced9b005de5" providerId="ADAL" clId="{12D09ECC-F3D0-4B2C-A5F9-D7B343231B9F}" dt="2025-07-07T22:53:22.201" v="425" actId="478"/>
          <ac:spMkLst>
            <pc:docMk/>
            <pc:sldMk cId="3140998804" sldId="319"/>
            <ac:spMk id="4" creationId="{11BFD657-6E14-C701-BCAC-3767F4FA9607}"/>
          </ac:spMkLst>
        </pc:spChg>
        <pc:spChg chg="del">
          <ac:chgData name="Yorbis Daniel Alarcon Rojas" userId="63682936-cb84-4b7a-8921-fced9b005de5" providerId="ADAL" clId="{12D09ECC-F3D0-4B2C-A5F9-D7B343231B9F}" dt="2025-07-07T22:53:20.562" v="424" actId="478"/>
          <ac:spMkLst>
            <pc:docMk/>
            <pc:sldMk cId="3140998804" sldId="319"/>
            <ac:spMk id="632" creationId="{2D4E467C-1BF0-AFAE-5DD6-7EE4D5E37DB7}"/>
          </ac:spMkLst>
        </pc:spChg>
        <pc:picChg chg="del">
          <ac:chgData name="Yorbis Daniel Alarcon Rojas" userId="63682936-cb84-4b7a-8921-fced9b005de5" providerId="ADAL" clId="{12D09ECC-F3D0-4B2C-A5F9-D7B343231B9F}" dt="2025-07-07T22:53:17.234" v="422" actId="478"/>
          <ac:picMkLst>
            <pc:docMk/>
            <pc:sldMk cId="3140998804" sldId="319"/>
            <ac:picMk id="3" creationId="{8FD193E8-2D4A-98B0-83BE-D87014E40071}"/>
          </ac:picMkLst>
        </pc:picChg>
        <pc:picChg chg="add del mod">
          <ac:chgData name="Yorbis Daniel Alarcon Rojas" userId="63682936-cb84-4b7a-8921-fced9b005de5" providerId="ADAL" clId="{12D09ECC-F3D0-4B2C-A5F9-D7B343231B9F}" dt="2025-07-07T23:01:29.329" v="434" actId="478"/>
          <ac:picMkLst>
            <pc:docMk/>
            <pc:sldMk cId="3140998804" sldId="319"/>
            <ac:picMk id="6" creationId="{5CC73D76-06C1-A0F2-F83E-EAC8DD2BACF5}"/>
          </ac:picMkLst>
        </pc:picChg>
        <pc:picChg chg="add del">
          <ac:chgData name="Yorbis Daniel Alarcon Rojas" userId="63682936-cb84-4b7a-8921-fced9b005de5" providerId="ADAL" clId="{12D09ECC-F3D0-4B2C-A5F9-D7B343231B9F}" dt="2025-07-07T23:01:27.959" v="433" actId="478"/>
          <ac:picMkLst>
            <pc:docMk/>
            <pc:sldMk cId="3140998804" sldId="319"/>
            <ac:picMk id="8" creationId="{D1ED4B50-2143-0BB9-A5CF-34EAF1B54C3F}"/>
          </ac:picMkLst>
        </pc:picChg>
        <pc:picChg chg="mod">
          <ac:chgData name="Yorbis Daniel Alarcon Rojas" userId="63682936-cb84-4b7a-8921-fced9b005de5" providerId="ADAL" clId="{12D09ECC-F3D0-4B2C-A5F9-D7B343231B9F}" dt="2025-07-07T23:01:31.899" v="435" actId="14100"/>
          <ac:picMkLst>
            <pc:docMk/>
            <pc:sldMk cId="3140998804" sldId="319"/>
            <ac:picMk id="17" creationId="{D6D9F209-6AAF-F2F5-49A4-8AC556E6946D}"/>
          </ac:picMkLst>
        </pc:picChg>
      </pc:sldChg>
      <pc:sldChg chg="addSp delSp modSp add mod">
        <pc:chgData name="Yorbis Daniel Alarcon Rojas" userId="63682936-cb84-4b7a-8921-fced9b005de5" providerId="ADAL" clId="{12D09ECC-F3D0-4B2C-A5F9-D7B343231B9F}" dt="2025-07-07T23:14:54.407" v="460" actId="1076"/>
        <pc:sldMkLst>
          <pc:docMk/>
          <pc:sldMk cId="3548415374" sldId="320"/>
        </pc:sldMkLst>
        <pc:spChg chg="add mod">
          <ac:chgData name="Yorbis Daniel Alarcon Rojas" userId="63682936-cb84-4b7a-8921-fced9b005de5" providerId="ADAL" clId="{12D09ECC-F3D0-4B2C-A5F9-D7B343231B9F}" dt="2025-07-07T23:14:54.407" v="460" actId="1076"/>
          <ac:spMkLst>
            <pc:docMk/>
            <pc:sldMk cId="3548415374" sldId="320"/>
            <ac:spMk id="11" creationId="{6D7675DE-7D2C-FFD7-394C-D55E551995BB}"/>
          </ac:spMkLst>
        </pc:spChg>
        <pc:picChg chg="add mod">
          <ac:chgData name="Yorbis Daniel Alarcon Rojas" userId="63682936-cb84-4b7a-8921-fced9b005de5" providerId="ADAL" clId="{12D09ECC-F3D0-4B2C-A5F9-D7B343231B9F}" dt="2025-07-07T23:14:13.523" v="452" actId="1076"/>
          <ac:picMkLst>
            <pc:docMk/>
            <pc:sldMk cId="3548415374" sldId="320"/>
            <ac:picMk id="3" creationId="{1308D806-BA16-D7EE-CDAD-B309C6D58E45}"/>
          </ac:picMkLst>
        </pc:picChg>
        <pc:picChg chg="add del">
          <ac:chgData name="Yorbis Daniel Alarcon Rojas" userId="63682936-cb84-4b7a-8921-fced9b005de5" providerId="ADAL" clId="{12D09ECC-F3D0-4B2C-A5F9-D7B343231B9F}" dt="2025-07-07T23:14:15.543" v="454" actId="22"/>
          <ac:picMkLst>
            <pc:docMk/>
            <pc:sldMk cId="3548415374" sldId="320"/>
            <ac:picMk id="5" creationId="{3369EB37-9CB7-AF6E-697E-FB0875BFADF2}"/>
          </ac:picMkLst>
        </pc:picChg>
        <pc:picChg chg="mod">
          <ac:chgData name="Yorbis Daniel Alarcon Rojas" userId="63682936-cb84-4b7a-8921-fced9b005de5" providerId="ADAL" clId="{12D09ECC-F3D0-4B2C-A5F9-D7B343231B9F}" dt="2025-07-07T23:12:33.819" v="447" actId="1076"/>
          <ac:picMkLst>
            <pc:docMk/>
            <pc:sldMk cId="3548415374" sldId="320"/>
            <ac:picMk id="6" creationId="{7AED6354-1532-4C54-0F00-54CC3D18D7E1}"/>
          </ac:picMkLst>
        </pc:picChg>
        <pc:picChg chg="mod">
          <ac:chgData name="Yorbis Daniel Alarcon Rojas" userId="63682936-cb84-4b7a-8921-fced9b005de5" providerId="ADAL" clId="{12D09ECC-F3D0-4B2C-A5F9-D7B343231B9F}" dt="2025-07-07T23:12:31.147" v="446" actId="1076"/>
          <ac:picMkLst>
            <pc:docMk/>
            <pc:sldMk cId="3548415374" sldId="320"/>
            <ac:picMk id="8" creationId="{F71CE631-0F15-6785-08A1-9897D19E4FA6}"/>
          </ac:picMkLst>
        </pc:picChg>
        <pc:picChg chg="add del">
          <ac:chgData name="Yorbis Daniel Alarcon Rojas" userId="63682936-cb84-4b7a-8921-fced9b005de5" providerId="ADAL" clId="{12D09ECC-F3D0-4B2C-A5F9-D7B343231B9F}" dt="2025-07-07T23:14:21.016" v="456" actId="22"/>
          <ac:picMkLst>
            <pc:docMk/>
            <pc:sldMk cId="3548415374" sldId="320"/>
            <ac:picMk id="9" creationId="{84DCE114-D724-3E9E-1ACF-BDC1B4F38808}"/>
          </ac:picMkLst>
        </pc:picChg>
        <pc:picChg chg="del">
          <ac:chgData name="Yorbis Daniel Alarcon Rojas" userId="63682936-cb84-4b7a-8921-fced9b005de5" providerId="ADAL" clId="{12D09ECC-F3D0-4B2C-A5F9-D7B343231B9F}" dt="2025-07-07T23:01:36.311" v="436" actId="478"/>
          <ac:picMkLst>
            <pc:docMk/>
            <pc:sldMk cId="3548415374" sldId="320"/>
            <ac:picMk id="17" creationId="{EB43F73E-93C8-19A2-D037-7006B0C1C545}"/>
          </ac:picMkLst>
        </pc:picChg>
      </pc:sldChg>
      <pc:sldChg chg="modSp add del mod">
        <pc:chgData name="Yorbis Daniel Alarcon Rojas" userId="63682936-cb84-4b7a-8921-fced9b005de5" providerId="ADAL" clId="{12D09ECC-F3D0-4B2C-A5F9-D7B343231B9F}" dt="2025-07-08T00:36:11.894" v="563" actId="47"/>
        <pc:sldMkLst>
          <pc:docMk/>
          <pc:sldMk cId="2839159799" sldId="321"/>
        </pc:sldMkLst>
        <pc:spChg chg="mod">
          <ac:chgData name="Yorbis Daniel Alarcon Rojas" userId="63682936-cb84-4b7a-8921-fced9b005de5" providerId="ADAL" clId="{12D09ECC-F3D0-4B2C-A5F9-D7B343231B9F}" dt="2025-07-07T23:43:10.169" v="531" actId="1076"/>
          <ac:spMkLst>
            <pc:docMk/>
            <pc:sldMk cId="2839159799" sldId="321"/>
            <ac:spMk id="102" creationId="{C8CDB84C-2734-EF43-A110-6BAF3359C44D}"/>
          </ac:spMkLst>
        </pc:spChg>
      </pc:sldChg>
      <pc:sldChg chg="add del">
        <pc:chgData name="Yorbis Daniel Alarcon Rojas" userId="63682936-cb84-4b7a-8921-fced9b005de5" providerId="ADAL" clId="{12D09ECC-F3D0-4B2C-A5F9-D7B343231B9F}" dt="2025-07-08T00:36:11.894" v="563" actId="47"/>
        <pc:sldMkLst>
          <pc:docMk/>
          <pc:sldMk cId="342475493" sldId="322"/>
        </pc:sldMkLst>
      </pc:sldChg>
      <pc:sldChg chg="add del">
        <pc:chgData name="Yorbis Daniel Alarcon Rojas" userId="63682936-cb84-4b7a-8921-fced9b005de5" providerId="ADAL" clId="{12D09ECC-F3D0-4B2C-A5F9-D7B343231B9F}" dt="2025-07-08T00:36:11.894" v="563" actId="47"/>
        <pc:sldMkLst>
          <pc:docMk/>
          <pc:sldMk cId="434751228" sldId="323"/>
        </pc:sldMkLst>
      </pc:sldChg>
      <pc:sldChg chg="add del">
        <pc:chgData name="Yorbis Daniel Alarcon Rojas" userId="63682936-cb84-4b7a-8921-fced9b005de5" providerId="ADAL" clId="{12D09ECC-F3D0-4B2C-A5F9-D7B343231B9F}" dt="2025-07-08T00:36:11.894" v="563" actId="47"/>
        <pc:sldMkLst>
          <pc:docMk/>
          <pc:sldMk cId="3476961606" sldId="324"/>
        </pc:sldMkLst>
      </pc:sldChg>
      <pc:sldChg chg="add del">
        <pc:chgData name="Yorbis Daniel Alarcon Rojas" userId="63682936-cb84-4b7a-8921-fced9b005de5" providerId="ADAL" clId="{12D09ECC-F3D0-4B2C-A5F9-D7B343231B9F}" dt="2025-07-08T00:36:11.894" v="563" actId="47"/>
        <pc:sldMkLst>
          <pc:docMk/>
          <pc:sldMk cId="4098478545" sldId="325"/>
        </pc:sldMkLst>
      </pc:sldChg>
      <pc:sldChg chg="add del">
        <pc:chgData name="Yorbis Daniel Alarcon Rojas" userId="63682936-cb84-4b7a-8921-fced9b005de5" providerId="ADAL" clId="{12D09ECC-F3D0-4B2C-A5F9-D7B343231B9F}" dt="2025-07-08T00:36:11.894" v="563" actId="47"/>
        <pc:sldMkLst>
          <pc:docMk/>
          <pc:sldMk cId="968094238" sldId="327"/>
        </pc:sldMkLst>
      </pc:sldChg>
      <pc:sldChg chg="add del">
        <pc:chgData name="Yorbis Daniel Alarcon Rojas" userId="63682936-cb84-4b7a-8921-fced9b005de5" providerId="ADAL" clId="{12D09ECC-F3D0-4B2C-A5F9-D7B343231B9F}" dt="2025-07-08T00:36:11.894" v="563" actId="47"/>
        <pc:sldMkLst>
          <pc:docMk/>
          <pc:sldMk cId="263886340" sldId="331"/>
        </pc:sldMkLst>
      </pc:sldChg>
      <pc:sldChg chg="add del">
        <pc:chgData name="Yorbis Daniel Alarcon Rojas" userId="63682936-cb84-4b7a-8921-fced9b005de5" providerId="ADAL" clId="{12D09ECC-F3D0-4B2C-A5F9-D7B343231B9F}" dt="2025-07-08T00:36:11.894" v="563" actId="47"/>
        <pc:sldMkLst>
          <pc:docMk/>
          <pc:sldMk cId="2270184679" sldId="333"/>
        </pc:sldMkLst>
      </pc:sldChg>
      <pc:sldChg chg="add del">
        <pc:chgData name="Yorbis Daniel Alarcon Rojas" userId="63682936-cb84-4b7a-8921-fced9b005de5" providerId="ADAL" clId="{12D09ECC-F3D0-4B2C-A5F9-D7B343231B9F}" dt="2025-07-08T00:36:11.894" v="563" actId="47"/>
        <pc:sldMkLst>
          <pc:docMk/>
          <pc:sldMk cId="3266394323" sldId="334"/>
        </pc:sldMkLst>
      </pc:sldChg>
      <pc:sldChg chg="add del">
        <pc:chgData name="Yorbis Daniel Alarcon Rojas" userId="63682936-cb84-4b7a-8921-fced9b005de5" providerId="ADAL" clId="{12D09ECC-F3D0-4B2C-A5F9-D7B343231B9F}" dt="2025-07-08T00:36:11.894" v="563" actId="47"/>
        <pc:sldMkLst>
          <pc:docMk/>
          <pc:sldMk cId="581659144" sldId="335"/>
        </pc:sldMkLst>
      </pc:sldChg>
      <pc:sldChg chg="add del">
        <pc:chgData name="Yorbis Daniel Alarcon Rojas" userId="63682936-cb84-4b7a-8921-fced9b005de5" providerId="ADAL" clId="{12D09ECC-F3D0-4B2C-A5F9-D7B343231B9F}" dt="2025-07-08T00:36:11.894" v="563" actId="47"/>
        <pc:sldMkLst>
          <pc:docMk/>
          <pc:sldMk cId="737624958" sldId="336"/>
        </pc:sldMkLst>
      </pc:sldChg>
      <pc:sldChg chg="add del">
        <pc:chgData name="Yorbis Daniel Alarcon Rojas" userId="63682936-cb84-4b7a-8921-fced9b005de5" providerId="ADAL" clId="{12D09ECC-F3D0-4B2C-A5F9-D7B343231B9F}" dt="2025-07-08T00:36:11.894" v="563" actId="47"/>
        <pc:sldMkLst>
          <pc:docMk/>
          <pc:sldMk cId="1744233141" sldId="337"/>
        </pc:sldMkLst>
      </pc:sldChg>
      <pc:sldChg chg="add del">
        <pc:chgData name="Yorbis Daniel Alarcon Rojas" userId="63682936-cb84-4b7a-8921-fced9b005de5" providerId="ADAL" clId="{12D09ECC-F3D0-4B2C-A5F9-D7B343231B9F}" dt="2025-07-08T00:36:11.894" v="563" actId="47"/>
        <pc:sldMkLst>
          <pc:docMk/>
          <pc:sldMk cId="438969573" sldId="338"/>
        </pc:sldMkLst>
      </pc:sldChg>
      <pc:sldChg chg="add del">
        <pc:chgData name="Yorbis Daniel Alarcon Rojas" userId="63682936-cb84-4b7a-8921-fced9b005de5" providerId="ADAL" clId="{12D09ECC-F3D0-4B2C-A5F9-D7B343231B9F}" dt="2025-07-08T00:36:11.894" v="563" actId="47"/>
        <pc:sldMkLst>
          <pc:docMk/>
          <pc:sldMk cId="1127902106" sldId="339"/>
        </pc:sldMkLst>
      </pc:sldChg>
      <pc:sldChg chg="add del">
        <pc:chgData name="Yorbis Daniel Alarcon Rojas" userId="63682936-cb84-4b7a-8921-fced9b005de5" providerId="ADAL" clId="{12D09ECC-F3D0-4B2C-A5F9-D7B343231B9F}" dt="2025-07-08T00:36:11.894" v="563" actId="47"/>
        <pc:sldMkLst>
          <pc:docMk/>
          <pc:sldMk cId="3777158122" sldId="340"/>
        </pc:sldMkLst>
      </pc:sldChg>
      <pc:sldChg chg="add del">
        <pc:chgData name="Yorbis Daniel Alarcon Rojas" userId="63682936-cb84-4b7a-8921-fced9b005de5" providerId="ADAL" clId="{12D09ECC-F3D0-4B2C-A5F9-D7B343231B9F}" dt="2025-07-08T00:36:11.894" v="563" actId="47"/>
        <pc:sldMkLst>
          <pc:docMk/>
          <pc:sldMk cId="3433917845" sldId="341"/>
        </pc:sldMkLst>
      </pc:sldChg>
      <pc:sldChg chg="add del">
        <pc:chgData name="Yorbis Daniel Alarcon Rojas" userId="63682936-cb84-4b7a-8921-fced9b005de5" providerId="ADAL" clId="{12D09ECC-F3D0-4B2C-A5F9-D7B343231B9F}" dt="2025-07-08T00:36:11.894" v="563" actId="47"/>
        <pc:sldMkLst>
          <pc:docMk/>
          <pc:sldMk cId="504111919" sldId="342"/>
        </pc:sldMkLst>
      </pc:sldChg>
      <pc:sldChg chg="add del">
        <pc:chgData name="Yorbis Daniel Alarcon Rojas" userId="63682936-cb84-4b7a-8921-fced9b005de5" providerId="ADAL" clId="{12D09ECC-F3D0-4B2C-A5F9-D7B343231B9F}" dt="2025-07-08T00:36:11.894" v="563" actId="47"/>
        <pc:sldMkLst>
          <pc:docMk/>
          <pc:sldMk cId="1766218505" sldId="343"/>
        </pc:sldMkLst>
      </pc:sldChg>
      <pc:sldChg chg="add del">
        <pc:chgData name="Yorbis Daniel Alarcon Rojas" userId="63682936-cb84-4b7a-8921-fced9b005de5" providerId="ADAL" clId="{12D09ECC-F3D0-4B2C-A5F9-D7B343231B9F}" dt="2025-07-08T00:36:11.894" v="563" actId="47"/>
        <pc:sldMkLst>
          <pc:docMk/>
          <pc:sldMk cId="3745708461" sldId="344"/>
        </pc:sldMkLst>
      </pc:sldChg>
      <pc:sldChg chg="add del">
        <pc:chgData name="Yorbis Daniel Alarcon Rojas" userId="63682936-cb84-4b7a-8921-fced9b005de5" providerId="ADAL" clId="{12D09ECC-F3D0-4B2C-A5F9-D7B343231B9F}" dt="2025-07-08T00:36:11.894" v="563" actId="47"/>
        <pc:sldMkLst>
          <pc:docMk/>
          <pc:sldMk cId="3825761701" sldId="347"/>
        </pc:sldMkLst>
      </pc:sldChg>
      <pc:sldChg chg="add del">
        <pc:chgData name="Yorbis Daniel Alarcon Rojas" userId="63682936-cb84-4b7a-8921-fced9b005de5" providerId="ADAL" clId="{12D09ECC-F3D0-4B2C-A5F9-D7B343231B9F}" dt="2025-07-08T00:36:11.894" v="563" actId="47"/>
        <pc:sldMkLst>
          <pc:docMk/>
          <pc:sldMk cId="2709032933" sldId="348"/>
        </pc:sldMkLst>
      </pc:sldChg>
      <pc:sldChg chg="add del">
        <pc:chgData name="Yorbis Daniel Alarcon Rojas" userId="63682936-cb84-4b7a-8921-fced9b005de5" providerId="ADAL" clId="{12D09ECC-F3D0-4B2C-A5F9-D7B343231B9F}" dt="2025-07-08T00:36:11.894" v="563" actId="47"/>
        <pc:sldMkLst>
          <pc:docMk/>
          <pc:sldMk cId="3731184452" sldId="349"/>
        </pc:sldMkLst>
      </pc:sldChg>
      <pc:sldChg chg="add del">
        <pc:chgData name="Yorbis Daniel Alarcon Rojas" userId="63682936-cb84-4b7a-8921-fced9b005de5" providerId="ADAL" clId="{12D09ECC-F3D0-4B2C-A5F9-D7B343231B9F}" dt="2025-07-08T00:36:11.894" v="563" actId="47"/>
        <pc:sldMkLst>
          <pc:docMk/>
          <pc:sldMk cId="3319553381" sldId="350"/>
        </pc:sldMkLst>
      </pc:sldChg>
      <pc:sldChg chg="add del">
        <pc:chgData name="Yorbis Daniel Alarcon Rojas" userId="63682936-cb84-4b7a-8921-fced9b005de5" providerId="ADAL" clId="{12D09ECC-F3D0-4B2C-A5F9-D7B343231B9F}" dt="2025-07-08T00:36:11.894" v="563" actId="47"/>
        <pc:sldMkLst>
          <pc:docMk/>
          <pc:sldMk cId="824772102" sldId="351"/>
        </pc:sldMkLst>
      </pc:sldChg>
      <pc:sldChg chg="add del">
        <pc:chgData name="Yorbis Daniel Alarcon Rojas" userId="63682936-cb84-4b7a-8921-fced9b005de5" providerId="ADAL" clId="{12D09ECC-F3D0-4B2C-A5F9-D7B343231B9F}" dt="2025-07-07T23:44:41.125" v="562" actId="47"/>
        <pc:sldMkLst>
          <pc:docMk/>
          <pc:sldMk cId="4245369699" sldId="352"/>
        </pc:sldMkLst>
      </pc:sldChg>
      <pc:sldMasterChg chg="delSldLayout">
        <pc:chgData name="Yorbis Daniel Alarcon Rojas" userId="63682936-cb84-4b7a-8921-fced9b005de5" providerId="ADAL" clId="{12D09ECC-F3D0-4B2C-A5F9-D7B343231B9F}" dt="2025-07-07T23:36:31.979" v="462" actId="47"/>
        <pc:sldMasterMkLst>
          <pc:docMk/>
          <pc:sldMasterMk cId="0" sldId="2147483678"/>
        </pc:sldMasterMkLst>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51"/>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52"/>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56"/>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57"/>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59"/>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61"/>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62"/>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65"/>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66"/>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67"/>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69"/>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72"/>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8"/>
            <pc:sldLayoutMk cId="0" sldId="2147483673"/>
          </pc:sldLayoutMkLst>
        </pc:sldLayoutChg>
      </pc:sldMasterChg>
      <pc:sldMasterChg chg="del delSldLayout">
        <pc:chgData name="Yorbis Daniel Alarcon Rojas" userId="63682936-cb84-4b7a-8921-fced9b005de5" providerId="ADAL" clId="{12D09ECC-F3D0-4B2C-A5F9-D7B343231B9F}" dt="2025-07-07T23:42:53.582" v="529" actId="47"/>
        <pc:sldMasterMkLst>
          <pc:docMk/>
          <pc:sldMasterMk cId="0" sldId="2147483679"/>
        </pc:sldMasterMkLst>
        <pc:sldLayoutChg chg="del">
          <pc:chgData name="Yorbis Daniel Alarcon Rojas" userId="63682936-cb84-4b7a-8921-fced9b005de5" providerId="ADAL" clId="{12D09ECC-F3D0-4B2C-A5F9-D7B343231B9F}" dt="2025-07-07T23:42:53.582" v="529" actId="47"/>
          <pc:sldLayoutMkLst>
            <pc:docMk/>
            <pc:sldMasterMk cId="0" sldId="2147483679"/>
            <pc:sldLayoutMk cId="0" sldId="2147483676"/>
          </pc:sldLayoutMkLst>
        </pc:sldLayoutChg>
        <pc:sldLayoutChg chg="del">
          <pc:chgData name="Yorbis Daniel Alarcon Rojas" userId="63682936-cb84-4b7a-8921-fced9b005de5" providerId="ADAL" clId="{12D09ECC-F3D0-4B2C-A5F9-D7B343231B9F}" dt="2025-07-07T23:36:31.979" v="462" actId="47"/>
          <pc:sldLayoutMkLst>
            <pc:docMk/>
            <pc:sldMasterMk cId="0" sldId="2147483679"/>
            <pc:sldLayoutMk cId="0" sldId="2147483677"/>
          </pc:sldLayoutMkLst>
        </pc:sldLayoutChg>
      </pc:sldMasterChg>
    </pc:docChg>
  </pc:docChgLst>
  <pc:docChgLst>
    <pc:chgData name="Yorbis Daniel Alarcon Rojas" userId="63682936-cb84-4b7a-8921-fced9b005de5" providerId="ADAL" clId="{445EFF98-CF8F-4C84-88F0-82B4A7246BAB}"/>
    <pc:docChg chg="undo redo custSel addSld delSld modSld sldOrd modMainMaster">
      <pc:chgData name="Yorbis Daniel Alarcon Rojas" userId="63682936-cb84-4b7a-8921-fced9b005de5" providerId="ADAL" clId="{445EFF98-CF8F-4C84-88F0-82B4A7246BAB}" dt="2025-07-06T06:56:50.039" v="2655" actId="14100"/>
      <pc:docMkLst>
        <pc:docMk/>
      </pc:docMkLst>
      <pc:sldChg chg="modSp mod setBg">
        <pc:chgData name="Yorbis Daniel Alarcon Rojas" userId="63682936-cb84-4b7a-8921-fced9b005de5" providerId="ADAL" clId="{445EFF98-CF8F-4C84-88F0-82B4A7246BAB}" dt="2025-06-30T02:18:13.729" v="1693"/>
        <pc:sldMkLst>
          <pc:docMk/>
          <pc:sldMk cId="0" sldId="256"/>
        </pc:sldMkLst>
        <pc:spChg chg="mod">
          <ac:chgData name="Yorbis Daniel Alarcon Rojas" userId="63682936-cb84-4b7a-8921-fced9b005de5" providerId="ADAL" clId="{445EFF98-CF8F-4C84-88F0-82B4A7246BAB}" dt="2025-06-30T01:00:30.165" v="18" actId="20577"/>
          <ac:spMkLst>
            <pc:docMk/>
            <pc:sldMk cId="0" sldId="256"/>
            <ac:spMk id="368" creationId="{00000000-0000-0000-0000-000000000000}"/>
          </ac:spMkLst>
        </pc:spChg>
        <pc:spChg chg="mod">
          <ac:chgData name="Yorbis Daniel Alarcon Rojas" userId="63682936-cb84-4b7a-8921-fced9b005de5" providerId="ADAL" clId="{445EFF98-CF8F-4C84-88F0-82B4A7246BAB}" dt="2025-06-30T01:00:55.335" v="31" actId="20577"/>
          <ac:spMkLst>
            <pc:docMk/>
            <pc:sldMk cId="0" sldId="256"/>
            <ac:spMk id="369" creationId="{00000000-0000-0000-0000-000000000000}"/>
          </ac:spMkLst>
        </pc:spChg>
      </pc:sldChg>
      <pc:sldChg chg="addSp delSp modSp mod">
        <pc:chgData name="Yorbis Daniel Alarcon Rojas" userId="63682936-cb84-4b7a-8921-fced9b005de5" providerId="ADAL" clId="{445EFF98-CF8F-4C84-88F0-82B4A7246BAB}" dt="2025-07-06T06:24:40.367" v="2458" actId="14100"/>
        <pc:sldMkLst>
          <pc:docMk/>
          <pc:sldMk cId="0" sldId="257"/>
        </pc:sldMkLst>
        <pc:spChg chg="add mod">
          <ac:chgData name="Yorbis Daniel Alarcon Rojas" userId="63682936-cb84-4b7a-8921-fced9b005de5" providerId="ADAL" clId="{445EFF98-CF8F-4C84-88F0-82B4A7246BAB}" dt="2025-06-30T01:38:33.044" v="686" actId="1076"/>
          <ac:spMkLst>
            <pc:docMk/>
            <pc:sldMk cId="0" sldId="257"/>
            <ac:spMk id="20" creationId="{019DC34F-7DE7-FC2D-F8C8-26C1B2A95050}"/>
          </ac:spMkLst>
        </pc:spChg>
        <pc:spChg chg="add mod">
          <ac:chgData name="Yorbis Daniel Alarcon Rojas" userId="63682936-cb84-4b7a-8921-fced9b005de5" providerId="ADAL" clId="{445EFF98-CF8F-4C84-88F0-82B4A7246BAB}" dt="2025-06-30T01:38:33.044" v="686" actId="1076"/>
          <ac:spMkLst>
            <pc:docMk/>
            <pc:sldMk cId="0" sldId="257"/>
            <ac:spMk id="21" creationId="{0DFBA669-88DB-9461-2F5F-8532FEF2E021}"/>
          </ac:spMkLst>
        </pc:spChg>
        <pc:spChg chg="add mod">
          <ac:chgData name="Yorbis Daniel Alarcon Rojas" userId="63682936-cb84-4b7a-8921-fced9b005de5" providerId="ADAL" clId="{445EFF98-CF8F-4C84-88F0-82B4A7246BAB}" dt="2025-06-30T01:38:33.044" v="686" actId="1076"/>
          <ac:spMkLst>
            <pc:docMk/>
            <pc:sldMk cId="0" sldId="257"/>
            <ac:spMk id="25" creationId="{EEFE7B42-7256-3D39-0F93-DDBEF26610BC}"/>
          </ac:spMkLst>
        </pc:spChg>
        <pc:spChg chg="add mod">
          <ac:chgData name="Yorbis Daniel Alarcon Rojas" userId="63682936-cb84-4b7a-8921-fced9b005de5" providerId="ADAL" clId="{445EFF98-CF8F-4C84-88F0-82B4A7246BAB}" dt="2025-06-30T01:38:33.044" v="686" actId="1076"/>
          <ac:spMkLst>
            <pc:docMk/>
            <pc:sldMk cId="0" sldId="257"/>
            <ac:spMk id="26" creationId="{AC548BDF-859E-A281-6530-AC7184D9B0A0}"/>
          </ac:spMkLst>
        </pc:spChg>
        <pc:spChg chg="add mod">
          <ac:chgData name="Yorbis Daniel Alarcon Rojas" userId="63682936-cb84-4b7a-8921-fced9b005de5" providerId="ADAL" clId="{445EFF98-CF8F-4C84-88F0-82B4A7246BAB}" dt="2025-06-30T01:38:33.044" v="686" actId="1076"/>
          <ac:spMkLst>
            <pc:docMk/>
            <pc:sldMk cId="0" sldId="257"/>
            <ac:spMk id="27" creationId="{9A2E21E7-6501-91BB-22F8-789341A89B06}"/>
          </ac:spMkLst>
        </pc:spChg>
        <pc:spChg chg="add mod">
          <ac:chgData name="Yorbis Daniel Alarcon Rojas" userId="63682936-cb84-4b7a-8921-fced9b005de5" providerId="ADAL" clId="{445EFF98-CF8F-4C84-88F0-82B4A7246BAB}" dt="2025-06-30T01:38:33.044" v="686" actId="1076"/>
          <ac:spMkLst>
            <pc:docMk/>
            <pc:sldMk cId="0" sldId="257"/>
            <ac:spMk id="28" creationId="{A837652A-5E28-CA42-C17B-90318E185C8C}"/>
          </ac:spMkLst>
        </pc:spChg>
        <pc:spChg chg="add mod">
          <ac:chgData name="Yorbis Daniel Alarcon Rojas" userId="63682936-cb84-4b7a-8921-fced9b005de5" providerId="ADAL" clId="{445EFF98-CF8F-4C84-88F0-82B4A7246BAB}" dt="2025-06-30T01:38:33.044" v="686" actId="1076"/>
          <ac:spMkLst>
            <pc:docMk/>
            <pc:sldMk cId="0" sldId="257"/>
            <ac:spMk id="31" creationId="{D4A4C4ED-728B-0EE5-86CE-2ACAECD42CDE}"/>
          </ac:spMkLst>
        </pc:spChg>
        <pc:spChg chg="add mod">
          <ac:chgData name="Yorbis Daniel Alarcon Rojas" userId="63682936-cb84-4b7a-8921-fced9b005de5" providerId="ADAL" clId="{445EFF98-CF8F-4C84-88F0-82B4A7246BAB}" dt="2025-06-30T01:38:33.044" v="686" actId="1076"/>
          <ac:spMkLst>
            <pc:docMk/>
            <pc:sldMk cId="0" sldId="257"/>
            <ac:spMk id="32" creationId="{2C0A20AC-6B1A-CD4A-28AA-7B0D9B80AD83}"/>
          </ac:spMkLst>
        </pc:spChg>
        <pc:spChg chg="add mod">
          <ac:chgData name="Yorbis Daniel Alarcon Rojas" userId="63682936-cb84-4b7a-8921-fced9b005de5" providerId="ADAL" clId="{445EFF98-CF8F-4C84-88F0-82B4A7246BAB}" dt="2025-06-30T01:38:33.044" v="686" actId="1076"/>
          <ac:spMkLst>
            <pc:docMk/>
            <pc:sldMk cId="0" sldId="257"/>
            <ac:spMk id="33" creationId="{CF148172-4A1A-1649-0475-9AAE3A0A7879}"/>
          </ac:spMkLst>
        </pc:spChg>
        <pc:spChg chg="add mod">
          <ac:chgData name="Yorbis Daniel Alarcon Rojas" userId="63682936-cb84-4b7a-8921-fced9b005de5" providerId="ADAL" clId="{445EFF98-CF8F-4C84-88F0-82B4A7246BAB}" dt="2025-06-30T01:38:33.044" v="686" actId="1076"/>
          <ac:spMkLst>
            <pc:docMk/>
            <pc:sldMk cId="0" sldId="257"/>
            <ac:spMk id="34" creationId="{703975F6-003E-5907-C1F4-3AE7C5D6436D}"/>
          </ac:spMkLst>
        </pc:spChg>
        <pc:spChg chg="mod">
          <ac:chgData name="Yorbis Daniel Alarcon Rojas" userId="63682936-cb84-4b7a-8921-fced9b005de5" providerId="ADAL" clId="{445EFF98-CF8F-4C84-88F0-82B4A7246BAB}" dt="2025-06-30T01:45:51.564" v="755"/>
          <ac:spMkLst>
            <pc:docMk/>
            <pc:sldMk cId="0" sldId="257"/>
            <ac:spMk id="439" creationId="{00000000-0000-0000-0000-000000000000}"/>
          </ac:spMkLst>
        </pc:spChg>
        <pc:graphicFrameChg chg="mod modGraphic">
          <ac:chgData name="Yorbis Daniel Alarcon Rojas" userId="63682936-cb84-4b7a-8921-fced9b005de5" providerId="ADAL" clId="{445EFF98-CF8F-4C84-88F0-82B4A7246BAB}" dt="2025-07-06T06:24:40.367" v="2458" actId="14100"/>
          <ac:graphicFrameMkLst>
            <pc:docMk/>
            <pc:sldMk cId="0" sldId="257"/>
            <ac:graphicFrameMk id="441" creationId="{00000000-0000-0000-0000-000000000000}"/>
          </ac:graphicFrameMkLst>
        </pc:graphicFrameChg>
        <pc:cxnChg chg="mod">
          <ac:chgData name="Yorbis Daniel Alarcon Rojas" userId="63682936-cb84-4b7a-8921-fced9b005de5" providerId="ADAL" clId="{445EFF98-CF8F-4C84-88F0-82B4A7246BAB}" dt="2025-06-30T01:34:54.544" v="549" actId="478"/>
          <ac:cxnSpMkLst>
            <pc:docMk/>
            <pc:sldMk cId="0" sldId="257"/>
            <ac:cxnSpMk id="444" creationId="{00000000-0000-0000-0000-000000000000}"/>
          </ac:cxnSpMkLst>
        </pc:cxnChg>
      </pc:sldChg>
      <pc:sldChg chg="mod modShow modNotes">
        <pc:chgData name="Yorbis Daniel Alarcon Rojas" userId="63682936-cb84-4b7a-8921-fced9b005de5" providerId="ADAL" clId="{445EFF98-CF8F-4C84-88F0-82B4A7246BAB}" dt="2025-06-30T02:53:24.553" v="2448" actId="729"/>
        <pc:sldMkLst>
          <pc:docMk/>
          <pc:sldMk cId="0" sldId="258"/>
        </pc:sldMkLst>
      </pc:sldChg>
      <pc:sldChg chg="mod modShow modNotes">
        <pc:chgData name="Yorbis Daniel Alarcon Rojas" userId="63682936-cb84-4b7a-8921-fced9b005de5" providerId="ADAL" clId="{445EFF98-CF8F-4C84-88F0-82B4A7246BAB}" dt="2025-06-30T02:53:24.553" v="2448" actId="729"/>
        <pc:sldMkLst>
          <pc:docMk/>
          <pc:sldMk cId="0" sldId="259"/>
        </pc:sldMkLst>
      </pc:sldChg>
      <pc:sldChg chg="mod modShow modNotes">
        <pc:chgData name="Yorbis Daniel Alarcon Rojas" userId="63682936-cb84-4b7a-8921-fced9b005de5" providerId="ADAL" clId="{445EFF98-CF8F-4C84-88F0-82B4A7246BAB}" dt="2025-06-30T02:53:24.553" v="2448" actId="729"/>
        <pc:sldMkLst>
          <pc:docMk/>
          <pc:sldMk cId="0" sldId="260"/>
        </pc:sldMkLst>
      </pc:sldChg>
      <pc:sldChg chg="modSp mod ord modNotes">
        <pc:chgData name="Yorbis Daniel Alarcon Rojas" userId="63682936-cb84-4b7a-8921-fced9b005de5" providerId="ADAL" clId="{445EFF98-CF8F-4C84-88F0-82B4A7246BAB}" dt="2025-06-30T02:14:38.030" v="1659" actId="14100"/>
        <pc:sldMkLst>
          <pc:docMk/>
          <pc:sldMk cId="0" sldId="261"/>
        </pc:sldMkLst>
        <pc:spChg chg="mod">
          <ac:chgData name="Yorbis Daniel Alarcon Rojas" userId="63682936-cb84-4b7a-8921-fced9b005de5" providerId="ADAL" clId="{445EFF98-CF8F-4C84-88F0-82B4A7246BAB}" dt="2025-06-30T01:05:07.964" v="78" actId="20577"/>
          <ac:spMkLst>
            <pc:docMk/>
            <pc:sldMk cId="0" sldId="261"/>
            <ac:spMk id="524" creationId="{00000000-0000-0000-0000-000000000000}"/>
          </ac:spMkLst>
        </pc:spChg>
        <pc:spChg chg="mod">
          <ac:chgData name="Yorbis Daniel Alarcon Rojas" userId="63682936-cb84-4b7a-8921-fced9b005de5" providerId="ADAL" clId="{445EFF98-CF8F-4C84-88F0-82B4A7246BAB}" dt="2025-06-30T02:14:38.030" v="1659" actId="14100"/>
          <ac:spMkLst>
            <pc:docMk/>
            <pc:sldMk cId="0" sldId="261"/>
            <ac:spMk id="525" creationId="{00000000-0000-0000-0000-000000000000}"/>
          </ac:spMkLst>
        </pc:spChg>
        <pc:spChg chg="mod">
          <ac:chgData name="Yorbis Daniel Alarcon Rojas" userId="63682936-cb84-4b7a-8921-fced9b005de5" providerId="ADAL" clId="{445EFF98-CF8F-4C84-88F0-82B4A7246BAB}" dt="2025-06-30T01:23:49.029" v="325" actId="20577"/>
          <ac:spMkLst>
            <pc:docMk/>
            <pc:sldMk cId="0" sldId="261"/>
            <ac:spMk id="526" creationId="{00000000-0000-0000-0000-000000000000}"/>
          </ac:spMkLst>
        </pc:spChg>
      </pc:sldChg>
      <pc:sldChg chg="mod modShow modNotes">
        <pc:chgData name="Yorbis Daniel Alarcon Rojas" userId="63682936-cb84-4b7a-8921-fced9b005de5" providerId="ADAL" clId="{445EFF98-CF8F-4C84-88F0-82B4A7246BAB}" dt="2025-06-30T02:53:24.553" v="2448" actId="729"/>
        <pc:sldMkLst>
          <pc:docMk/>
          <pc:sldMk cId="0" sldId="262"/>
        </pc:sldMkLst>
      </pc:sldChg>
      <pc:sldChg chg="mod modShow modNotes">
        <pc:chgData name="Yorbis Daniel Alarcon Rojas" userId="63682936-cb84-4b7a-8921-fced9b005de5" providerId="ADAL" clId="{445EFF98-CF8F-4C84-88F0-82B4A7246BAB}" dt="2025-06-30T02:53:24.553" v="2448" actId="729"/>
        <pc:sldMkLst>
          <pc:docMk/>
          <pc:sldMk cId="0" sldId="263"/>
        </pc:sldMkLst>
      </pc:sldChg>
      <pc:sldChg chg="mod modShow modNotes">
        <pc:chgData name="Yorbis Daniel Alarcon Rojas" userId="63682936-cb84-4b7a-8921-fced9b005de5" providerId="ADAL" clId="{445EFF98-CF8F-4C84-88F0-82B4A7246BAB}" dt="2025-06-30T02:53:24.553" v="2448" actId="729"/>
        <pc:sldMkLst>
          <pc:docMk/>
          <pc:sldMk cId="0" sldId="264"/>
        </pc:sldMkLst>
      </pc:sldChg>
      <pc:sldChg chg="mod modShow modNotes">
        <pc:chgData name="Yorbis Daniel Alarcon Rojas" userId="63682936-cb84-4b7a-8921-fced9b005de5" providerId="ADAL" clId="{445EFF98-CF8F-4C84-88F0-82B4A7246BAB}" dt="2025-06-30T02:53:24.553" v="2448" actId="729"/>
        <pc:sldMkLst>
          <pc:docMk/>
          <pc:sldMk cId="0" sldId="265"/>
        </pc:sldMkLst>
      </pc:sldChg>
      <pc:sldChg chg="mod modShow modNotes">
        <pc:chgData name="Yorbis Daniel Alarcon Rojas" userId="63682936-cb84-4b7a-8921-fced9b005de5" providerId="ADAL" clId="{445EFF98-CF8F-4C84-88F0-82B4A7246BAB}" dt="2025-06-30T02:53:24.553" v="2448" actId="729"/>
        <pc:sldMkLst>
          <pc:docMk/>
          <pc:sldMk cId="0" sldId="266"/>
        </pc:sldMkLst>
      </pc:sldChg>
      <pc:sldChg chg="mod modShow modNotes">
        <pc:chgData name="Yorbis Daniel Alarcon Rojas" userId="63682936-cb84-4b7a-8921-fced9b005de5" providerId="ADAL" clId="{445EFF98-CF8F-4C84-88F0-82B4A7246BAB}" dt="2025-06-30T02:53:24.553" v="2448" actId="729"/>
        <pc:sldMkLst>
          <pc:docMk/>
          <pc:sldMk cId="0" sldId="267"/>
        </pc:sldMkLst>
      </pc:sldChg>
      <pc:sldChg chg="mod modShow modNotes">
        <pc:chgData name="Yorbis Daniel Alarcon Rojas" userId="63682936-cb84-4b7a-8921-fced9b005de5" providerId="ADAL" clId="{445EFF98-CF8F-4C84-88F0-82B4A7246BAB}" dt="2025-06-30T02:53:24.553" v="2448" actId="729"/>
        <pc:sldMkLst>
          <pc:docMk/>
          <pc:sldMk cId="0" sldId="268"/>
        </pc:sldMkLst>
      </pc:sldChg>
      <pc:sldChg chg="mod modShow modNotes">
        <pc:chgData name="Yorbis Daniel Alarcon Rojas" userId="63682936-cb84-4b7a-8921-fced9b005de5" providerId="ADAL" clId="{445EFF98-CF8F-4C84-88F0-82B4A7246BAB}" dt="2025-06-30T02:53:24.553" v="2448" actId="729"/>
        <pc:sldMkLst>
          <pc:docMk/>
          <pc:sldMk cId="0" sldId="269"/>
        </pc:sldMkLst>
      </pc:sldChg>
      <pc:sldChg chg="mod modShow modNotes">
        <pc:chgData name="Yorbis Daniel Alarcon Rojas" userId="63682936-cb84-4b7a-8921-fced9b005de5" providerId="ADAL" clId="{445EFF98-CF8F-4C84-88F0-82B4A7246BAB}" dt="2025-06-30T02:53:24.553" v="2448" actId="729"/>
        <pc:sldMkLst>
          <pc:docMk/>
          <pc:sldMk cId="0" sldId="270"/>
        </pc:sldMkLst>
      </pc:sldChg>
      <pc:sldChg chg="mod modShow modNotes">
        <pc:chgData name="Yorbis Daniel Alarcon Rojas" userId="63682936-cb84-4b7a-8921-fced9b005de5" providerId="ADAL" clId="{445EFF98-CF8F-4C84-88F0-82B4A7246BAB}" dt="2025-06-30T02:53:24.553" v="2448" actId="729"/>
        <pc:sldMkLst>
          <pc:docMk/>
          <pc:sldMk cId="0" sldId="271"/>
        </pc:sldMkLst>
      </pc:sldChg>
      <pc:sldChg chg="mod modShow modNotes">
        <pc:chgData name="Yorbis Daniel Alarcon Rojas" userId="63682936-cb84-4b7a-8921-fced9b005de5" providerId="ADAL" clId="{445EFF98-CF8F-4C84-88F0-82B4A7246BAB}" dt="2025-06-30T02:53:24.553" v="2448" actId="729"/>
        <pc:sldMkLst>
          <pc:docMk/>
          <pc:sldMk cId="0" sldId="272"/>
        </pc:sldMkLst>
      </pc:sldChg>
      <pc:sldChg chg="mod modShow">
        <pc:chgData name="Yorbis Daniel Alarcon Rojas" userId="63682936-cb84-4b7a-8921-fced9b005de5" providerId="ADAL" clId="{445EFF98-CF8F-4C84-88F0-82B4A7246BAB}" dt="2025-06-30T02:53:24.553" v="2448" actId="729"/>
        <pc:sldMkLst>
          <pc:docMk/>
          <pc:sldMk cId="0" sldId="273"/>
        </pc:sldMkLst>
      </pc:sldChg>
      <pc:sldChg chg="modSp mod ord modShow modNotes">
        <pc:chgData name="Yorbis Daniel Alarcon Rojas" userId="63682936-cb84-4b7a-8921-fced9b005de5" providerId="ADAL" clId="{445EFF98-CF8F-4C84-88F0-82B4A7246BAB}" dt="2025-07-06T06:56:50.039" v="2655" actId="14100"/>
        <pc:sldMkLst>
          <pc:docMk/>
          <pc:sldMk cId="0" sldId="274"/>
        </pc:sldMkLst>
        <pc:spChg chg="mod">
          <ac:chgData name="Yorbis Daniel Alarcon Rojas" userId="63682936-cb84-4b7a-8921-fced9b005de5" providerId="ADAL" clId="{445EFF98-CF8F-4C84-88F0-82B4A7246BAB}" dt="2025-07-06T06:40:15.082" v="2509"/>
          <ac:spMkLst>
            <pc:docMk/>
            <pc:sldMk cId="0" sldId="274"/>
            <ac:spMk id="929" creationId="{00000000-0000-0000-0000-000000000000}"/>
          </ac:spMkLst>
        </pc:spChg>
        <pc:spChg chg="mod">
          <ac:chgData name="Yorbis Daniel Alarcon Rojas" userId="63682936-cb84-4b7a-8921-fced9b005de5" providerId="ADAL" clId="{445EFF98-CF8F-4C84-88F0-82B4A7246BAB}" dt="2025-07-06T06:40:33.066" v="2512" actId="14100"/>
          <ac:spMkLst>
            <pc:docMk/>
            <pc:sldMk cId="0" sldId="274"/>
            <ac:spMk id="930" creationId="{00000000-0000-0000-0000-000000000000}"/>
          </ac:spMkLst>
        </pc:spChg>
        <pc:spChg chg="mod">
          <ac:chgData name="Yorbis Daniel Alarcon Rojas" userId="63682936-cb84-4b7a-8921-fced9b005de5" providerId="ADAL" clId="{445EFF98-CF8F-4C84-88F0-82B4A7246BAB}" dt="2025-07-06T06:42:07.583" v="2528"/>
          <ac:spMkLst>
            <pc:docMk/>
            <pc:sldMk cId="0" sldId="274"/>
            <ac:spMk id="931" creationId="{00000000-0000-0000-0000-000000000000}"/>
          </ac:spMkLst>
        </pc:spChg>
        <pc:spChg chg="mod">
          <ac:chgData name="Yorbis Daniel Alarcon Rojas" userId="63682936-cb84-4b7a-8921-fced9b005de5" providerId="ADAL" clId="{445EFF98-CF8F-4C84-88F0-82B4A7246BAB}" dt="2025-07-06T06:42:26.725" v="2533" actId="20577"/>
          <ac:spMkLst>
            <pc:docMk/>
            <pc:sldMk cId="0" sldId="274"/>
            <ac:spMk id="932" creationId="{00000000-0000-0000-0000-000000000000}"/>
          </ac:spMkLst>
        </pc:spChg>
        <pc:spChg chg="mod">
          <ac:chgData name="Yorbis Daniel Alarcon Rojas" userId="63682936-cb84-4b7a-8921-fced9b005de5" providerId="ADAL" clId="{445EFF98-CF8F-4C84-88F0-82B4A7246BAB}" dt="2025-07-06T06:42:23.297" v="2531" actId="20577"/>
          <ac:spMkLst>
            <pc:docMk/>
            <pc:sldMk cId="0" sldId="274"/>
            <ac:spMk id="933" creationId="{00000000-0000-0000-0000-000000000000}"/>
          </ac:spMkLst>
        </pc:spChg>
        <pc:spChg chg="mod">
          <ac:chgData name="Yorbis Daniel Alarcon Rojas" userId="63682936-cb84-4b7a-8921-fced9b005de5" providerId="ADAL" clId="{445EFF98-CF8F-4C84-88F0-82B4A7246BAB}" dt="2025-07-06T06:41:05.161" v="2517" actId="404"/>
          <ac:spMkLst>
            <pc:docMk/>
            <pc:sldMk cId="0" sldId="274"/>
            <ac:spMk id="935" creationId="{00000000-0000-0000-0000-000000000000}"/>
          </ac:spMkLst>
        </pc:spChg>
        <pc:spChg chg="mod">
          <ac:chgData name="Yorbis Daniel Alarcon Rojas" userId="63682936-cb84-4b7a-8921-fced9b005de5" providerId="ADAL" clId="{445EFF98-CF8F-4C84-88F0-82B4A7246BAB}" dt="2025-07-06T06:56:50.039" v="2655" actId="14100"/>
          <ac:spMkLst>
            <pc:docMk/>
            <pc:sldMk cId="0" sldId="274"/>
            <ac:spMk id="937" creationId="{00000000-0000-0000-0000-000000000000}"/>
          </ac:spMkLst>
        </pc:spChg>
        <pc:spChg chg="mod">
          <ac:chgData name="Yorbis Daniel Alarcon Rojas" userId="63682936-cb84-4b7a-8921-fced9b005de5" providerId="ADAL" clId="{445EFF98-CF8F-4C84-88F0-82B4A7246BAB}" dt="2025-07-06T06:41:39.241" v="2525" actId="404"/>
          <ac:spMkLst>
            <pc:docMk/>
            <pc:sldMk cId="0" sldId="274"/>
            <ac:spMk id="939" creationId="{00000000-0000-0000-0000-000000000000}"/>
          </ac:spMkLst>
        </pc:spChg>
        <pc:cxnChg chg="mod">
          <ac:chgData name="Yorbis Daniel Alarcon Rojas" userId="63682936-cb84-4b7a-8921-fced9b005de5" providerId="ADAL" clId="{445EFF98-CF8F-4C84-88F0-82B4A7246BAB}" dt="2025-07-06T06:40:33.066" v="2512" actId="14100"/>
          <ac:cxnSpMkLst>
            <pc:docMk/>
            <pc:sldMk cId="0" sldId="274"/>
            <ac:cxnSpMk id="934" creationId="{00000000-0000-0000-0000-000000000000}"/>
          </ac:cxnSpMkLst>
        </pc:cxnChg>
        <pc:cxnChg chg="mod">
          <ac:chgData name="Yorbis Daniel Alarcon Rojas" userId="63682936-cb84-4b7a-8921-fced9b005de5" providerId="ADAL" clId="{445EFF98-CF8F-4C84-88F0-82B4A7246BAB}" dt="2025-07-06T06:56:50.039" v="2655" actId="14100"/>
          <ac:cxnSpMkLst>
            <pc:docMk/>
            <pc:sldMk cId="0" sldId="274"/>
            <ac:cxnSpMk id="936" creationId="{00000000-0000-0000-0000-000000000000}"/>
          </ac:cxnSpMkLst>
        </pc:cxnChg>
        <pc:cxnChg chg="mod">
          <ac:chgData name="Yorbis Daniel Alarcon Rojas" userId="63682936-cb84-4b7a-8921-fced9b005de5" providerId="ADAL" clId="{445EFF98-CF8F-4C84-88F0-82B4A7246BAB}" dt="2025-07-06T06:40:33.066" v="2512" actId="14100"/>
          <ac:cxnSpMkLst>
            <pc:docMk/>
            <pc:sldMk cId="0" sldId="274"/>
            <ac:cxnSpMk id="938" creationId="{00000000-0000-0000-0000-000000000000}"/>
          </ac:cxnSpMkLst>
        </pc:cxnChg>
      </pc:sldChg>
      <pc:sldChg chg="mod modShow modNotes">
        <pc:chgData name="Yorbis Daniel Alarcon Rojas" userId="63682936-cb84-4b7a-8921-fced9b005de5" providerId="ADAL" clId="{445EFF98-CF8F-4C84-88F0-82B4A7246BAB}" dt="2025-06-30T02:53:24.553" v="2448" actId="729"/>
        <pc:sldMkLst>
          <pc:docMk/>
          <pc:sldMk cId="0" sldId="275"/>
        </pc:sldMkLst>
      </pc:sldChg>
      <pc:sldChg chg="mod modShow modNotes">
        <pc:chgData name="Yorbis Daniel Alarcon Rojas" userId="63682936-cb84-4b7a-8921-fced9b005de5" providerId="ADAL" clId="{445EFF98-CF8F-4C84-88F0-82B4A7246BAB}" dt="2025-06-30T02:53:24.553" v="2448" actId="729"/>
        <pc:sldMkLst>
          <pc:docMk/>
          <pc:sldMk cId="0" sldId="276"/>
        </pc:sldMkLst>
      </pc:sldChg>
      <pc:sldChg chg="mod modShow">
        <pc:chgData name="Yorbis Daniel Alarcon Rojas" userId="63682936-cb84-4b7a-8921-fced9b005de5" providerId="ADAL" clId="{445EFF98-CF8F-4C84-88F0-82B4A7246BAB}" dt="2025-06-30T02:53:24.553" v="2448" actId="729"/>
        <pc:sldMkLst>
          <pc:docMk/>
          <pc:sldMk cId="0" sldId="277"/>
        </pc:sldMkLst>
      </pc:sldChg>
      <pc:sldChg chg="mod modShow modNotes">
        <pc:chgData name="Yorbis Daniel Alarcon Rojas" userId="63682936-cb84-4b7a-8921-fced9b005de5" providerId="ADAL" clId="{445EFF98-CF8F-4C84-88F0-82B4A7246BAB}" dt="2025-06-30T02:53:24.553" v="2448" actId="729"/>
        <pc:sldMkLst>
          <pc:docMk/>
          <pc:sldMk cId="0" sldId="278"/>
        </pc:sldMkLst>
      </pc:sldChg>
      <pc:sldChg chg="mod modShow modNotes">
        <pc:chgData name="Yorbis Daniel Alarcon Rojas" userId="63682936-cb84-4b7a-8921-fced9b005de5" providerId="ADAL" clId="{445EFF98-CF8F-4C84-88F0-82B4A7246BAB}" dt="2025-06-30T02:53:24.553" v="2448" actId="729"/>
        <pc:sldMkLst>
          <pc:docMk/>
          <pc:sldMk cId="0" sldId="279"/>
        </pc:sldMkLst>
      </pc:sldChg>
      <pc:sldChg chg="mod modShow modNotes">
        <pc:chgData name="Yorbis Daniel Alarcon Rojas" userId="63682936-cb84-4b7a-8921-fced9b005de5" providerId="ADAL" clId="{445EFF98-CF8F-4C84-88F0-82B4A7246BAB}" dt="2025-06-30T02:53:24.553" v="2448" actId="729"/>
        <pc:sldMkLst>
          <pc:docMk/>
          <pc:sldMk cId="0" sldId="280"/>
        </pc:sldMkLst>
      </pc:sldChg>
      <pc:sldChg chg="mod modShow modNotes">
        <pc:chgData name="Yorbis Daniel Alarcon Rojas" userId="63682936-cb84-4b7a-8921-fced9b005de5" providerId="ADAL" clId="{445EFF98-CF8F-4C84-88F0-82B4A7246BAB}" dt="2025-06-30T02:53:24.553" v="2448" actId="729"/>
        <pc:sldMkLst>
          <pc:docMk/>
          <pc:sldMk cId="0" sldId="281"/>
        </pc:sldMkLst>
      </pc:sldChg>
      <pc:sldChg chg="mod modShow modNotes">
        <pc:chgData name="Yorbis Daniel Alarcon Rojas" userId="63682936-cb84-4b7a-8921-fced9b005de5" providerId="ADAL" clId="{445EFF98-CF8F-4C84-88F0-82B4A7246BAB}" dt="2025-06-30T02:53:24.553" v="2448" actId="729"/>
        <pc:sldMkLst>
          <pc:docMk/>
          <pc:sldMk cId="0" sldId="282"/>
        </pc:sldMkLst>
      </pc:sldChg>
      <pc:sldChg chg="addSp delSp modSp mod modShow">
        <pc:chgData name="Yorbis Daniel Alarcon Rojas" userId="63682936-cb84-4b7a-8921-fced9b005de5" providerId="ADAL" clId="{445EFF98-CF8F-4C84-88F0-82B4A7246BAB}" dt="2025-06-30T02:53:24.553" v="2448" actId="729"/>
        <pc:sldMkLst>
          <pc:docMk/>
          <pc:sldMk cId="0" sldId="283"/>
        </pc:sldMkLst>
      </pc:sldChg>
      <pc:sldChg chg="mod modShow modNotes">
        <pc:chgData name="Yorbis Daniel Alarcon Rojas" userId="63682936-cb84-4b7a-8921-fced9b005de5" providerId="ADAL" clId="{445EFF98-CF8F-4C84-88F0-82B4A7246BAB}" dt="2025-06-30T02:53:24.553" v="2448" actId="729"/>
        <pc:sldMkLst>
          <pc:docMk/>
          <pc:sldMk cId="0" sldId="284"/>
        </pc:sldMkLst>
      </pc:sldChg>
      <pc:sldChg chg="mod modShow modNotes">
        <pc:chgData name="Yorbis Daniel Alarcon Rojas" userId="63682936-cb84-4b7a-8921-fced9b005de5" providerId="ADAL" clId="{445EFF98-CF8F-4C84-88F0-82B4A7246BAB}" dt="2025-06-30T02:53:24.553" v="2448" actId="729"/>
        <pc:sldMkLst>
          <pc:docMk/>
          <pc:sldMk cId="0" sldId="285"/>
        </pc:sldMkLst>
      </pc:sldChg>
      <pc:sldChg chg="mod modShow modNotes">
        <pc:chgData name="Yorbis Daniel Alarcon Rojas" userId="63682936-cb84-4b7a-8921-fced9b005de5" providerId="ADAL" clId="{445EFF98-CF8F-4C84-88F0-82B4A7246BAB}" dt="2025-06-30T02:53:24.553" v="2448" actId="729"/>
        <pc:sldMkLst>
          <pc:docMk/>
          <pc:sldMk cId="0" sldId="286"/>
        </pc:sldMkLst>
      </pc:sldChg>
      <pc:sldChg chg="mod modShow modNotes">
        <pc:chgData name="Yorbis Daniel Alarcon Rojas" userId="63682936-cb84-4b7a-8921-fced9b005de5" providerId="ADAL" clId="{445EFF98-CF8F-4C84-88F0-82B4A7246BAB}" dt="2025-06-30T02:53:24.553" v="2448" actId="729"/>
        <pc:sldMkLst>
          <pc:docMk/>
          <pc:sldMk cId="0" sldId="287"/>
        </pc:sldMkLst>
      </pc:sldChg>
      <pc:sldChg chg="mod modShow modNotes">
        <pc:chgData name="Yorbis Daniel Alarcon Rojas" userId="63682936-cb84-4b7a-8921-fced9b005de5" providerId="ADAL" clId="{445EFF98-CF8F-4C84-88F0-82B4A7246BAB}" dt="2025-06-30T02:53:24.553" v="2448" actId="729"/>
        <pc:sldMkLst>
          <pc:docMk/>
          <pc:sldMk cId="0" sldId="288"/>
        </pc:sldMkLst>
      </pc:sldChg>
      <pc:sldChg chg="mod setBg modShow modNotes">
        <pc:chgData name="Yorbis Daniel Alarcon Rojas" userId="63682936-cb84-4b7a-8921-fced9b005de5" providerId="ADAL" clId="{445EFF98-CF8F-4C84-88F0-82B4A7246BAB}" dt="2025-06-30T02:53:24.553" v="2448" actId="729"/>
        <pc:sldMkLst>
          <pc:docMk/>
          <pc:sldMk cId="0" sldId="289"/>
        </pc:sldMkLst>
      </pc:sldChg>
      <pc:sldChg chg="mod setBg modShow modNotes">
        <pc:chgData name="Yorbis Daniel Alarcon Rojas" userId="63682936-cb84-4b7a-8921-fced9b005de5" providerId="ADAL" clId="{445EFF98-CF8F-4C84-88F0-82B4A7246BAB}" dt="2025-06-30T02:53:24.553" v="2448" actId="729"/>
        <pc:sldMkLst>
          <pc:docMk/>
          <pc:sldMk cId="0" sldId="290"/>
        </pc:sldMkLst>
      </pc:sldChg>
      <pc:sldChg chg="mod setBg modShow modNotes">
        <pc:chgData name="Yorbis Daniel Alarcon Rojas" userId="63682936-cb84-4b7a-8921-fced9b005de5" providerId="ADAL" clId="{445EFF98-CF8F-4C84-88F0-82B4A7246BAB}" dt="2025-06-30T02:53:24.553" v="2448" actId="729"/>
        <pc:sldMkLst>
          <pc:docMk/>
          <pc:sldMk cId="0" sldId="291"/>
        </pc:sldMkLst>
      </pc:sldChg>
      <pc:sldChg chg="mod setBg modShow modNotes">
        <pc:chgData name="Yorbis Daniel Alarcon Rojas" userId="63682936-cb84-4b7a-8921-fced9b005de5" providerId="ADAL" clId="{445EFF98-CF8F-4C84-88F0-82B4A7246BAB}" dt="2025-06-30T02:53:24.553" v="2448" actId="729"/>
        <pc:sldMkLst>
          <pc:docMk/>
          <pc:sldMk cId="0" sldId="292"/>
        </pc:sldMkLst>
      </pc:sldChg>
      <pc:sldChg chg="mod setBg modShow modNotes">
        <pc:chgData name="Yorbis Daniel Alarcon Rojas" userId="63682936-cb84-4b7a-8921-fced9b005de5" providerId="ADAL" clId="{445EFF98-CF8F-4C84-88F0-82B4A7246BAB}" dt="2025-06-30T02:53:24.553" v="2448" actId="729"/>
        <pc:sldMkLst>
          <pc:docMk/>
          <pc:sldMk cId="0" sldId="293"/>
        </pc:sldMkLst>
      </pc:sldChg>
      <pc:sldChg chg="mod modShow modNotes">
        <pc:chgData name="Yorbis Daniel Alarcon Rojas" userId="63682936-cb84-4b7a-8921-fced9b005de5" providerId="ADAL" clId="{445EFF98-CF8F-4C84-88F0-82B4A7246BAB}" dt="2025-06-30T02:53:24.553" v="2448" actId="729"/>
        <pc:sldMkLst>
          <pc:docMk/>
          <pc:sldMk cId="0" sldId="294"/>
        </pc:sldMkLst>
      </pc:sldChg>
      <pc:sldChg chg="modSp mod modShow modNotes">
        <pc:chgData name="Yorbis Daniel Alarcon Rojas" userId="63682936-cb84-4b7a-8921-fced9b005de5" providerId="ADAL" clId="{445EFF98-CF8F-4C84-88F0-82B4A7246BAB}" dt="2025-06-30T02:53:24.553" v="2448" actId="729"/>
        <pc:sldMkLst>
          <pc:docMk/>
          <pc:sldMk cId="0" sldId="295"/>
        </pc:sldMkLst>
      </pc:sldChg>
      <pc:sldChg chg="mod modShow">
        <pc:chgData name="Yorbis Daniel Alarcon Rojas" userId="63682936-cb84-4b7a-8921-fced9b005de5" providerId="ADAL" clId="{445EFF98-CF8F-4C84-88F0-82B4A7246BAB}" dt="2025-06-30T02:53:24.553" v="2448" actId="729"/>
        <pc:sldMkLst>
          <pc:docMk/>
          <pc:sldMk cId="0" sldId="296"/>
        </pc:sldMkLst>
      </pc:sldChg>
      <pc:sldChg chg="mod modShow modNotes">
        <pc:chgData name="Yorbis Daniel Alarcon Rojas" userId="63682936-cb84-4b7a-8921-fced9b005de5" providerId="ADAL" clId="{445EFF98-CF8F-4C84-88F0-82B4A7246BAB}" dt="2025-06-30T02:53:24.553" v="2448" actId="729"/>
        <pc:sldMkLst>
          <pc:docMk/>
          <pc:sldMk cId="0" sldId="297"/>
        </pc:sldMkLst>
      </pc:sldChg>
      <pc:sldChg chg="mod modShow modNotes">
        <pc:chgData name="Yorbis Daniel Alarcon Rojas" userId="63682936-cb84-4b7a-8921-fced9b005de5" providerId="ADAL" clId="{445EFF98-CF8F-4C84-88F0-82B4A7246BAB}" dt="2025-06-30T02:53:24.553" v="2448" actId="729"/>
        <pc:sldMkLst>
          <pc:docMk/>
          <pc:sldMk cId="0" sldId="298"/>
        </pc:sldMkLst>
      </pc:sldChg>
      <pc:sldChg chg="mod setBg modShow modNotes">
        <pc:chgData name="Yorbis Daniel Alarcon Rojas" userId="63682936-cb84-4b7a-8921-fced9b005de5" providerId="ADAL" clId="{445EFF98-CF8F-4C84-88F0-82B4A7246BAB}" dt="2025-06-30T02:53:24.553" v="2448" actId="729"/>
        <pc:sldMkLst>
          <pc:docMk/>
          <pc:sldMk cId="0" sldId="299"/>
        </pc:sldMkLst>
      </pc:sldChg>
      <pc:sldChg chg="mod setBg modShow modNotes">
        <pc:chgData name="Yorbis Daniel Alarcon Rojas" userId="63682936-cb84-4b7a-8921-fced9b005de5" providerId="ADAL" clId="{445EFF98-CF8F-4C84-88F0-82B4A7246BAB}" dt="2025-06-30T02:53:24.553" v="2448" actId="729"/>
        <pc:sldMkLst>
          <pc:docMk/>
          <pc:sldMk cId="0" sldId="300"/>
        </pc:sldMkLst>
      </pc:sldChg>
      <pc:sldChg chg="mod setBg modShow modNotes">
        <pc:chgData name="Yorbis Daniel Alarcon Rojas" userId="63682936-cb84-4b7a-8921-fced9b005de5" providerId="ADAL" clId="{445EFF98-CF8F-4C84-88F0-82B4A7246BAB}" dt="2025-06-30T02:53:24.553" v="2448" actId="729"/>
        <pc:sldMkLst>
          <pc:docMk/>
          <pc:sldMk cId="0" sldId="301"/>
        </pc:sldMkLst>
      </pc:sldChg>
      <pc:sldChg chg="mod setBg modShow modNotes">
        <pc:chgData name="Yorbis Daniel Alarcon Rojas" userId="63682936-cb84-4b7a-8921-fced9b005de5" providerId="ADAL" clId="{445EFF98-CF8F-4C84-88F0-82B4A7246BAB}" dt="2025-06-30T02:53:24.553" v="2448" actId="729"/>
        <pc:sldMkLst>
          <pc:docMk/>
          <pc:sldMk cId="0" sldId="302"/>
        </pc:sldMkLst>
      </pc:sldChg>
      <pc:sldChg chg="mod setBg modShow modNotes">
        <pc:chgData name="Yorbis Daniel Alarcon Rojas" userId="63682936-cb84-4b7a-8921-fced9b005de5" providerId="ADAL" clId="{445EFF98-CF8F-4C84-88F0-82B4A7246BAB}" dt="2025-06-30T02:53:24.553" v="2448" actId="729"/>
        <pc:sldMkLst>
          <pc:docMk/>
          <pc:sldMk cId="0" sldId="303"/>
        </pc:sldMkLst>
      </pc:sldChg>
      <pc:sldChg chg="mod setBg modShow modNotes">
        <pc:chgData name="Yorbis Daniel Alarcon Rojas" userId="63682936-cb84-4b7a-8921-fced9b005de5" providerId="ADAL" clId="{445EFF98-CF8F-4C84-88F0-82B4A7246BAB}" dt="2025-06-30T02:53:24.553" v="2448" actId="729"/>
        <pc:sldMkLst>
          <pc:docMk/>
          <pc:sldMk cId="0" sldId="304"/>
        </pc:sldMkLst>
      </pc:sldChg>
      <pc:sldChg chg="mod setBg modShow modNotes">
        <pc:chgData name="Yorbis Daniel Alarcon Rojas" userId="63682936-cb84-4b7a-8921-fced9b005de5" providerId="ADAL" clId="{445EFF98-CF8F-4C84-88F0-82B4A7246BAB}" dt="2025-06-30T02:53:24.553" v="2448" actId="729"/>
        <pc:sldMkLst>
          <pc:docMk/>
          <pc:sldMk cId="0" sldId="305"/>
        </pc:sldMkLst>
      </pc:sldChg>
      <pc:sldChg chg="mod setBg modShow modNotes">
        <pc:chgData name="Yorbis Daniel Alarcon Rojas" userId="63682936-cb84-4b7a-8921-fced9b005de5" providerId="ADAL" clId="{445EFF98-CF8F-4C84-88F0-82B4A7246BAB}" dt="2025-06-30T02:53:24.553" v="2448" actId="729"/>
        <pc:sldMkLst>
          <pc:docMk/>
          <pc:sldMk cId="0" sldId="306"/>
        </pc:sldMkLst>
      </pc:sldChg>
      <pc:sldChg chg="modSp add mod ord modNotes">
        <pc:chgData name="Yorbis Daniel Alarcon Rojas" userId="63682936-cb84-4b7a-8921-fced9b005de5" providerId="ADAL" clId="{445EFF98-CF8F-4C84-88F0-82B4A7246BAB}" dt="2025-06-30T02:53:38.864" v="2449" actId="242"/>
        <pc:sldMkLst>
          <pc:docMk/>
          <pc:sldMk cId="228909070" sldId="307"/>
        </pc:sldMkLst>
        <pc:spChg chg="mod">
          <ac:chgData name="Yorbis Daniel Alarcon Rojas" userId="63682936-cb84-4b7a-8921-fced9b005de5" providerId="ADAL" clId="{445EFF98-CF8F-4C84-88F0-82B4A7246BAB}" dt="2025-06-30T02:53:38.864" v="2449" actId="242"/>
          <ac:spMkLst>
            <pc:docMk/>
            <pc:sldMk cId="228909070" sldId="307"/>
            <ac:spMk id="825" creationId="{33A1911D-DCC8-AB8C-92E6-FF04287ADE14}"/>
          </ac:spMkLst>
        </pc:spChg>
      </pc:sldChg>
      <pc:sldChg chg="add del">
        <pc:chgData name="Yorbis Daniel Alarcon Rojas" userId="63682936-cb84-4b7a-8921-fced9b005de5" providerId="ADAL" clId="{445EFF98-CF8F-4C84-88F0-82B4A7246BAB}" dt="2025-06-30T01:25:19.194" v="331"/>
        <pc:sldMkLst>
          <pc:docMk/>
          <pc:sldMk cId="348830466" sldId="308"/>
        </pc:sldMkLst>
      </pc:sldChg>
      <pc:sldChg chg="addSp delSp modSp add mod">
        <pc:chgData name="Yorbis Daniel Alarcon Rojas" userId="63682936-cb84-4b7a-8921-fced9b005de5" providerId="ADAL" clId="{445EFF98-CF8F-4C84-88F0-82B4A7246BAB}" dt="2025-06-30T02:17:29.456" v="1691"/>
        <pc:sldMkLst>
          <pc:docMk/>
          <pc:sldMk cId="3379965524" sldId="308"/>
        </pc:sldMkLst>
        <pc:spChg chg="add mod">
          <ac:chgData name="Yorbis Daniel Alarcon Rojas" userId="63682936-cb84-4b7a-8921-fced9b005de5" providerId="ADAL" clId="{445EFF98-CF8F-4C84-88F0-82B4A7246BAB}" dt="2025-06-30T01:29:05.446" v="387" actId="1076"/>
          <ac:spMkLst>
            <pc:docMk/>
            <pc:sldMk cId="3379965524" sldId="308"/>
            <ac:spMk id="3" creationId="{3C9A77B7-57E7-80C2-98E3-06FBB499AFBA}"/>
          </ac:spMkLst>
        </pc:spChg>
        <pc:spChg chg="mod">
          <ac:chgData name="Yorbis Daniel Alarcon Rojas" userId="63682936-cb84-4b7a-8921-fced9b005de5" providerId="ADAL" clId="{445EFF98-CF8F-4C84-88F0-82B4A7246BAB}" dt="2025-06-30T01:45:36.656" v="751" actId="1035"/>
          <ac:spMkLst>
            <pc:docMk/>
            <pc:sldMk cId="3379965524" sldId="308"/>
            <ac:spMk id="809" creationId="{0DBCAF18-5A24-4149-2045-4D02DF5AD251}"/>
          </ac:spMkLst>
        </pc:spChg>
        <pc:picChg chg="add mod">
          <ac:chgData name="Yorbis Daniel Alarcon Rojas" userId="63682936-cb84-4b7a-8921-fced9b005de5" providerId="ADAL" clId="{445EFF98-CF8F-4C84-88F0-82B4A7246BAB}" dt="2025-06-30T02:17:29.456" v="1691"/>
          <ac:picMkLst>
            <pc:docMk/>
            <pc:sldMk cId="3379965524" sldId="308"/>
            <ac:picMk id="11" creationId="{3B90E98C-6C1C-6390-7302-BBD802F585CB}"/>
          </ac:picMkLst>
        </pc:picChg>
      </pc:sldChg>
      <pc:sldChg chg="modSp add mod modShow modNotes">
        <pc:chgData name="Yorbis Daniel Alarcon Rojas" userId="63682936-cb84-4b7a-8921-fced9b005de5" providerId="ADAL" clId="{445EFF98-CF8F-4C84-88F0-82B4A7246BAB}" dt="2025-06-30T02:53:24.553" v="2448" actId="729"/>
        <pc:sldMkLst>
          <pc:docMk/>
          <pc:sldMk cId="779814795" sldId="309"/>
        </pc:sldMkLst>
        <pc:spChg chg="mod">
          <ac:chgData name="Yorbis Daniel Alarcon Rojas" userId="63682936-cb84-4b7a-8921-fced9b005de5" providerId="ADAL" clId="{445EFF98-CF8F-4C84-88F0-82B4A7246BAB}" dt="2025-06-30T02:27:15.565" v="1767"/>
          <ac:spMkLst>
            <pc:docMk/>
            <pc:sldMk cId="779814795" sldId="309"/>
            <ac:spMk id="632" creationId="{57F51752-34BC-0B5B-2902-A42B988AA384}"/>
          </ac:spMkLst>
        </pc:spChg>
      </pc:sldChg>
      <pc:sldChg chg="addSp delSp modSp add mod modNotes">
        <pc:chgData name="Yorbis Daniel Alarcon Rojas" userId="63682936-cb84-4b7a-8921-fced9b005de5" providerId="ADAL" clId="{445EFF98-CF8F-4C84-88F0-82B4A7246BAB}" dt="2025-07-06T06:27:06.331" v="2482"/>
        <pc:sldMkLst>
          <pc:docMk/>
          <pc:sldMk cId="3835726452" sldId="310"/>
        </pc:sldMkLst>
        <pc:spChg chg="add mod">
          <ac:chgData name="Yorbis Daniel Alarcon Rojas" userId="63682936-cb84-4b7a-8921-fced9b005de5" providerId="ADAL" clId="{445EFF98-CF8F-4C84-88F0-82B4A7246BAB}" dt="2025-06-30T01:49:00.048" v="776" actId="20577"/>
          <ac:spMkLst>
            <pc:docMk/>
            <pc:sldMk cId="3835726452" sldId="310"/>
            <ac:spMk id="3" creationId="{8B7F85A6-D357-6EB0-2271-77D8CF2204BD}"/>
          </ac:spMkLst>
        </pc:spChg>
        <pc:spChg chg="mod">
          <ac:chgData name="Yorbis Daniel Alarcon Rojas" userId="63682936-cb84-4b7a-8921-fced9b005de5" providerId="ADAL" clId="{445EFF98-CF8F-4C84-88F0-82B4A7246BAB}" dt="2025-07-06T06:26:13.708" v="2478" actId="1035"/>
          <ac:spMkLst>
            <pc:docMk/>
            <pc:sldMk cId="3835726452" sldId="310"/>
            <ac:spMk id="660" creationId="{B71A5095-76DC-E2D6-C1C1-838503E9B8E9}"/>
          </ac:spMkLst>
        </pc:spChg>
        <pc:spChg chg="mod">
          <ac:chgData name="Yorbis Daniel Alarcon Rojas" userId="63682936-cb84-4b7a-8921-fced9b005de5" providerId="ADAL" clId="{445EFF98-CF8F-4C84-88F0-82B4A7246BAB}" dt="2025-07-06T06:26:13.708" v="2478" actId="1035"/>
          <ac:spMkLst>
            <pc:docMk/>
            <pc:sldMk cId="3835726452" sldId="310"/>
            <ac:spMk id="663" creationId="{661C8FEC-DA54-C126-622B-036913B3ECC8}"/>
          </ac:spMkLst>
        </pc:spChg>
        <pc:spChg chg="mod">
          <ac:chgData name="Yorbis Daniel Alarcon Rojas" userId="63682936-cb84-4b7a-8921-fced9b005de5" providerId="ADAL" clId="{445EFF98-CF8F-4C84-88F0-82B4A7246BAB}" dt="2025-06-30T01:48:38.887" v="769"/>
          <ac:spMkLst>
            <pc:docMk/>
            <pc:sldMk cId="3835726452" sldId="310"/>
            <ac:spMk id="664" creationId="{35BDE25B-8948-CC67-1A08-51D45506D0B6}"/>
          </ac:spMkLst>
        </pc:spChg>
        <pc:spChg chg="mod">
          <ac:chgData name="Yorbis Daniel Alarcon Rojas" userId="63682936-cb84-4b7a-8921-fced9b005de5" providerId="ADAL" clId="{445EFF98-CF8F-4C84-88F0-82B4A7246BAB}" dt="2025-07-06T06:26:19.663" v="2479"/>
          <ac:spMkLst>
            <pc:docMk/>
            <pc:sldMk cId="3835726452" sldId="310"/>
            <ac:spMk id="665" creationId="{71857F6E-B04E-40C5-DCC0-F70989540373}"/>
          </ac:spMkLst>
        </pc:spChg>
        <pc:spChg chg="mod">
          <ac:chgData name="Yorbis Daniel Alarcon Rojas" userId="63682936-cb84-4b7a-8921-fced9b005de5" providerId="ADAL" clId="{445EFF98-CF8F-4C84-88F0-82B4A7246BAB}" dt="2025-07-06T06:26:30.467" v="2480"/>
          <ac:spMkLst>
            <pc:docMk/>
            <pc:sldMk cId="3835726452" sldId="310"/>
            <ac:spMk id="666" creationId="{CE09F6DD-1112-A54D-40D8-A741B50C53F0}"/>
          </ac:spMkLst>
        </pc:spChg>
        <pc:spChg chg="mod">
          <ac:chgData name="Yorbis Daniel Alarcon Rojas" userId="63682936-cb84-4b7a-8921-fced9b005de5" providerId="ADAL" clId="{445EFF98-CF8F-4C84-88F0-82B4A7246BAB}" dt="2025-07-06T06:26:48.815" v="2481"/>
          <ac:spMkLst>
            <pc:docMk/>
            <pc:sldMk cId="3835726452" sldId="310"/>
            <ac:spMk id="667" creationId="{4B7BC3C5-0AFE-DE44-FA98-602D94A73081}"/>
          </ac:spMkLst>
        </pc:spChg>
        <pc:spChg chg="mod">
          <ac:chgData name="Yorbis Daniel Alarcon Rojas" userId="63682936-cb84-4b7a-8921-fced9b005de5" providerId="ADAL" clId="{445EFF98-CF8F-4C84-88F0-82B4A7246BAB}" dt="2025-07-06T06:27:06.331" v="2482"/>
          <ac:spMkLst>
            <pc:docMk/>
            <pc:sldMk cId="3835726452" sldId="310"/>
            <ac:spMk id="668" creationId="{55E67104-94EA-BE33-C8A5-1FB9D63A1F38}"/>
          </ac:spMkLst>
        </pc:spChg>
        <pc:grpChg chg="mod">
          <ac:chgData name="Yorbis Daniel Alarcon Rojas" userId="63682936-cb84-4b7a-8921-fced9b005de5" providerId="ADAL" clId="{445EFF98-CF8F-4C84-88F0-82B4A7246BAB}" dt="2025-07-06T06:26:13.708" v="2478" actId="1035"/>
          <ac:grpSpMkLst>
            <pc:docMk/>
            <pc:sldMk cId="3835726452" sldId="310"/>
            <ac:grpSpMk id="696" creationId="{BE2F9E13-2730-746E-3CE2-F7144813E7BC}"/>
          </ac:grpSpMkLst>
        </pc:grpChg>
        <pc:grpChg chg="mod">
          <ac:chgData name="Yorbis Daniel Alarcon Rojas" userId="63682936-cb84-4b7a-8921-fced9b005de5" providerId="ADAL" clId="{445EFF98-CF8F-4C84-88F0-82B4A7246BAB}" dt="2025-07-06T06:26:13.708" v="2478" actId="1035"/>
          <ac:grpSpMkLst>
            <pc:docMk/>
            <pc:sldMk cId="3835726452" sldId="310"/>
            <ac:grpSpMk id="711" creationId="{937B896F-4817-A597-DB92-02B01CE204F8}"/>
          </ac:grpSpMkLst>
        </pc:grpChg>
      </pc:sldChg>
      <pc:sldChg chg="addSp delSp modSp add mod modNotes">
        <pc:chgData name="Yorbis Daniel Alarcon Rojas" userId="63682936-cb84-4b7a-8921-fced9b005de5" providerId="ADAL" clId="{445EFF98-CF8F-4C84-88F0-82B4A7246BAB}" dt="2025-07-06T06:55:02.258" v="2610" actId="1038"/>
        <pc:sldMkLst>
          <pc:docMk/>
          <pc:sldMk cId="2301607233" sldId="311"/>
        </pc:sldMkLst>
        <pc:spChg chg="mod">
          <ac:chgData name="Yorbis Daniel Alarcon Rojas" userId="63682936-cb84-4b7a-8921-fced9b005de5" providerId="ADAL" clId="{445EFF98-CF8F-4C84-88F0-82B4A7246BAB}" dt="2025-06-30T01:52:09.356" v="799"/>
          <ac:spMkLst>
            <pc:docMk/>
            <pc:sldMk cId="2301607233" sldId="311"/>
            <ac:spMk id="868" creationId="{D8504A0A-BF3E-ED9E-4A3C-AAAB90EB547D}"/>
          </ac:spMkLst>
        </pc:spChg>
        <pc:spChg chg="mod">
          <ac:chgData name="Yorbis Daniel Alarcon Rojas" userId="63682936-cb84-4b7a-8921-fced9b005de5" providerId="ADAL" clId="{445EFF98-CF8F-4C84-88F0-82B4A7246BAB}" dt="2025-07-06T06:55:02.258" v="2610" actId="1038"/>
          <ac:spMkLst>
            <pc:docMk/>
            <pc:sldMk cId="2301607233" sldId="311"/>
            <ac:spMk id="869" creationId="{4728A91C-8F5E-6EFD-4BFE-DF37C5F0E6A9}"/>
          </ac:spMkLst>
        </pc:spChg>
        <pc:picChg chg="add mod ord">
          <ac:chgData name="Yorbis Daniel Alarcon Rojas" userId="63682936-cb84-4b7a-8921-fced9b005de5" providerId="ADAL" clId="{445EFF98-CF8F-4C84-88F0-82B4A7246BAB}" dt="2025-07-06T06:54:52.044" v="2603" actId="14100"/>
          <ac:picMkLst>
            <pc:docMk/>
            <pc:sldMk cId="2301607233" sldId="311"/>
            <ac:picMk id="3" creationId="{6CA259C7-FD6E-8352-9D14-2139472A5386}"/>
          </ac:picMkLst>
        </pc:picChg>
      </pc:sldChg>
      <pc:sldChg chg="addSp delSp modSp add mod">
        <pc:chgData name="Yorbis Daniel Alarcon Rojas" userId="63682936-cb84-4b7a-8921-fced9b005de5" providerId="ADAL" clId="{445EFF98-CF8F-4C84-88F0-82B4A7246BAB}" dt="2025-07-06T06:56:36.876" v="2654" actId="14100"/>
        <pc:sldMkLst>
          <pc:docMk/>
          <pc:sldMk cId="337295226" sldId="312"/>
        </pc:sldMkLst>
        <pc:spChg chg="mod">
          <ac:chgData name="Yorbis Daniel Alarcon Rojas" userId="63682936-cb84-4b7a-8921-fced9b005de5" providerId="ADAL" clId="{445EFF98-CF8F-4C84-88F0-82B4A7246BAB}" dt="2025-06-30T02:21:12.284" v="1694"/>
          <ac:spMkLst>
            <pc:docMk/>
            <pc:sldMk cId="337295226" sldId="312"/>
            <ac:spMk id="3" creationId="{D3B0CE7B-797D-9B36-123B-2F00A05967EB}"/>
          </ac:spMkLst>
        </pc:spChg>
        <pc:spChg chg="mod">
          <ac:chgData name="Yorbis Daniel Alarcon Rojas" userId="63682936-cb84-4b7a-8921-fced9b005de5" providerId="ADAL" clId="{445EFF98-CF8F-4C84-88F0-82B4A7246BAB}" dt="2025-06-30T02:01:48.035" v="1002"/>
          <ac:spMkLst>
            <pc:docMk/>
            <pc:sldMk cId="337295226" sldId="312"/>
            <ac:spMk id="31" creationId="{A4C285D1-E9C6-43B2-4F10-34A3A955E534}"/>
          </ac:spMkLst>
        </pc:spChg>
        <pc:spChg chg="mod">
          <ac:chgData name="Yorbis Daniel Alarcon Rojas" userId="63682936-cb84-4b7a-8921-fced9b005de5" providerId="ADAL" clId="{445EFF98-CF8F-4C84-88F0-82B4A7246BAB}" dt="2025-06-30T02:01:48.035" v="1002"/>
          <ac:spMkLst>
            <pc:docMk/>
            <pc:sldMk cId="337295226" sldId="312"/>
            <ac:spMk id="32" creationId="{4BF69FC7-216C-79B2-8C79-3E8FE218A538}"/>
          </ac:spMkLst>
        </pc:spChg>
        <pc:spChg chg="mod">
          <ac:chgData name="Yorbis Daniel Alarcon Rojas" userId="63682936-cb84-4b7a-8921-fced9b005de5" providerId="ADAL" clId="{445EFF98-CF8F-4C84-88F0-82B4A7246BAB}" dt="2025-06-30T02:01:48.035" v="1002"/>
          <ac:spMkLst>
            <pc:docMk/>
            <pc:sldMk cId="337295226" sldId="312"/>
            <ac:spMk id="33" creationId="{3D64B0A3-2975-A3F4-0512-31558AC83E8F}"/>
          </ac:spMkLst>
        </pc:spChg>
        <pc:spChg chg="mod">
          <ac:chgData name="Yorbis Daniel Alarcon Rojas" userId="63682936-cb84-4b7a-8921-fced9b005de5" providerId="ADAL" clId="{445EFF98-CF8F-4C84-88F0-82B4A7246BAB}" dt="2025-06-30T02:01:48.035" v="1002"/>
          <ac:spMkLst>
            <pc:docMk/>
            <pc:sldMk cId="337295226" sldId="312"/>
            <ac:spMk id="34" creationId="{483C1BBF-516E-8C08-D5C0-AF23CBA9ABB0}"/>
          </ac:spMkLst>
        </pc:spChg>
        <pc:spChg chg="mod">
          <ac:chgData name="Yorbis Daniel Alarcon Rojas" userId="63682936-cb84-4b7a-8921-fced9b005de5" providerId="ADAL" clId="{445EFF98-CF8F-4C84-88F0-82B4A7246BAB}" dt="2025-06-30T02:01:48.035" v="1002"/>
          <ac:spMkLst>
            <pc:docMk/>
            <pc:sldMk cId="337295226" sldId="312"/>
            <ac:spMk id="35" creationId="{29EF6567-36C1-23BF-7A6F-BF1AA0420613}"/>
          </ac:spMkLst>
        </pc:spChg>
        <pc:spChg chg="mod">
          <ac:chgData name="Yorbis Daniel Alarcon Rojas" userId="63682936-cb84-4b7a-8921-fced9b005de5" providerId="ADAL" clId="{445EFF98-CF8F-4C84-88F0-82B4A7246BAB}" dt="2025-06-30T02:01:48.035" v="1002"/>
          <ac:spMkLst>
            <pc:docMk/>
            <pc:sldMk cId="337295226" sldId="312"/>
            <ac:spMk id="36" creationId="{87840715-6C02-D410-A579-14D7866150CF}"/>
          </ac:spMkLst>
        </pc:spChg>
        <pc:spChg chg="mod">
          <ac:chgData name="Yorbis Daniel Alarcon Rojas" userId="63682936-cb84-4b7a-8921-fced9b005de5" providerId="ADAL" clId="{445EFF98-CF8F-4C84-88F0-82B4A7246BAB}" dt="2025-06-30T02:01:48.035" v="1002"/>
          <ac:spMkLst>
            <pc:docMk/>
            <pc:sldMk cId="337295226" sldId="312"/>
            <ac:spMk id="37" creationId="{5634C72A-66F2-17C9-F745-56E38A657FA0}"/>
          </ac:spMkLst>
        </pc:spChg>
        <pc:spChg chg="mod">
          <ac:chgData name="Yorbis Daniel Alarcon Rojas" userId="63682936-cb84-4b7a-8921-fced9b005de5" providerId="ADAL" clId="{445EFF98-CF8F-4C84-88F0-82B4A7246BAB}" dt="2025-06-30T02:01:48.035" v="1002"/>
          <ac:spMkLst>
            <pc:docMk/>
            <pc:sldMk cId="337295226" sldId="312"/>
            <ac:spMk id="38" creationId="{9ED94B76-EDD7-D4CF-571E-C010778A8828}"/>
          </ac:spMkLst>
        </pc:spChg>
        <pc:spChg chg="mod">
          <ac:chgData name="Yorbis Daniel Alarcon Rojas" userId="63682936-cb84-4b7a-8921-fced9b005de5" providerId="ADAL" clId="{445EFF98-CF8F-4C84-88F0-82B4A7246BAB}" dt="2025-06-30T02:01:48.035" v="1002"/>
          <ac:spMkLst>
            <pc:docMk/>
            <pc:sldMk cId="337295226" sldId="312"/>
            <ac:spMk id="39" creationId="{131231CC-DAC6-CD4A-F048-817C9B72127C}"/>
          </ac:spMkLst>
        </pc:spChg>
        <pc:spChg chg="mod">
          <ac:chgData name="Yorbis Daniel Alarcon Rojas" userId="63682936-cb84-4b7a-8921-fced9b005de5" providerId="ADAL" clId="{445EFF98-CF8F-4C84-88F0-82B4A7246BAB}" dt="2025-06-30T02:01:48.035" v="1002"/>
          <ac:spMkLst>
            <pc:docMk/>
            <pc:sldMk cId="337295226" sldId="312"/>
            <ac:spMk id="40" creationId="{469FC4D2-FECB-CB5A-F8DE-E999FA85BFF5}"/>
          </ac:spMkLst>
        </pc:spChg>
        <pc:spChg chg="add mod">
          <ac:chgData name="Yorbis Daniel Alarcon Rojas" userId="63682936-cb84-4b7a-8921-fced9b005de5" providerId="ADAL" clId="{445EFF98-CF8F-4C84-88F0-82B4A7246BAB}" dt="2025-06-30T02:13:59.446" v="1654" actId="1035"/>
          <ac:spMkLst>
            <pc:docMk/>
            <pc:sldMk cId="337295226" sldId="312"/>
            <ac:spMk id="788" creationId="{ECA76403-844C-027E-0A06-710154785D8E}"/>
          </ac:spMkLst>
        </pc:spChg>
        <pc:spChg chg="add mod">
          <ac:chgData name="Yorbis Daniel Alarcon Rojas" userId="63682936-cb84-4b7a-8921-fced9b005de5" providerId="ADAL" clId="{445EFF98-CF8F-4C84-88F0-82B4A7246BAB}" dt="2025-07-06T06:55:26.943" v="2644" actId="1035"/>
          <ac:spMkLst>
            <pc:docMk/>
            <pc:sldMk cId="337295226" sldId="312"/>
            <ac:spMk id="791" creationId="{5B5DEDD4-AE66-A162-137B-AF9CE9E5C818}"/>
          </ac:spMkLst>
        </pc:spChg>
        <pc:spChg chg="add mod">
          <ac:chgData name="Yorbis Daniel Alarcon Rojas" userId="63682936-cb84-4b7a-8921-fced9b005de5" providerId="ADAL" clId="{445EFF98-CF8F-4C84-88F0-82B4A7246BAB}" dt="2025-06-30T02:13:59.446" v="1654" actId="1035"/>
          <ac:spMkLst>
            <pc:docMk/>
            <pc:sldMk cId="337295226" sldId="312"/>
            <ac:spMk id="798" creationId="{85791588-1ED1-D970-F533-677A28244FA0}"/>
          </ac:spMkLst>
        </pc:spChg>
        <pc:spChg chg="add mod">
          <ac:chgData name="Yorbis Daniel Alarcon Rojas" userId="63682936-cb84-4b7a-8921-fced9b005de5" providerId="ADAL" clId="{445EFF98-CF8F-4C84-88F0-82B4A7246BAB}" dt="2025-06-30T02:13:59.446" v="1654" actId="1035"/>
          <ac:spMkLst>
            <pc:docMk/>
            <pc:sldMk cId="337295226" sldId="312"/>
            <ac:spMk id="799" creationId="{0431E4AF-986B-87D0-834A-D6229C689A98}"/>
          </ac:spMkLst>
        </pc:spChg>
        <pc:spChg chg="add mod">
          <ac:chgData name="Yorbis Daniel Alarcon Rojas" userId="63682936-cb84-4b7a-8921-fced9b005de5" providerId="ADAL" clId="{445EFF98-CF8F-4C84-88F0-82B4A7246BAB}" dt="2025-06-30T02:13:59.446" v="1654" actId="1035"/>
          <ac:spMkLst>
            <pc:docMk/>
            <pc:sldMk cId="337295226" sldId="312"/>
            <ac:spMk id="800" creationId="{AF23A47C-C7F6-F397-52E4-E54FC89A56C0}"/>
          </ac:spMkLst>
        </pc:spChg>
        <pc:spChg chg="add mod">
          <ac:chgData name="Yorbis Daniel Alarcon Rojas" userId="63682936-cb84-4b7a-8921-fced9b005de5" providerId="ADAL" clId="{445EFF98-CF8F-4C84-88F0-82B4A7246BAB}" dt="2025-06-30T02:13:59.446" v="1654" actId="1035"/>
          <ac:spMkLst>
            <pc:docMk/>
            <pc:sldMk cId="337295226" sldId="312"/>
            <ac:spMk id="801" creationId="{4D113E77-6716-DBC6-0ED9-978673E9E96D}"/>
          </ac:spMkLst>
        </pc:spChg>
        <pc:spChg chg="add mod">
          <ac:chgData name="Yorbis Daniel Alarcon Rojas" userId="63682936-cb84-4b7a-8921-fced9b005de5" providerId="ADAL" clId="{445EFF98-CF8F-4C84-88F0-82B4A7246BAB}" dt="2025-06-30T02:13:59.446" v="1654" actId="1035"/>
          <ac:spMkLst>
            <pc:docMk/>
            <pc:sldMk cId="337295226" sldId="312"/>
            <ac:spMk id="802" creationId="{6A2FF92A-5B9F-5382-59AA-9B166BFDB266}"/>
          </ac:spMkLst>
        </pc:spChg>
        <pc:spChg chg="add mod">
          <ac:chgData name="Yorbis Daniel Alarcon Rojas" userId="63682936-cb84-4b7a-8921-fced9b005de5" providerId="ADAL" clId="{445EFF98-CF8F-4C84-88F0-82B4A7246BAB}" dt="2025-06-30T02:08:36.645" v="1568" actId="20577"/>
          <ac:spMkLst>
            <pc:docMk/>
            <pc:sldMk cId="337295226" sldId="312"/>
            <ac:spMk id="803" creationId="{A07246DA-04D3-F6B3-C8E0-48A6E7793B42}"/>
          </ac:spMkLst>
        </pc:spChg>
        <pc:spChg chg="add mod">
          <ac:chgData name="Yorbis Daniel Alarcon Rojas" userId="63682936-cb84-4b7a-8921-fced9b005de5" providerId="ADAL" clId="{445EFF98-CF8F-4C84-88F0-82B4A7246BAB}" dt="2025-07-06T06:55:26.943" v="2644" actId="1035"/>
          <ac:spMkLst>
            <pc:docMk/>
            <pc:sldMk cId="337295226" sldId="312"/>
            <ac:spMk id="804" creationId="{DC8B826A-D29C-2D44-5ECE-4E675F71F491}"/>
          </ac:spMkLst>
        </pc:spChg>
        <pc:spChg chg="add mod">
          <ac:chgData name="Yorbis Daniel Alarcon Rojas" userId="63682936-cb84-4b7a-8921-fced9b005de5" providerId="ADAL" clId="{445EFF98-CF8F-4C84-88F0-82B4A7246BAB}" dt="2025-07-06T06:55:26.943" v="2644" actId="1035"/>
          <ac:spMkLst>
            <pc:docMk/>
            <pc:sldMk cId="337295226" sldId="312"/>
            <ac:spMk id="805" creationId="{C5977DA6-7FDF-57F3-4D20-5DEF5B3542BA}"/>
          </ac:spMkLst>
        </pc:spChg>
        <pc:spChg chg="add mod">
          <ac:chgData name="Yorbis Daniel Alarcon Rojas" userId="63682936-cb84-4b7a-8921-fced9b005de5" providerId="ADAL" clId="{445EFF98-CF8F-4C84-88F0-82B4A7246BAB}" dt="2025-07-06T06:55:26.943" v="2644" actId="1035"/>
          <ac:spMkLst>
            <pc:docMk/>
            <pc:sldMk cId="337295226" sldId="312"/>
            <ac:spMk id="806" creationId="{CD5E4260-D61B-3CEA-13BD-6E6A2FC3C8A7}"/>
          </ac:spMkLst>
        </pc:spChg>
        <pc:spChg chg="add mod">
          <ac:chgData name="Yorbis Daniel Alarcon Rojas" userId="63682936-cb84-4b7a-8921-fced9b005de5" providerId="ADAL" clId="{445EFF98-CF8F-4C84-88F0-82B4A7246BAB}" dt="2025-07-06T06:55:26.943" v="2644" actId="1035"/>
          <ac:spMkLst>
            <pc:docMk/>
            <pc:sldMk cId="337295226" sldId="312"/>
            <ac:spMk id="807" creationId="{AA460B80-176A-CA33-6CF4-F0BB8E291762}"/>
          </ac:spMkLst>
        </pc:spChg>
        <pc:spChg chg="add mod">
          <ac:chgData name="Yorbis Daniel Alarcon Rojas" userId="63682936-cb84-4b7a-8921-fced9b005de5" providerId="ADAL" clId="{445EFF98-CF8F-4C84-88F0-82B4A7246BAB}" dt="2025-07-06T06:55:26.943" v="2644" actId="1035"/>
          <ac:spMkLst>
            <pc:docMk/>
            <pc:sldMk cId="337295226" sldId="312"/>
            <ac:spMk id="808" creationId="{F9E13A16-0C7A-9316-AE07-B6875F9C2208}"/>
          </ac:spMkLst>
        </pc:spChg>
        <pc:grpChg chg="mod">
          <ac:chgData name="Yorbis Daniel Alarcon Rojas" userId="63682936-cb84-4b7a-8921-fced9b005de5" providerId="ADAL" clId="{445EFF98-CF8F-4C84-88F0-82B4A7246BAB}" dt="2025-06-30T02:03:34.198" v="1027" actId="1076"/>
          <ac:grpSpMkLst>
            <pc:docMk/>
            <pc:sldMk cId="337295226" sldId="312"/>
            <ac:grpSpMk id="30" creationId="{8FE86F97-BD33-0623-68A8-6BA9F00A630F}"/>
          </ac:grpSpMkLst>
        </pc:grpChg>
        <pc:cxnChg chg="add mod">
          <ac:chgData name="Yorbis Daniel Alarcon Rojas" userId="63682936-cb84-4b7a-8921-fced9b005de5" providerId="ADAL" clId="{445EFF98-CF8F-4C84-88F0-82B4A7246BAB}" dt="2025-07-06T06:55:33.056" v="2645" actId="14100"/>
          <ac:cxnSpMkLst>
            <pc:docMk/>
            <pc:sldMk cId="337295226" sldId="312"/>
            <ac:cxnSpMk id="779" creationId="{EEAA6A41-A273-8622-F5BB-9610B2E878A2}"/>
          </ac:cxnSpMkLst>
        </pc:cxnChg>
        <pc:cxnChg chg="add mod">
          <ac:chgData name="Yorbis Daniel Alarcon Rojas" userId="63682936-cb84-4b7a-8921-fced9b005de5" providerId="ADAL" clId="{445EFF98-CF8F-4C84-88F0-82B4A7246BAB}" dt="2025-07-06T06:56:36.876" v="2654" actId="14100"/>
          <ac:cxnSpMkLst>
            <pc:docMk/>
            <pc:sldMk cId="337295226" sldId="312"/>
            <ac:cxnSpMk id="780" creationId="{7154980A-0CD9-D26C-50C6-33772973777F}"/>
          </ac:cxnSpMkLst>
        </pc:cxnChg>
        <pc:cxnChg chg="add mod">
          <ac:chgData name="Yorbis Daniel Alarcon Rojas" userId="63682936-cb84-4b7a-8921-fced9b005de5" providerId="ADAL" clId="{445EFF98-CF8F-4C84-88F0-82B4A7246BAB}" dt="2025-07-06T06:55:41.539" v="2647" actId="14100"/>
          <ac:cxnSpMkLst>
            <pc:docMk/>
            <pc:sldMk cId="337295226" sldId="312"/>
            <ac:cxnSpMk id="781" creationId="{0918495A-1C75-E1CD-1965-4B09E653331D}"/>
          </ac:cxnSpMkLst>
        </pc:cxnChg>
        <pc:cxnChg chg="add mod">
          <ac:chgData name="Yorbis Daniel Alarcon Rojas" userId="63682936-cb84-4b7a-8921-fced9b005de5" providerId="ADAL" clId="{445EFF98-CF8F-4C84-88F0-82B4A7246BAB}" dt="2025-07-06T06:56:13.999" v="2651" actId="14100"/>
          <ac:cxnSpMkLst>
            <pc:docMk/>
            <pc:sldMk cId="337295226" sldId="312"/>
            <ac:cxnSpMk id="782" creationId="{0E0E4210-C47C-9378-3305-1607F5568CAB}"/>
          </ac:cxnSpMkLst>
        </pc:cxnChg>
        <pc:cxnChg chg="add mod">
          <ac:chgData name="Yorbis Daniel Alarcon Rojas" userId="63682936-cb84-4b7a-8921-fced9b005de5" providerId="ADAL" clId="{445EFF98-CF8F-4C84-88F0-82B4A7246BAB}" dt="2025-07-06T06:56:19.428" v="2652" actId="14100"/>
          <ac:cxnSpMkLst>
            <pc:docMk/>
            <pc:sldMk cId="337295226" sldId="312"/>
            <ac:cxnSpMk id="783" creationId="{132818C6-5F8A-6F02-63DB-B8B4936C1A57}"/>
          </ac:cxnSpMkLst>
        </pc:cxnChg>
        <pc:cxnChg chg="add mod">
          <ac:chgData name="Yorbis Daniel Alarcon Rojas" userId="63682936-cb84-4b7a-8921-fced9b005de5" providerId="ADAL" clId="{445EFF98-CF8F-4C84-88F0-82B4A7246BAB}" dt="2025-07-06T06:56:24.302" v="2653" actId="14100"/>
          <ac:cxnSpMkLst>
            <pc:docMk/>
            <pc:sldMk cId="337295226" sldId="312"/>
            <ac:cxnSpMk id="784" creationId="{7A25D43A-BB47-F8DD-ABF0-01051024032B}"/>
          </ac:cxnSpMkLst>
        </pc:cxnChg>
      </pc:sldChg>
      <pc:sldChg chg="modSp add mod modShow">
        <pc:chgData name="Yorbis Daniel Alarcon Rojas" userId="63682936-cb84-4b7a-8921-fced9b005de5" providerId="ADAL" clId="{445EFF98-CF8F-4C84-88F0-82B4A7246BAB}" dt="2025-06-30T02:53:24.553" v="2448" actId="729"/>
        <pc:sldMkLst>
          <pc:docMk/>
          <pc:sldMk cId="1348693285" sldId="313"/>
        </pc:sldMkLst>
      </pc:sldChg>
      <pc:sldChg chg="addSp delSp modSp add mod">
        <pc:chgData name="Yorbis Daniel Alarcon Rojas" userId="63682936-cb84-4b7a-8921-fced9b005de5" providerId="ADAL" clId="{445EFF98-CF8F-4C84-88F0-82B4A7246BAB}" dt="2025-07-06T06:39:23.758" v="2505" actId="22"/>
        <pc:sldMkLst>
          <pc:docMk/>
          <pc:sldMk cId="2874080877" sldId="314"/>
        </pc:sldMkLst>
        <pc:spChg chg="mod">
          <ac:chgData name="Yorbis Daniel Alarcon Rojas" userId="63682936-cb84-4b7a-8921-fced9b005de5" providerId="ADAL" clId="{445EFF98-CF8F-4C84-88F0-82B4A7246BAB}" dt="2025-07-06T06:34:21.065" v="2499"/>
          <ac:spMkLst>
            <pc:docMk/>
            <pc:sldMk cId="2874080877" sldId="314"/>
            <ac:spMk id="736" creationId="{AAB303F4-B0E2-1614-A73C-A3D1A96D5450}"/>
          </ac:spMkLst>
        </pc:spChg>
        <pc:spChg chg="mod">
          <ac:chgData name="Yorbis Daniel Alarcon Rojas" userId="63682936-cb84-4b7a-8921-fced9b005de5" providerId="ADAL" clId="{445EFF98-CF8F-4C84-88F0-82B4A7246BAB}" dt="2025-06-30T02:24:44.496" v="1737"/>
          <ac:spMkLst>
            <pc:docMk/>
            <pc:sldMk cId="2874080877" sldId="314"/>
            <ac:spMk id="737" creationId="{4737B0BD-1B77-C347-B0AF-69C9B848F990}"/>
          </ac:spMkLst>
        </pc:spChg>
        <pc:spChg chg="mod">
          <ac:chgData name="Yorbis Daniel Alarcon Rojas" userId="63682936-cb84-4b7a-8921-fced9b005de5" providerId="ADAL" clId="{445EFF98-CF8F-4C84-88F0-82B4A7246BAB}" dt="2025-06-30T02:23:42.289" v="1725" actId="20577"/>
          <ac:spMkLst>
            <pc:docMk/>
            <pc:sldMk cId="2874080877" sldId="314"/>
            <ac:spMk id="738" creationId="{2C42F04E-CBAE-ADA5-D93B-1C6AA8A923F1}"/>
          </ac:spMkLst>
        </pc:spChg>
        <pc:spChg chg="mod">
          <ac:chgData name="Yorbis Daniel Alarcon Rojas" userId="63682936-cb84-4b7a-8921-fced9b005de5" providerId="ADAL" clId="{445EFF98-CF8F-4C84-88F0-82B4A7246BAB}" dt="2025-06-30T02:24:10.219" v="1732"/>
          <ac:spMkLst>
            <pc:docMk/>
            <pc:sldMk cId="2874080877" sldId="314"/>
            <ac:spMk id="739" creationId="{E81A69E4-7577-C824-830B-B69EBE43B6E2}"/>
          </ac:spMkLst>
        </pc:spChg>
        <pc:spChg chg="mod">
          <ac:chgData name="Yorbis Daniel Alarcon Rojas" userId="63682936-cb84-4b7a-8921-fced9b005de5" providerId="ADAL" clId="{445EFF98-CF8F-4C84-88F0-82B4A7246BAB}" dt="2025-06-30T02:26:08.513" v="1760" actId="1076"/>
          <ac:spMkLst>
            <pc:docMk/>
            <pc:sldMk cId="2874080877" sldId="314"/>
            <ac:spMk id="740" creationId="{F5244D13-DBA1-553F-3EB4-5E88C3A1E936}"/>
          </ac:spMkLst>
        </pc:spChg>
        <pc:spChg chg="mod">
          <ac:chgData name="Yorbis Daniel Alarcon Rojas" userId="63682936-cb84-4b7a-8921-fced9b005de5" providerId="ADAL" clId="{445EFF98-CF8F-4C84-88F0-82B4A7246BAB}" dt="2025-06-30T02:26:55.325" v="1766"/>
          <ac:spMkLst>
            <pc:docMk/>
            <pc:sldMk cId="2874080877" sldId="314"/>
            <ac:spMk id="742" creationId="{F4E3D41F-4906-DFDC-2E93-46E4A5BC7094}"/>
          </ac:spMkLst>
        </pc:spChg>
        <pc:spChg chg="mod">
          <ac:chgData name="Yorbis Daniel Alarcon Rojas" userId="63682936-cb84-4b7a-8921-fced9b005de5" providerId="ADAL" clId="{445EFF98-CF8F-4C84-88F0-82B4A7246BAB}" dt="2025-06-30T02:23:58.626" v="1731" actId="20577"/>
          <ac:spMkLst>
            <pc:docMk/>
            <pc:sldMk cId="2874080877" sldId="314"/>
            <ac:spMk id="743" creationId="{0263421D-8B64-85DE-95C3-AE2D7EBBFC9D}"/>
          </ac:spMkLst>
        </pc:spChg>
        <pc:spChg chg="mod">
          <ac:chgData name="Yorbis Daniel Alarcon Rojas" userId="63682936-cb84-4b7a-8921-fced9b005de5" providerId="ADAL" clId="{445EFF98-CF8F-4C84-88F0-82B4A7246BAB}" dt="2025-06-30T02:24:21.764" v="1734" actId="20577"/>
          <ac:spMkLst>
            <pc:docMk/>
            <pc:sldMk cId="2874080877" sldId="314"/>
            <ac:spMk id="744" creationId="{B900535B-3262-F126-1D47-1E8A77172354}"/>
          </ac:spMkLst>
        </pc:spChg>
        <pc:spChg chg="mod">
          <ac:chgData name="Yorbis Daniel Alarcon Rojas" userId="63682936-cb84-4b7a-8921-fced9b005de5" providerId="ADAL" clId="{445EFF98-CF8F-4C84-88F0-82B4A7246BAB}" dt="2025-06-30T02:26:08.513" v="1760" actId="1076"/>
          <ac:spMkLst>
            <pc:docMk/>
            <pc:sldMk cId="2874080877" sldId="314"/>
            <ac:spMk id="745" creationId="{C8BE743A-1904-48BE-229F-16DBF236140B}"/>
          </ac:spMkLst>
        </pc:spChg>
        <pc:spChg chg="mod">
          <ac:chgData name="Yorbis Daniel Alarcon Rojas" userId="63682936-cb84-4b7a-8921-fced9b005de5" providerId="ADAL" clId="{445EFF98-CF8F-4C84-88F0-82B4A7246BAB}" dt="2025-06-30T02:24:36.167" v="1736"/>
          <ac:spMkLst>
            <pc:docMk/>
            <pc:sldMk cId="2874080877" sldId="314"/>
            <ac:spMk id="747" creationId="{D088793A-08A2-D138-1995-3A4EA69F635D}"/>
          </ac:spMkLst>
        </pc:spChg>
        <pc:spChg chg="mod">
          <ac:chgData name="Yorbis Daniel Alarcon Rojas" userId="63682936-cb84-4b7a-8921-fced9b005de5" providerId="ADAL" clId="{445EFF98-CF8F-4C84-88F0-82B4A7246BAB}" dt="2025-06-30T02:26:46.461" v="1765"/>
          <ac:spMkLst>
            <pc:docMk/>
            <pc:sldMk cId="2874080877" sldId="314"/>
            <ac:spMk id="748" creationId="{61F7DE49-8E74-6DA7-03B6-F55717998849}"/>
          </ac:spMkLst>
        </pc:spChg>
        <pc:spChg chg="mod">
          <ac:chgData name="Yorbis Daniel Alarcon Rojas" userId="63682936-cb84-4b7a-8921-fced9b005de5" providerId="ADAL" clId="{445EFF98-CF8F-4C84-88F0-82B4A7246BAB}" dt="2025-06-30T02:26:18.297" v="1761" actId="1076"/>
          <ac:spMkLst>
            <pc:docMk/>
            <pc:sldMk cId="2874080877" sldId="314"/>
            <ac:spMk id="750" creationId="{D97AD5A9-EBEE-AB8D-6247-3891764AB917}"/>
          </ac:spMkLst>
        </pc:spChg>
        <pc:spChg chg="mod">
          <ac:chgData name="Yorbis Daniel Alarcon Rojas" userId="63682936-cb84-4b7a-8921-fced9b005de5" providerId="ADAL" clId="{445EFF98-CF8F-4C84-88F0-82B4A7246BAB}" dt="2025-06-30T02:26:37.550" v="1764" actId="1076"/>
          <ac:spMkLst>
            <pc:docMk/>
            <pc:sldMk cId="2874080877" sldId="314"/>
            <ac:spMk id="754" creationId="{9344F6AF-0516-B105-6B95-DF13BC1D127E}"/>
          </ac:spMkLst>
        </pc:spChg>
        <pc:grpChg chg="mod">
          <ac:chgData name="Yorbis Daniel Alarcon Rojas" userId="63682936-cb84-4b7a-8921-fced9b005de5" providerId="ADAL" clId="{445EFF98-CF8F-4C84-88F0-82B4A7246BAB}" dt="2025-06-30T02:26:18.297" v="1761" actId="1076"/>
          <ac:grpSpMkLst>
            <pc:docMk/>
            <pc:sldMk cId="2874080877" sldId="314"/>
            <ac:grpSpMk id="761" creationId="{6650A981-AA64-D404-5818-4AFC61ADEE06}"/>
          </ac:grpSpMkLst>
        </pc:grpChg>
        <pc:grpChg chg="mod">
          <ac:chgData name="Yorbis Daniel Alarcon Rojas" userId="63682936-cb84-4b7a-8921-fced9b005de5" providerId="ADAL" clId="{445EFF98-CF8F-4C84-88F0-82B4A7246BAB}" dt="2025-06-30T02:26:37.550" v="1764" actId="1076"/>
          <ac:grpSpMkLst>
            <pc:docMk/>
            <pc:sldMk cId="2874080877" sldId="314"/>
            <ac:grpSpMk id="794" creationId="{792137B1-45E9-EC26-48E7-BEAECA017AAE}"/>
          </ac:grpSpMkLst>
        </pc:grpChg>
      </pc:sldChg>
      <pc:sldChg chg="addSp delSp modSp add mod">
        <pc:chgData name="Yorbis Daniel Alarcon Rojas" userId="63682936-cb84-4b7a-8921-fced9b005de5" providerId="ADAL" clId="{445EFF98-CF8F-4C84-88F0-82B4A7246BAB}" dt="2025-07-06T06:44:06.075" v="2548" actId="1036"/>
        <pc:sldMkLst>
          <pc:docMk/>
          <pc:sldMk cId="1538046798" sldId="315"/>
        </pc:sldMkLst>
        <pc:spChg chg="mod">
          <ac:chgData name="Yorbis Daniel Alarcon Rojas" userId="63682936-cb84-4b7a-8921-fced9b005de5" providerId="ADAL" clId="{445EFF98-CF8F-4C84-88F0-82B4A7246BAB}" dt="2025-07-06T06:44:06.075" v="2548" actId="1036"/>
          <ac:spMkLst>
            <pc:docMk/>
            <pc:sldMk cId="1538046798" sldId="315"/>
            <ac:spMk id="808" creationId="{0DAAA248-BD9A-F12E-8390-9F7036820B30}"/>
          </ac:spMkLst>
        </pc:spChg>
        <pc:spChg chg="add del mod">
          <ac:chgData name="Yorbis Daniel Alarcon Rojas" userId="63682936-cb84-4b7a-8921-fced9b005de5" providerId="ADAL" clId="{445EFF98-CF8F-4C84-88F0-82B4A7246BAB}" dt="2025-07-06T06:43:58.729" v="2537" actId="1076"/>
          <ac:spMkLst>
            <pc:docMk/>
            <pc:sldMk cId="1538046798" sldId="315"/>
            <ac:spMk id="809" creationId="{94181836-A24D-912E-EC64-DE8707B22DFF}"/>
          </ac:spMkLst>
        </pc:spChg>
        <pc:picChg chg="add mod">
          <ac:chgData name="Yorbis Daniel Alarcon Rojas" userId="63682936-cb84-4b7a-8921-fced9b005de5" providerId="ADAL" clId="{445EFF98-CF8F-4C84-88F0-82B4A7246BAB}" dt="2025-06-30T02:32:53.146" v="1773" actId="18653"/>
          <ac:picMkLst>
            <pc:docMk/>
            <pc:sldMk cId="1538046798" sldId="315"/>
            <ac:picMk id="6" creationId="{F3DF436E-8CB1-C1A6-7FC9-F87C24AC7E24}"/>
          </ac:picMkLst>
        </pc:picChg>
      </pc:sldChg>
      <pc:sldChg chg="addSp delSp modSp add mod">
        <pc:chgData name="Yorbis Daniel Alarcon Rojas" userId="63682936-cb84-4b7a-8921-fced9b005de5" providerId="ADAL" clId="{445EFF98-CF8F-4C84-88F0-82B4A7246BAB}" dt="2025-06-30T02:38:25.607" v="1839" actId="404"/>
        <pc:sldMkLst>
          <pc:docMk/>
          <pc:sldMk cId="3131041325" sldId="316"/>
        </pc:sldMkLst>
        <pc:spChg chg="mod">
          <ac:chgData name="Yorbis Daniel Alarcon Rojas" userId="63682936-cb84-4b7a-8921-fced9b005de5" providerId="ADAL" clId="{445EFF98-CF8F-4C84-88F0-82B4A7246BAB}" dt="2025-06-30T02:38:02.147" v="1826" actId="1076"/>
          <ac:spMkLst>
            <pc:docMk/>
            <pc:sldMk cId="3131041325" sldId="316"/>
            <ac:spMk id="466" creationId="{F2E5882C-8592-7895-312A-58B87CB94D86}"/>
          </ac:spMkLst>
        </pc:spChg>
        <pc:spChg chg="mod">
          <ac:chgData name="Yorbis Daniel Alarcon Rojas" userId="63682936-cb84-4b7a-8921-fced9b005de5" providerId="ADAL" clId="{445EFF98-CF8F-4C84-88F0-82B4A7246BAB}" dt="2025-06-30T02:38:25.607" v="1839" actId="404"/>
          <ac:spMkLst>
            <pc:docMk/>
            <pc:sldMk cId="3131041325" sldId="316"/>
            <ac:spMk id="468" creationId="{FF37CB78-BF7E-9E17-0146-8AF7A2DFDE24}"/>
          </ac:spMkLst>
        </pc:spChg>
        <pc:cxnChg chg="mod">
          <ac:chgData name="Yorbis Daniel Alarcon Rojas" userId="63682936-cb84-4b7a-8921-fced9b005de5" providerId="ADAL" clId="{445EFF98-CF8F-4C84-88F0-82B4A7246BAB}" dt="2025-06-30T02:37:56.978" v="1824" actId="478"/>
          <ac:cxnSpMkLst>
            <pc:docMk/>
            <pc:sldMk cId="3131041325" sldId="316"/>
            <ac:cxnSpMk id="502" creationId="{0346E625-D676-3CCF-3333-5032B9FBF4C2}"/>
          </ac:cxnSpMkLst>
        </pc:cxnChg>
      </pc:sldChg>
      <pc:sldChg chg="addSp delSp modSp add mod">
        <pc:chgData name="Yorbis Daniel Alarcon Rojas" userId="63682936-cb84-4b7a-8921-fced9b005de5" providerId="ADAL" clId="{445EFF98-CF8F-4C84-88F0-82B4A7246BAB}" dt="2025-07-06T06:48:07.646" v="2591" actId="14100"/>
        <pc:sldMkLst>
          <pc:docMk/>
          <pc:sldMk cId="1354269187" sldId="317"/>
        </pc:sldMkLst>
        <pc:spChg chg="mod">
          <ac:chgData name="Yorbis Daniel Alarcon Rojas" userId="63682936-cb84-4b7a-8921-fced9b005de5" providerId="ADAL" clId="{445EFF98-CF8F-4C84-88F0-82B4A7246BAB}" dt="2025-06-30T02:42:28.354" v="1843"/>
          <ac:spMkLst>
            <pc:docMk/>
            <pc:sldMk cId="1354269187" sldId="317"/>
            <ac:spMk id="5" creationId="{6AD85D9C-091E-22D0-9EA1-374BBAAD9A4E}"/>
          </ac:spMkLst>
        </pc:spChg>
        <pc:spChg chg="mod">
          <ac:chgData name="Yorbis Daniel Alarcon Rojas" userId="63682936-cb84-4b7a-8921-fced9b005de5" providerId="ADAL" clId="{445EFF98-CF8F-4C84-88F0-82B4A7246BAB}" dt="2025-06-30T02:42:28.354" v="1843"/>
          <ac:spMkLst>
            <pc:docMk/>
            <pc:sldMk cId="1354269187" sldId="317"/>
            <ac:spMk id="6" creationId="{6DCBFA6B-FE12-A0D0-0A5B-6A6195265524}"/>
          </ac:spMkLst>
        </pc:spChg>
        <pc:spChg chg="mod">
          <ac:chgData name="Yorbis Daniel Alarcon Rojas" userId="63682936-cb84-4b7a-8921-fced9b005de5" providerId="ADAL" clId="{445EFF98-CF8F-4C84-88F0-82B4A7246BAB}" dt="2025-06-30T02:42:28.354" v="1843"/>
          <ac:spMkLst>
            <pc:docMk/>
            <pc:sldMk cId="1354269187" sldId="317"/>
            <ac:spMk id="7" creationId="{AFB7B43E-0417-8487-F4C7-C368682FFC05}"/>
          </ac:spMkLst>
        </pc:spChg>
        <pc:spChg chg="mod">
          <ac:chgData name="Yorbis Daniel Alarcon Rojas" userId="63682936-cb84-4b7a-8921-fced9b005de5" providerId="ADAL" clId="{445EFF98-CF8F-4C84-88F0-82B4A7246BAB}" dt="2025-06-30T02:42:28.354" v="1843"/>
          <ac:spMkLst>
            <pc:docMk/>
            <pc:sldMk cId="1354269187" sldId="317"/>
            <ac:spMk id="8" creationId="{70506EE4-D598-0830-C768-30CBA5D803AD}"/>
          </ac:spMkLst>
        </pc:spChg>
        <pc:spChg chg="mod">
          <ac:chgData name="Yorbis Daniel Alarcon Rojas" userId="63682936-cb84-4b7a-8921-fced9b005de5" providerId="ADAL" clId="{445EFF98-CF8F-4C84-88F0-82B4A7246BAB}" dt="2025-06-30T02:42:28.354" v="1843"/>
          <ac:spMkLst>
            <pc:docMk/>
            <pc:sldMk cId="1354269187" sldId="317"/>
            <ac:spMk id="9" creationId="{39B27DF9-4BE2-6BF6-72C9-B489514358D9}"/>
          </ac:spMkLst>
        </pc:spChg>
        <pc:spChg chg="mod">
          <ac:chgData name="Yorbis Daniel Alarcon Rojas" userId="63682936-cb84-4b7a-8921-fced9b005de5" providerId="ADAL" clId="{445EFF98-CF8F-4C84-88F0-82B4A7246BAB}" dt="2025-06-30T02:42:28.354" v="1843"/>
          <ac:spMkLst>
            <pc:docMk/>
            <pc:sldMk cId="1354269187" sldId="317"/>
            <ac:spMk id="10" creationId="{B5CDA18A-BB37-D386-0614-2BD0243BF5E9}"/>
          </ac:spMkLst>
        </pc:spChg>
        <pc:spChg chg="mod">
          <ac:chgData name="Yorbis Daniel Alarcon Rojas" userId="63682936-cb84-4b7a-8921-fced9b005de5" providerId="ADAL" clId="{445EFF98-CF8F-4C84-88F0-82B4A7246BAB}" dt="2025-06-30T02:42:28.354" v="1843"/>
          <ac:spMkLst>
            <pc:docMk/>
            <pc:sldMk cId="1354269187" sldId="317"/>
            <ac:spMk id="11" creationId="{51F5BA0E-690F-B4F9-C56D-8C9F419A2F4D}"/>
          </ac:spMkLst>
        </pc:spChg>
        <pc:spChg chg="mod">
          <ac:chgData name="Yorbis Daniel Alarcon Rojas" userId="63682936-cb84-4b7a-8921-fced9b005de5" providerId="ADAL" clId="{445EFF98-CF8F-4C84-88F0-82B4A7246BAB}" dt="2025-06-30T02:42:28.354" v="1843"/>
          <ac:spMkLst>
            <pc:docMk/>
            <pc:sldMk cId="1354269187" sldId="317"/>
            <ac:spMk id="12" creationId="{3158C6B0-C9A2-FA8C-207A-4CC39423F310}"/>
          </ac:spMkLst>
        </pc:spChg>
        <pc:spChg chg="mod">
          <ac:chgData name="Yorbis Daniel Alarcon Rojas" userId="63682936-cb84-4b7a-8921-fced9b005de5" providerId="ADAL" clId="{445EFF98-CF8F-4C84-88F0-82B4A7246BAB}" dt="2025-06-30T02:42:28.354" v="1843"/>
          <ac:spMkLst>
            <pc:docMk/>
            <pc:sldMk cId="1354269187" sldId="317"/>
            <ac:spMk id="13" creationId="{035496C7-A703-462D-8930-46F98BC9CE56}"/>
          </ac:spMkLst>
        </pc:spChg>
        <pc:spChg chg="add mod">
          <ac:chgData name="Yorbis Daniel Alarcon Rojas" userId="63682936-cb84-4b7a-8921-fced9b005de5" providerId="ADAL" clId="{445EFF98-CF8F-4C84-88F0-82B4A7246BAB}" dt="2025-06-30T02:49:16.621" v="2324" actId="1037"/>
          <ac:spMkLst>
            <pc:docMk/>
            <pc:sldMk cId="1354269187" sldId="317"/>
            <ac:spMk id="19" creationId="{53B80EBD-2294-E91F-C4C0-805901582836}"/>
          </ac:spMkLst>
        </pc:spChg>
        <pc:spChg chg="add mod">
          <ac:chgData name="Yorbis Daniel Alarcon Rojas" userId="63682936-cb84-4b7a-8921-fced9b005de5" providerId="ADAL" clId="{445EFF98-CF8F-4C84-88F0-82B4A7246BAB}" dt="2025-07-06T06:47:35.862" v="2586" actId="1037"/>
          <ac:spMkLst>
            <pc:docMk/>
            <pc:sldMk cId="1354269187" sldId="317"/>
            <ac:spMk id="20" creationId="{FEB1082B-7593-7A67-8C6D-AD69A6D69354}"/>
          </ac:spMkLst>
        </pc:spChg>
        <pc:spChg chg="add mod">
          <ac:chgData name="Yorbis Daniel Alarcon Rojas" userId="63682936-cb84-4b7a-8921-fced9b005de5" providerId="ADAL" clId="{445EFF98-CF8F-4C84-88F0-82B4A7246BAB}" dt="2025-06-30T02:49:16.621" v="2324" actId="1037"/>
          <ac:spMkLst>
            <pc:docMk/>
            <pc:sldMk cId="1354269187" sldId="317"/>
            <ac:spMk id="21" creationId="{34F43A6D-37E0-244E-BEA9-A8FCE8C3F24B}"/>
          </ac:spMkLst>
        </pc:spChg>
        <pc:spChg chg="add mod">
          <ac:chgData name="Yorbis Daniel Alarcon Rojas" userId="63682936-cb84-4b7a-8921-fced9b005de5" providerId="ADAL" clId="{445EFF98-CF8F-4C84-88F0-82B4A7246BAB}" dt="2025-06-30T02:49:16.621" v="2324" actId="1037"/>
          <ac:spMkLst>
            <pc:docMk/>
            <pc:sldMk cId="1354269187" sldId="317"/>
            <ac:spMk id="22" creationId="{804AA0D4-7430-74C6-8966-9E7D1C58FD23}"/>
          </ac:spMkLst>
        </pc:spChg>
        <pc:spChg chg="add mod">
          <ac:chgData name="Yorbis Daniel Alarcon Rojas" userId="63682936-cb84-4b7a-8921-fced9b005de5" providerId="ADAL" clId="{445EFF98-CF8F-4C84-88F0-82B4A7246BAB}" dt="2025-06-30T02:49:16.621" v="2324" actId="1037"/>
          <ac:spMkLst>
            <pc:docMk/>
            <pc:sldMk cId="1354269187" sldId="317"/>
            <ac:spMk id="23" creationId="{D45561BC-27A1-BEB4-35DB-D637E88B1365}"/>
          </ac:spMkLst>
        </pc:spChg>
        <pc:spChg chg="add mod">
          <ac:chgData name="Yorbis Daniel Alarcon Rojas" userId="63682936-cb84-4b7a-8921-fced9b005de5" providerId="ADAL" clId="{445EFF98-CF8F-4C84-88F0-82B4A7246BAB}" dt="2025-07-06T06:45:42.025" v="2551" actId="1076"/>
          <ac:spMkLst>
            <pc:docMk/>
            <pc:sldMk cId="1354269187" sldId="317"/>
            <ac:spMk id="24" creationId="{7C96E3D7-AECB-B37C-8DAE-FCB4C218F74C}"/>
          </ac:spMkLst>
        </pc:spChg>
        <pc:spChg chg="mod">
          <ac:chgData name="Yorbis Daniel Alarcon Rojas" userId="63682936-cb84-4b7a-8921-fced9b005de5" providerId="ADAL" clId="{445EFF98-CF8F-4C84-88F0-82B4A7246BAB}" dt="2025-06-30T02:42:55.741" v="1850" actId="1076"/>
          <ac:spMkLst>
            <pc:docMk/>
            <pc:sldMk cId="1354269187" sldId="317"/>
            <ac:spMk id="997" creationId="{862E1CAD-740C-E24A-13FB-9A9E12245A2D}"/>
          </ac:spMkLst>
        </pc:spChg>
        <pc:grpChg chg="mod">
          <ac:chgData name="Yorbis Daniel Alarcon Rojas" userId="63682936-cb84-4b7a-8921-fced9b005de5" providerId="ADAL" clId="{445EFF98-CF8F-4C84-88F0-82B4A7246BAB}" dt="2025-07-06T06:45:55.043" v="2553" actId="14100"/>
          <ac:grpSpMkLst>
            <pc:docMk/>
            <pc:sldMk cId="1354269187" sldId="317"/>
            <ac:grpSpMk id="2" creationId="{565D0777-A334-BC53-708B-9AFEF048C156}"/>
          </ac:grpSpMkLst>
        </pc:grpChg>
        <pc:grpChg chg="mod">
          <ac:chgData name="Yorbis Daniel Alarcon Rojas" userId="63682936-cb84-4b7a-8921-fced9b005de5" providerId="ADAL" clId="{445EFF98-CF8F-4C84-88F0-82B4A7246BAB}" dt="2025-06-30T02:42:28.354" v="1843"/>
          <ac:grpSpMkLst>
            <pc:docMk/>
            <pc:sldMk cId="1354269187" sldId="317"/>
            <ac:grpSpMk id="4" creationId="{7DF6575A-FC67-84A1-5F1D-4F72B9F62DA6}"/>
          </ac:grpSpMkLst>
        </pc:grpChg>
        <pc:cxnChg chg="mod">
          <ac:chgData name="Yorbis Daniel Alarcon Rojas" userId="63682936-cb84-4b7a-8921-fced9b005de5" providerId="ADAL" clId="{445EFF98-CF8F-4C84-88F0-82B4A7246BAB}" dt="2025-07-06T06:48:03.430" v="2590" actId="14100"/>
          <ac:cxnSpMkLst>
            <pc:docMk/>
            <pc:sldMk cId="1354269187" sldId="317"/>
            <ac:cxnSpMk id="14" creationId="{B2BB619A-DF5B-A07C-00FD-B52886CE8402}"/>
          </ac:cxnSpMkLst>
        </pc:cxnChg>
        <pc:cxnChg chg="mod">
          <ac:chgData name="Yorbis Daniel Alarcon Rojas" userId="63682936-cb84-4b7a-8921-fced9b005de5" providerId="ADAL" clId="{445EFF98-CF8F-4C84-88F0-82B4A7246BAB}" dt="2025-07-06T06:48:07.646" v="2591" actId="14100"/>
          <ac:cxnSpMkLst>
            <pc:docMk/>
            <pc:sldMk cId="1354269187" sldId="317"/>
            <ac:cxnSpMk id="15" creationId="{6E32E87B-7D58-22DD-D316-CDCF5AB80ED9}"/>
          </ac:cxnSpMkLst>
        </pc:cxnChg>
        <pc:cxnChg chg="mod">
          <ac:chgData name="Yorbis Daniel Alarcon Rojas" userId="63682936-cb84-4b7a-8921-fced9b005de5" providerId="ADAL" clId="{445EFF98-CF8F-4C84-88F0-82B4A7246BAB}" dt="2025-07-06T06:47:35.862" v="2586" actId="1037"/>
          <ac:cxnSpMkLst>
            <pc:docMk/>
            <pc:sldMk cId="1354269187" sldId="317"/>
            <ac:cxnSpMk id="16" creationId="{DF98C2F7-C99F-2BB5-AF59-D5C0ECEC8305}"/>
          </ac:cxnSpMkLst>
        </pc:cxnChg>
        <pc:cxnChg chg="mod">
          <ac:chgData name="Yorbis Daniel Alarcon Rojas" userId="63682936-cb84-4b7a-8921-fced9b005de5" providerId="ADAL" clId="{445EFF98-CF8F-4C84-88F0-82B4A7246BAB}" dt="2025-07-06T06:47:59.167" v="2589" actId="14100"/>
          <ac:cxnSpMkLst>
            <pc:docMk/>
            <pc:sldMk cId="1354269187" sldId="317"/>
            <ac:cxnSpMk id="17" creationId="{19D27BCB-508C-F436-7D29-4B0FCED04C06}"/>
          </ac:cxnSpMkLst>
        </pc:cxnChg>
        <pc:cxnChg chg="mod">
          <ac:chgData name="Yorbis Daniel Alarcon Rojas" userId="63682936-cb84-4b7a-8921-fced9b005de5" providerId="ADAL" clId="{445EFF98-CF8F-4C84-88F0-82B4A7246BAB}" dt="2025-07-06T06:47:52.992" v="2588" actId="14100"/>
          <ac:cxnSpMkLst>
            <pc:docMk/>
            <pc:sldMk cId="1354269187" sldId="317"/>
            <ac:cxnSpMk id="18" creationId="{1B76A34F-DDCD-30A2-B9B8-B4C0B968B6D0}"/>
          </ac:cxnSpMkLst>
        </pc:cxnChg>
        <pc:cxnChg chg="add mod">
          <ac:chgData name="Yorbis Daniel Alarcon Rojas" userId="63682936-cb84-4b7a-8921-fced9b005de5" providerId="ADAL" clId="{445EFF98-CF8F-4C84-88F0-82B4A7246BAB}" dt="2025-07-06T06:47:12.168" v="2563" actId="14100"/>
          <ac:cxnSpMkLst>
            <pc:docMk/>
            <pc:sldMk cId="1354269187" sldId="317"/>
            <ac:cxnSpMk id="26" creationId="{EB0BC819-E03A-6B74-A084-80D1FB35F98A}"/>
          </ac:cxnSpMkLst>
        </pc:cxnChg>
      </pc:sldChg>
      <pc:sldChg chg="addSp delSp modSp add mod">
        <pc:chgData name="Yorbis Daniel Alarcon Rojas" userId="63682936-cb84-4b7a-8921-fced9b005de5" providerId="ADAL" clId="{445EFF98-CF8F-4C84-88F0-82B4A7246BAB}" dt="2025-07-06T06:49:13.428" v="2595" actId="1076"/>
        <pc:sldMkLst>
          <pc:docMk/>
          <pc:sldMk cId="2883847715" sldId="318"/>
        </pc:sldMkLst>
        <pc:spChg chg="add mod">
          <ac:chgData name="Yorbis Daniel Alarcon Rojas" userId="63682936-cb84-4b7a-8921-fced9b005de5" providerId="ADAL" clId="{445EFF98-CF8F-4C84-88F0-82B4A7246BAB}" dt="2025-06-30T02:53:13.492" v="2447" actId="14100"/>
          <ac:spMkLst>
            <pc:docMk/>
            <pc:sldMk cId="2883847715" sldId="318"/>
            <ac:spMk id="4" creationId="{A178EA78-ED25-7295-2900-97BE199C5583}"/>
          </ac:spMkLst>
        </pc:spChg>
        <pc:spChg chg="mod">
          <ac:chgData name="Yorbis Daniel Alarcon Rojas" userId="63682936-cb84-4b7a-8921-fced9b005de5" providerId="ADAL" clId="{445EFF98-CF8F-4C84-88F0-82B4A7246BAB}" dt="2025-07-06T06:49:09.157" v="2594" actId="1076"/>
          <ac:spMkLst>
            <pc:docMk/>
            <pc:sldMk cId="2883847715" sldId="318"/>
            <ac:spMk id="1211" creationId="{14FAA3C4-131B-325F-28F5-BD135F817399}"/>
          </ac:spMkLst>
        </pc:spChg>
        <pc:spChg chg="add del mod">
          <ac:chgData name="Yorbis Daniel Alarcon Rojas" userId="63682936-cb84-4b7a-8921-fced9b005de5" providerId="ADAL" clId="{445EFF98-CF8F-4C84-88F0-82B4A7246BAB}" dt="2025-07-06T06:49:13.428" v="2595" actId="1076"/>
          <ac:spMkLst>
            <pc:docMk/>
            <pc:sldMk cId="2883847715" sldId="318"/>
            <ac:spMk id="1212" creationId="{0FC8F979-7BA2-5297-8F5D-28717FF92E74}"/>
          </ac:spMkLst>
        </pc:spChg>
      </pc:sldChg>
      <pc:sldMasterChg chg="setBg modSldLayout">
        <pc:chgData name="Yorbis Daniel Alarcon Rojas" userId="63682936-cb84-4b7a-8921-fced9b005de5" providerId="ADAL" clId="{445EFF98-CF8F-4C84-88F0-82B4A7246BAB}" dt="2025-06-30T02:18:13.729" v="1693"/>
        <pc:sldMasterMkLst>
          <pc:docMk/>
          <pc:sldMasterMk cId="0" sldId="2147483678"/>
        </pc:sldMasterMkLst>
        <pc:sldLayoutChg chg="setBg">
          <pc:chgData name="Yorbis Daniel Alarcon Rojas" userId="63682936-cb84-4b7a-8921-fced9b005de5" providerId="ADAL" clId="{445EFF98-CF8F-4C84-88F0-82B4A7246BAB}" dt="2025-06-30T02:18:13.729" v="1693"/>
          <pc:sldLayoutMkLst>
            <pc:docMk/>
            <pc:sldMasterMk cId="0" sldId="2147483678"/>
            <pc:sldLayoutMk cId="0" sldId="2147483648"/>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49"/>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0"/>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1"/>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2"/>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3"/>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4"/>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5"/>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6"/>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7"/>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8"/>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59"/>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0"/>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1"/>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2"/>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3"/>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4"/>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5"/>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6"/>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7"/>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8"/>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69"/>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70"/>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71"/>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72"/>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73"/>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74"/>
          </pc:sldLayoutMkLst>
        </pc:sldLayoutChg>
        <pc:sldLayoutChg chg="setBg">
          <pc:chgData name="Yorbis Daniel Alarcon Rojas" userId="63682936-cb84-4b7a-8921-fced9b005de5" providerId="ADAL" clId="{445EFF98-CF8F-4C84-88F0-82B4A7246BAB}" dt="2025-06-30T02:18:13.729" v="1693"/>
          <pc:sldLayoutMkLst>
            <pc:docMk/>
            <pc:sldMasterMk cId="0" sldId="2147483678"/>
            <pc:sldLayoutMk cId="0" sldId="2147483675"/>
          </pc:sldLayoutMkLst>
        </pc:sldLayoutChg>
      </pc:sldMasterChg>
      <pc:sldMasterChg chg="setBg modSldLayout">
        <pc:chgData name="Yorbis Daniel Alarcon Rojas" userId="63682936-cb84-4b7a-8921-fced9b005de5" providerId="ADAL" clId="{445EFF98-CF8F-4C84-88F0-82B4A7246BAB}" dt="2025-06-30T02:18:13.729" v="1693"/>
        <pc:sldMasterMkLst>
          <pc:docMk/>
          <pc:sldMasterMk cId="0" sldId="2147483679"/>
        </pc:sldMasterMkLst>
        <pc:sldLayoutChg chg="setBg">
          <pc:chgData name="Yorbis Daniel Alarcon Rojas" userId="63682936-cb84-4b7a-8921-fced9b005de5" providerId="ADAL" clId="{445EFF98-CF8F-4C84-88F0-82B4A7246BAB}" dt="2025-06-30T02:18:13.729" v="1693"/>
          <pc:sldLayoutMkLst>
            <pc:docMk/>
            <pc:sldMasterMk cId="0" sldId="2147483679"/>
            <pc:sldLayoutMk cId="0" sldId="2147483676"/>
          </pc:sldLayoutMkLst>
        </pc:sldLayoutChg>
        <pc:sldLayoutChg chg="setBg">
          <pc:chgData name="Yorbis Daniel Alarcon Rojas" userId="63682936-cb84-4b7a-8921-fced9b005de5" providerId="ADAL" clId="{445EFF98-CF8F-4C84-88F0-82B4A7246BAB}" dt="2025-06-30T02:18:13.729" v="1693"/>
          <pc:sldLayoutMkLst>
            <pc:docMk/>
            <pc:sldMasterMk cId="0" sldId="2147483679"/>
            <pc:sldLayoutMk cId="0" sldId="214748367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a:extLst>
            <a:ext uri="{FF2B5EF4-FFF2-40B4-BE49-F238E27FC236}">
              <a16:creationId xmlns:a16="http://schemas.microsoft.com/office/drawing/2014/main" id="{62F98521-5950-92E0-8BE5-E8911BA73FD4}"/>
            </a:ext>
          </a:extLst>
        </p:cNvPr>
        <p:cNvGrpSpPr/>
        <p:nvPr/>
      </p:nvGrpSpPr>
      <p:grpSpPr>
        <a:xfrm>
          <a:off x="0" y="0"/>
          <a:ext cx="0" cy="0"/>
          <a:chOff x="0" y="0"/>
          <a:chExt cx="0" cy="0"/>
        </a:xfrm>
      </p:grpSpPr>
      <p:sp>
        <p:nvSpPr>
          <p:cNvPr id="822" name="Google Shape;822;g20f41e19245_0_219:notes">
            <a:extLst>
              <a:ext uri="{FF2B5EF4-FFF2-40B4-BE49-F238E27FC236}">
                <a16:creationId xmlns:a16="http://schemas.microsoft.com/office/drawing/2014/main" id="{BE0C0E8B-1C0F-72BE-7610-D0F803F7EC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3" name="Google Shape;823;g20f41e19245_0_219:notes">
            <a:extLst>
              <a:ext uri="{FF2B5EF4-FFF2-40B4-BE49-F238E27FC236}">
                <a16:creationId xmlns:a16="http://schemas.microsoft.com/office/drawing/2014/main" id="{318613C3-2F0E-0CC7-9EB3-21C341C0C5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A </a:t>
            </a:r>
            <a:r>
              <a:rPr lang="en-US" sz="1100" b="1" i="0" u="none" strike="noStrike" cap="none" dirty="0">
                <a:solidFill>
                  <a:srgbClr val="000000"/>
                </a:solidFill>
                <a:effectLst/>
                <a:latin typeface="Arial"/>
                <a:ea typeface="Arial"/>
                <a:cs typeface="Arial"/>
                <a:sym typeface="Arial"/>
              </a:rPr>
              <a:t>New Framework </a:t>
            </a:r>
            <a:r>
              <a:rPr lang="en-US" sz="1100" b="0" i="0" u="none" strike="noStrike" cap="none" dirty="0">
                <a:solidFill>
                  <a:srgbClr val="000000"/>
                </a:solidFill>
                <a:effectLst/>
                <a:latin typeface="Arial"/>
                <a:ea typeface="Arial"/>
                <a:cs typeface="Arial"/>
                <a:sym typeface="Arial"/>
              </a:rPr>
              <a:t>and a </a:t>
            </a:r>
            <a:r>
              <a:rPr lang="en-US" sz="1100" b="1" i="0" u="none" strike="noStrike" cap="none" dirty="0">
                <a:solidFill>
                  <a:srgbClr val="000000"/>
                </a:solidFill>
                <a:effectLst/>
                <a:latin typeface="Arial"/>
                <a:ea typeface="Arial"/>
                <a:cs typeface="Arial"/>
                <a:sym typeface="Arial"/>
              </a:rPr>
              <a:t>new Benchmark</a:t>
            </a:r>
            <a:r>
              <a:rPr lang="en-US" sz="1100" b="0" i="0" u="none" strike="noStrike" cap="none" dirty="0">
                <a:solidFill>
                  <a:srgbClr val="000000"/>
                </a:solidFill>
                <a:effectLst/>
                <a:latin typeface="Arial"/>
                <a:ea typeface="Arial"/>
                <a:cs typeface="Arial"/>
                <a:sym typeface="Arial"/>
              </a:rPr>
              <a:t> for </a:t>
            </a:r>
            <a:r>
              <a:rPr lang="en-US" sz="1100" b="1" i="0" u="none" strike="noStrike" cap="none" dirty="0">
                <a:solidFill>
                  <a:srgbClr val="000000"/>
                </a:solidFill>
                <a:effectLst/>
                <a:latin typeface="Arial"/>
                <a:ea typeface="Arial"/>
                <a:cs typeface="Arial"/>
                <a:sym typeface="Arial"/>
              </a:rPr>
              <a:t>Advancing AI Research Agents</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This work bring us </a:t>
            </a:r>
            <a:r>
              <a:rPr lang="en-US" sz="1100" b="1" i="0" u="none" strike="noStrike" cap="none" dirty="0">
                <a:solidFill>
                  <a:srgbClr val="000000"/>
                </a:solidFill>
                <a:effectLst/>
                <a:latin typeface="Arial"/>
                <a:ea typeface="Arial"/>
                <a:cs typeface="Arial"/>
                <a:sym typeface="Arial"/>
              </a:rPr>
              <a:t>closer to building autonomous</a:t>
            </a:r>
            <a:r>
              <a:rPr lang="en-US" sz="1100" b="0" i="0" u="none" strike="noStrike" cap="none" dirty="0">
                <a:solidFill>
                  <a:srgbClr val="000000"/>
                </a:solidFill>
                <a:effectLst/>
                <a:latin typeface="Arial"/>
                <a:ea typeface="Arial"/>
                <a:cs typeface="Arial"/>
                <a:sym typeface="Arial"/>
              </a:rPr>
              <a:t> research agents that can </a:t>
            </a:r>
            <a:r>
              <a:rPr lang="en-US" sz="1100" b="1" i="0" u="none" strike="noStrike" cap="none" dirty="0">
                <a:solidFill>
                  <a:srgbClr val="000000"/>
                </a:solidFill>
                <a:effectLst/>
                <a:latin typeface="Arial"/>
                <a:ea typeface="Arial"/>
                <a:cs typeface="Arial"/>
                <a:sym typeface="Arial"/>
              </a:rPr>
              <a:t>plan</a:t>
            </a:r>
            <a:r>
              <a:rPr lang="en-US" sz="1100" b="0" i="0" u="none" strike="noStrike" cap="none" dirty="0">
                <a:solidFill>
                  <a:srgbClr val="000000"/>
                </a:solidFill>
                <a:effectLst/>
                <a:latin typeface="Arial"/>
                <a:ea typeface="Arial"/>
                <a:cs typeface="Arial"/>
                <a:sym typeface="Arial"/>
              </a:rPr>
              <a:t>, </a:t>
            </a:r>
            <a:r>
              <a:rPr lang="en-US" sz="1100" b="1" i="0" u="none" strike="noStrike" cap="none" dirty="0">
                <a:solidFill>
                  <a:srgbClr val="000000"/>
                </a:solidFill>
                <a:effectLst/>
                <a:latin typeface="Arial"/>
                <a:ea typeface="Arial"/>
                <a:cs typeface="Arial"/>
                <a:sym typeface="Arial"/>
              </a:rPr>
              <a:t>test</a:t>
            </a:r>
            <a:r>
              <a:rPr lang="en-US" sz="1100" b="0" i="0" u="none" strike="noStrike" cap="none" dirty="0">
                <a:solidFill>
                  <a:srgbClr val="000000"/>
                </a:solidFill>
                <a:effectLst/>
                <a:latin typeface="Arial"/>
                <a:ea typeface="Arial"/>
                <a:cs typeface="Arial"/>
                <a:sym typeface="Arial"/>
              </a:rPr>
              <a:t>, and </a:t>
            </a:r>
            <a:r>
              <a:rPr lang="en-US" sz="1100" b="1" i="0" u="none" strike="noStrike" cap="none" dirty="0">
                <a:solidFill>
                  <a:srgbClr val="000000"/>
                </a:solidFill>
                <a:effectLst/>
                <a:latin typeface="Arial"/>
                <a:ea typeface="Arial"/>
                <a:cs typeface="Arial"/>
                <a:sym typeface="Arial"/>
              </a:rPr>
              <a:t>improve</a:t>
            </a:r>
            <a:r>
              <a:rPr lang="en-US" sz="1100" b="0" i="0" u="none" strike="noStrike" cap="none" dirty="0">
                <a:solidFill>
                  <a:srgbClr val="000000"/>
                </a:solidFill>
                <a:effectLst/>
                <a:latin typeface="Arial"/>
                <a:ea typeface="Arial"/>
                <a:cs typeface="Arial"/>
                <a:sym typeface="Arial"/>
              </a:rPr>
              <a:t> scientific experiments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9485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¿Why do we need AR research Agents?</a:t>
            </a:r>
          </a:p>
          <a:p>
            <a:pPr lvl="0"/>
            <a:r>
              <a:rPr lang="en-US" sz="1100" b="0" i="0" u="none" strike="noStrike" cap="none" dirty="0">
                <a:solidFill>
                  <a:srgbClr val="000000"/>
                </a:solidFill>
                <a:effectLst/>
                <a:latin typeface="Arial"/>
                <a:ea typeface="Arial"/>
                <a:cs typeface="Arial"/>
                <a:sym typeface="Arial"/>
              </a:rPr>
              <a:t>Scientific research is very expensive, takes a lot of human effort, and progress can be slow. </a:t>
            </a:r>
          </a:p>
          <a:p>
            <a:pPr marL="158750" indent="0">
              <a:buNone/>
            </a:pPr>
            <a:r>
              <a:rPr lang="en-US" sz="1100" b="0" i="0" u="none" strike="noStrike" cap="none" dirty="0">
                <a:solidFill>
                  <a:srgbClr val="000000"/>
                </a:solidFill>
                <a:effectLst/>
                <a:latin typeface="Arial"/>
                <a:ea typeface="Arial"/>
                <a:cs typeface="Arial"/>
                <a:sym typeface="Arial"/>
              </a:rPr>
              <a:t>And, additionally, </a:t>
            </a:r>
          </a:p>
          <a:p>
            <a:pPr lvl="0"/>
            <a:r>
              <a:rPr lang="en-US" sz="1100" b="0" i="0" u="none" strike="noStrike" cap="none" dirty="0">
                <a:solidFill>
                  <a:srgbClr val="000000"/>
                </a:solidFill>
                <a:effectLst/>
                <a:latin typeface="Arial"/>
                <a:ea typeface="Arial"/>
                <a:cs typeface="Arial"/>
                <a:sym typeface="Arial"/>
              </a:rPr>
              <a:t>Large Language models can help automate repetitive parts or research, </a:t>
            </a:r>
          </a:p>
          <a:p>
            <a:pPr marL="158750" indent="0">
              <a:buNone/>
            </a:pPr>
            <a:endParaRPr lang="en-US" sz="1100" b="0" i="0" u="none" strike="noStrike" cap="none" dirty="0">
              <a:solidFill>
                <a:srgbClr val="000000"/>
              </a:solidFill>
              <a:effectLst/>
              <a:latin typeface="Arial"/>
              <a:ea typeface="Arial"/>
              <a:cs typeface="Arial"/>
              <a:sym typeface="Arial"/>
            </a:endParaRPr>
          </a:p>
          <a:p>
            <a:pPr marL="158750" indent="0">
              <a:buNone/>
            </a:pPr>
            <a:r>
              <a:rPr lang="en-US" sz="1100" b="0" i="0" u="none" strike="noStrike" cap="none" dirty="0">
                <a:solidFill>
                  <a:srgbClr val="000000"/>
                </a:solidFill>
                <a:effectLst/>
                <a:latin typeface="Arial"/>
                <a:ea typeface="Arial"/>
                <a:cs typeface="Arial"/>
                <a:sym typeface="Arial"/>
              </a:rPr>
              <a:t>So, Why </a:t>
            </a:r>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 </a:t>
            </a:r>
          </a:p>
          <a:p>
            <a:pPr lvl="0"/>
            <a:r>
              <a:rPr lang="en-US" sz="1100" b="0" i="0" u="none" strike="noStrike" cap="none" dirty="0">
                <a:solidFill>
                  <a:srgbClr val="000000"/>
                </a:solidFill>
                <a:effectLst/>
                <a:latin typeface="Arial"/>
                <a:ea typeface="Arial"/>
                <a:cs typeface="Arial"/>
                <a:sym typeface="Arial"/>
              </a:rPr>
              <a:t>Because LLMs need a standardized environment to be trained and evaluated. A kind of Framework to be more precise. </a:t>
            </a:r>
          </a:p>
          <a:p>
            <a:pPr marL="158750" indent="0">
              <a:buNone/>
            </a:pPr>
            <a:r>
              <a:rPr lang="en-US" sz="1100" b="0" i="0" u="none" strike="noStrike" cap="none" dirty="0">
                <a:solidFill>
                  <a:srgbClr val="000000"/>
                </a:solidFill>
                <a:effectLst/>
                <a:latin typeface="Arial"/>
                <a:ea typeface="Arial"/>
                <a:cs typeface="Arial"/>
                <a:sym typeface="Arial"/>
              </a:rPr>
              <a:t>Finally, </a:t>
            </a:r>
          </a:p>
          <a:p>
            <a:pPr lvl="0"/>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 is designed exactly for acting like a GYM for AI Research Agents… Supporting multiple domains and including a robust benchmark.</a:t>
            </a:r>
          </a:p>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a:extLst>
            <a:ext uri="{FF2B5EF4-FFF2-40B4-BE49-F238E27FC236}">
              <a16:creationId xmlns:a16="http://schemas.microsoft.com/office/drawing/2014/main" id="{A333AB8D-28F6-A4E9-81A0-57996B3F22AB}"/>
            </a:ext>
          </a:extLst>
        </p:cNvPr>
        <p:cNvGrpSpPr/>
        <p:nvPr/>
      </p:nvGrpSpPr>
      <p:grpSpPr>
        <a:xfrm>
          <a:off x="0" y="0"/>
          <a:ext cx="0" cy="0"/>
          <a:chOff x="0" y="0"/>
          <a:chExt cx="0" cy="0"/>
        </a:xfrm>
      </p:grpSpPr>
      <p:sp>
        <p:nvSpPr>
          <p:cNvPr id="805" name="Google Shape;805;gd1bf8d60a4_0_26:notes">
            <a:extLst>
              <a:ext uri="{FF2B5EF4-FFF2-40B4-BE49-F238E27FC236}">
                <a16:creationId xmlns:a16="http://schemas.microsoft.com/office/drawing/2014/main" id="{0B658CB2-3C93-DF4B-9570-09F29583CB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d1bf8d60a4_0_26:notes">
            <a:extLst>
              <a:ext uri="{FF2B5EF4-FFF2-40B4-BE49-F238E27FC236}">
                <a16:creationId xmlns:a16="http://schemas.microsoft.com/office/drawing/2014/main" id="{1F77B07F-3A26-B4BD-B183-20B98FC3EA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About the Architecture Overview…</a:t>
            </a:r>
          </a:p>
          <a:p>
            <a:pPr marL="158750" indent="0">
              <a:buNone/>
            </a:pPr>
            <a:r>
              <a:rPr lang="en-US" sz="1100" b="0" i="0" u="none" strike="noStrike" cap="none" dirty="0">
                <a:solidFill>
                  <a:srgbClr val="000000"/>
                </a:solidFill>
                <a:effectLst/>
                <a:latin typeface="Arial"/>
                <a:ea typeface="Arial"/>
                <a:cs typeface="Arial"/>
                <a:sym typeface="Arial"/>
              </a:rPr>
              <a:t>the Architecture is divided into multiple parts…</a:t>
            </a:r>
          </a:p>
          <a:p>
            <a:pPr lvl="0"/>
            <a:r>
              <a:rPr lang="en-US" sz="1100" b="0" i="0" u="none" strike="noStrike" cap="none" dirty="0">
                <a:solidFill>
                  <a:srgbClr val="000000"/>
                </a:solidFill>
                <a:effectLst/>
                <a:latin typeface="Arial"/>
                <a:ea typeface="Arial"/>
                <a:cs typeface="Arial"/>
                <a:sym typeface="Arial"/>
              </a:rPr>
              <a:t>Where one of them is the </a:t>
            </a:r>
            <a:r>
              <a:rPr lang="en-US" sz="1100" b="1" i="0" u="none" strike="noStrike" cap="none" dirty="0">
                <a:solidFill>
                  <a:srgbClr val="000000"/>
                </a:solidFill>
                <a:effectLst/>
                <a:latin typeface="Arial"/>
                <a:ea typeface="Arial"/>
                <a:cs typeface="Arial"/>
                <a:sym typeface="Arial"/>
              </a:rPr>
              <a:t>Agent</a:t>
            </a:r>
            <a:r>
              <a:rPr lang="en-US" sz="1100" b="0" i="0" u="none" strike="noStrike" cap="none" dirty="0">
                <a:solidFill>
                  <a:srgbClr val="000000"/>
                </a:solidFill>
                <a:effectLst/>
                <a:latin typeface="Arial"/>
                <a:ea typeface="Arial"/>
                <a:cs typeface="Arial"/>
                <a:sym typeface="Arial"/>
              </a:rPr>
              <a:t>, that is like the </a:t>
            </a:r>
            <a:r>
              <a:rPr lang="en-US" sz="1100" b="1" i="0" u="none" strike="noStrike" cap="none" dirty="0">
                <a:solidFill>
                  <a:srgbClr val="000000"/>
                </a:solidFill>
                <a:effectLst/>
                <a:latin typeface="Arial"/>
                <a:ea typeface="Arial"/>
                <a:cs typeface="Arial"/>
                <a:sym typeface="Arial"/>
              </a:rPr>
              <a:t>brain</a:t>
            </a:r>
            <a:r>
              <a:rPr lang="en-US" sz="1100" b="0" i="0" u="none" strike="noStrike" cap="none" dirty="0">
                <a:solidFill>
                  <a:srgbClr val="000000"/>
                </a:solidFill>
                <a:effectLst/>
                <a:latin typeface="Arial"/>
                <a:ea typeface="Arial"/>
                <a:cs typeface="Arial"/>
                <a:sym typeface="Arial"/>
              </a:rPr>
              <a:t>… This brain </a:t>
            </a:r>
            <a:r>
              <a:rPr lang="en-US" sz="1100" b="1" i="0" u="none" strike="noStrike" cap="none" dirty="0">
                <a:solidFill>
                  <a:srgbClr val="000000"/>
                </a:solidFill>
                <a:effectLst/>
                <a:latin typeface="Arial"/>
                <a:ea typeface="Arial"/>
                <a:cs typeface="Arial"/>
                <a:sym typeface="Arial"/>
              </a:rPr>
              <a:t>plans, decides and executes commands,</a:t>
            </a:r>
            <a:r>
              <a:rPr lang="en-US" sz="1100" b="0" i="0" u="none" strike="noStrike" cap="none" dirty="0">
                <a:solidFill>
                  <a:srgbClr val="000000"/>
                </a:solidFill>
                <a:effectLst/>
                <a:latin typeface="Arial"/>
                <a:ea typeface="Arial"/>
                <a:cs typeface="Arial"/>
                <a:sym typeface="Arial"/>
              </a:rPr>
              <a:t> </a:t>
            </a:r>
          </a:p>
          <a:p>
            <a:pPr lvl="0"/>
            <a:r>
              <a:rPr lang="en-US" sz="1100" b="0" i="0" u="none" strike="noStrike" cap="none" dirty="0">
                <a:solidFill>
                  <a:srgbClr val="000000"/>
                </a:solidFill>
                <a:effectLst/>
                <a:latin typeface="Arial"/>
                <a:ea typeface="Arial"/>
                <a:cs typeface="Arial"/>
                <a:sym typeface="Arial"/>
              </a:rPr>
              <a:t>Then, there is the </a:t>
            </a:r>
            <a:r>
              <a:rPr lang="en-US" sz="1100" b="1" i="0" u="none" strike="noStrike" cap="none" dirty="0">
                <a:solidFill>
                  <a:srgbClr val="000000"/>
                </a:solidFill>
                <a:effectLst/>
                <a:latin typeface="Arial"/>
                <a:ea typeface="Arial"/>
                <a:cs typeface="Arial"/>
                <a:sym typeface="Arial"/>
              </a:rPr>
              <a:t>Lab or Environment</a:t>
            </a:r>
            <a:r>
              <a:rPr lang="en-US" sz="1100" b="0" i="0" u="none" strike="noStrike" cap="none" dirty="0">
                <a:solidFill>
                  <a:srgbClr val="000000"/>
                </a:solidFill>
                <a:effectLst/>
                <a:latin typeface="Arial"/>
                <a:ea typeface="Arial"/>
                <a:cs typeface="Arial"/>
                <a:sym typeface="Arial"/>
              </a:rPr>
              <a:t>, where </a:t>
            </a:r>
            <a:r>
              <a:rPr lang="en-US" sz="1100" b="1" i="0" u="none" strike="noStrike" cap="none" dirty="0">
                <a:solidFill>
                  <a:srgbClr val="000000"/>
                </a:solidFill>
                <a:effectLst/>
                <a:latin typeface="Arial"/>
                <a:ea typeface="Arial"/>
                <a:cs typeface="Arial"/>
                <a:sym typeface="Arial"/>
              </a:rPr>
              <a:t>experiments are run</a:t>
            </a:r>
            <a:r>
              <a:rPr lang="en-US" sz="1100" b="0" i="0" u="none" strike="noStrike" cap="none" dirty="0">
                <a:solidFill>
                  <a:srgbClr val="000000"/>
                </a:solidFill>
                <a:effectLst/>
                <a:latin typeface="Arial"/>
                <a:ea typeface="Arial"/>
                <a:cs typeface="Arial"/>
                <a:sym typeface="Arial"/>
              </a:rPr>
              <a:t>, using Docker for security and reproducibility. </a:t>
            </a:r>
          </a:p>
          <a:p>
            <a:pPr lvl="0"/>
            <a:r>
              <a:rPr lang="en-US" sz="1100" b="1" i="0" u="none" strike="noStrike" cap="none" dirty="0">
                <a:solidFill>
                  <a:srgbClr val="000000"/>
                </a:solidFill>
                <a:effectLst/>
                <a:latin typeface="Arial"/>
                <a:ea typeface="Arial"/>
                <a:cs typeface="Arial"/>
                <a:sym typeface="Arial"/>
              </a:rPr>
              <a:t>Tasks</a:t>
            </a:r>
            <a:r>
              <a:rPr lang="en-US" sz="1100" b="0" i="0" u="none" strike="noStrike" cap="none" dirty="0">
                <a:solidFill>
                  <a:srgbClr val="000000"/>
                </a:solidFill>
                <a:effectLst/>
                <a:latin typeface="Arial"/>
                <a:ea typeface="Arial"/>
                <a:cs typeface="Arial"/>
                <a:sym typeface="Arial"/>
              </a:rPr>
              <a:t> are also part of the Architecture, and they are like </a:t>
            </a:r>
            <a:r>
              <a:rPr lang="en-US" sz="1100" b="1" i="0" u="none" strike="noStrike" cap="none" dirty="0">
                <a:solidFill>
                  <a:srgbClr val="000000"/>
                </a:solidFill>
                <a:effectLst/>
                <a:latin typeface="Arial"/>
                <a:ea typeface="Arial"/>
                <a:cs typeface="Arial"/>
                <a:sym typeface="Arial"/>
              </a:rPr>
              <a:t>the experiments themselves</a:t>
            </a:r>
            <a:endParaRPr lang="en-US" sz="1100" b="0" i="0" u="none" strike="noStrike" cap="none" dirty="0">
              <a:solidFill>
                <a:srgbClr val="000000"/>
              </a:solidFill>
              <a:effectLst/>
              <a:latin typeface="Arial"/>
              <a:ea typeface="Arial"/>
              <a:cs typeface="Arial"/>
              <a:sym typeface="Arial"/>
            </a:endParaRPr>
          </a:p>
          <a:p>
            <a:pPr lvl="0"/>
            <a:r>
              <a:rPr lang="en-US" sz="1100" b="1" i="0" u="none" strike="noStrike" cap="none" dirty="0">
                <a:solidFill>
                  <a:srgbClr val="000000"/>
                </a:solidFill>
                <a:effectLst/>
                <a:latin typeface="Arial"/>
                <a:ea typeface="Arial"/>
                <a:cs typeface="Arial"/>
                <a:sym typeface="Arial"/>
              </a:rPr>
              <a:t>Datasets </a:t>
            </a:r>
            <a:r>
              <a:rPr lang="en-US" sz="1100" b="0" i="0" u="none" strike="noStrike" cap="none" dirty="0">
                <a:solidFill>
                  <a:srgbClr val="000000"/>
                </a:solidFill>
                <a:effectLst/>
                <a:latin typeface="Arial"/>
                <a:ea typeface="Arial"/>
                <a:cs typeface="Arial"/>
                <a:sym typeface="Arial"/>
              </a:rPr>
              <a:t>that </a:t>
            </a:r>
            <a:r>
              <a:rPr lang="en-US" sz="1100" b="1" i="0" u="none" strike="noStrike" cap="none" dirty="0">
                <a:solidFill>
                  <a:srgbClr val="000000"/>
                </a:solidFill>
                <a:effectLst/>
                <a:latin typeface="Arial"/>
                <a:ea typeface="Arial"/>
                <a:cs typeface="Arial"/>
                <a:sym typeface="Arial"/>
              </a:rPr>
              <a:t>provide</a:t>
            </a:r>
            <a:r>
              <a:rPr lang="en-US" sz="1100" b="0" i="0" u="none" strike="noStrike" cap="none" dirty="0">
                <a:solidFill>
                  <a:srgbClr val="000000"/>
                </a:solidFill>
                <a:effectLst/>
                <a:latin typeface="Arial"/>
                <a:ea typeface="Arial"/>
                <a:cs typeface="Arial"/>
                <a:sym typeface="Arial"/>
              </a:rPr>
              <a:t> the </a:t>
            </a:r>
            <a:r>
              <a:rPr lang="en-US" sz="1100" b="1" i="0" u="none" strike="noStrike" cap="none" dirty="0">
                <a:solidFill>
                  <a:srgbClr val="000000"/>
                </a:solidFill>
                <a:effectLst/>
                <a:latin typeface="Arial"/>
                <a:ea typeface="Arial"/>
                <a:cs typeface="Arial"/>
                <a:sym typeface="Arial"/>
              </a:rPr>
              <a:t>materials</a:t>
            </a:r>
            <a:r>
              <a:rPr lang="en-US" sz="1100" b="0" i="0" u="none" strike="noStrike" cap="none" dirty="0">
                <a:solidFill>
                  <a:srgbClr val="000000"/>
                </a:solidFill>
                <a:effectLst/>
                <a:latin typeface="Arial"/>
                <a:ea typeface="Arial"/>
                <a:cs typeface="Arial"/>
                <a:sym typeface="Arial"/>
              </a:rPr>
              <a:t>. And finally…</a:t>
            </a:r>
          </a:p>
          <a:p>
            <a:pPr lvl="0"/>
            <a:r>
              <a:rPr lang="en-US" sz="1100" b="1" i="0" u="none" strike="noStrike" cap="none" dirty="0">
                <a:solidFill>
                  <a:srgbClr val="000000"/>
                </a:solidFill>
                <a:effectLst/>
                <a:latin typeface="Arial"/>
                <a:ea typeface="Arial"/>
                <a:cs typeface="Arial"/>
                <a:sym typeface="Arial"/>
              </a:rPr>
              <a:t>Tools </a:t>
            </a:r>
            <a:r>
              <a:rPr lang="en-US" sz="1100" b="0" i="0" u="none" strike="noStrike" cap="none" dirty="0">
                <a:solidFill>
                  <a:srgbClr val="000000"/>
                </a:solidFill>
                <a:effectLst/>
                <a:latin typeface="Arial"/>
                <a:ea typeface="Arial"/>
                <a:cs typeface="Arial"/>
                <a:sym typeface="Arial"/>
              </a:rPr>
              <a:t>like *Search or *File Editing, that help the agents to have more abilities. </a:t>
            </a:r>
          </a:p>
          <a:p>
            <a:pPr marL="158750" indent="0">
              <a:buNone/>
            </a:pPr>
            <a:r>
              <a:rPr lang="en-US" sz="1100" b="0" i="0" u="none" strike="noStrike" cap="none" dirty="0">
                <a:solidFill>
                  <a:srgbClr val="000000"/>
                </a:solidFill>
                <a:effectLst/>
                <a:latin typeface="Arial"/>
                <a:ea typeface="Arial"/>
                <a:cs typeface="Arial"/>
                <a:sym typeface="Arial"/>
              </a:rPr>
              <a:t>This separation of elements makes </a:t>
            </a:r>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 very </a:t>
            </a:r>
            <a:r>
              <a:rPr lang="en-US" sz="1100" b="1" i="0" u="none" strike="noStrike" cap="none" dirty="0">
                <a:solidFill>
                  <a:srgbClr val="000000"/>
                </a:solidFill>
                <a:effectLst/>
                <a:latin typeface="Arial"/>
                <a:ea typeface="Arial"/>
                <a:cs typeface="Arial"/>
                <a:sym typeface="Arial"/>
              </a:rPr>
              <a:t>modular</a:t>
            </a:r>
            <a:r>
              <a:rPr lang="en-US" sz="1100" b="0" i="0" u="none" strike="noStrike" cap="none" dirty="0">
                <a:solidFill>
                  <a:srgbClr val="000000"/>
                </a:solidFill>
                <a:effectLst/>
                <a:latin typeface="Arial"/>
                <a:ea typeface="Arial"/>
                <a:cs typeface="Arial"/>
                <a:sym typeface="Arial"/>
              </a:rPr>
              <a:t> and </a:t>
            </a:r>
            <a:r>
              <a:rPr lang="en-US" sz="1100" b="1" i="0" u="none" strike="noStrike" cap="none" dirty="0">
                <a:solidFill>
                  <a:srgbClr val="000000"/>
                </a:solidFill>
                <a:effectLst/>
                <a:latin typeface="Arial"/>
                <a:ea typeface="Arial"/>
                <a:cs typeface="Arial"/>
                <a:sym typeface="Arial"/>
              </a:rPr>
              <a:t>easy to extend</a:t>
            </a:r>
            <a:endParaRPr lang="en-US" sz="1100" b="0" i="0" u="none" strike="noStrike" cap="none" dirty="0">
              <a:solidFill>
                <a:srgbClr val="000000"/>
              </a:solidFill>
              <a:effectLst/>
              <a:latin typeface="Arial"/>
              <a:ea typeface="Arial"/>
              <a:cs typeface="Arial"/>
              <a:sym typeface="Arial"/>
            </a:endParaRPr>
          </a:p>
          <a:p>
            <a:pPr marL="158750" indent="0">
              <a:buNone/>
            </a:pPr>
            <a:r>
              <a:rPr lang="en-US" sz="1100" b="0" i="0" u="none" strike="noStrike" cap="none" dirty="0">
                <a:solidFill>
                  <a:srgbClr val="000000"/>
                </a:solidFill>
                <a:effectLst/>
                <a:latin typeface="Arial"/>
                <a:ea typeface="Arial"/>
                <a:cs typeface="Arial"/>
                <a:sym typeface="Arial"/>
              </a:rPr>
              <a:t> </a:t>
            </a:r>
          </a:p>
          <a:p>
            <a:pPr marL="158750" indent="0">
              <a:buNone/>
            </a:pPr>
            <a:r>
              <a:rPr lang="en-US" sz="1100" b="0" i="0" u="none" strike="noStrike" cap="none" dirty="0">
                <a:solidFill>
                  <a:srgbClr val="000000"/>
                </a:solidFill>
                <a:effectLst/>
                <a:latin typeface="Arial"/>
                <a:ea typeface="Arial"/>
                <a:cs typeface="Arial"/>
                <a:sym typeface="Arial"/>
              </a:rPr>
              <a:t>How does this interaction work?</a:t>
            </a:r>
          </a:p>
          <a:p>
            <a:pPr lvl="0"/>
            <a:r>
              <a:rPr lang="en-US" sz="1100" b="0" i="0" u="none" strike="noStrike" cap="none" dirty="0">
                <a:solidFill>
                  <a:srgbClr val="000000"/>
                </a:solidFill>
                <a:effectLst/>
                <a:latin typeface="Arial"/>
                <a:ea typeface="Arial"/>
                <a:cs typeface="Arial"/>
                <a:sym typeface="Arial"/>
              </a:rPr>
              <a:t>The Agent analyzes the task, reviews documentation, and generates a command… For examples</a:t>
            </a:r>
            <a:r>
              <a:rPr lang="en-US" sz="1100" b="0" i="0" u="none" strike="noStrike" cap="none" dirty="0">
                <a:solidFill>
                  <a:srgbClr val="000000"/>
                </a:solidFill>
                <a:effectLst/>
                <a:latin typeface="Arial"/>
                <a:ea typeface="Arial"/>
                <a:cs typeface="Arial"/>
                <a:sym typeface="Wingdings" panose="05000000000000000000" pitchFamily="2" charset="2"/>
              </a:rPr>
              <a:t></a:t>
            </a:r>
            <a:r>
              <a:rPr lang="en-US" sz="1100" b="0" i="0" u="none" strike="noStrike" cap="none" dirty="0">
                <a:solidFill>
                  <a:srgbClr val="000000"/>
                </a:solidFill>
                <a:effectLst/>
                <a:latin typeface="Arial"/>
                <a:ea typeface="Arial"/>
                <a:cs typeface="Arial"/>
                <a:sym typeface="Arial"/>
              </a:rPr>
              <a:t> READING A FILE… MODIFYING A CODE</a:t>
            </a:r>
          </a:p>
          <a:p>
            <a:pPr lvl="0"/>
            <a:r>
              <a:rPr lang="en-US" sz="1100" b="0" i="0" u="none" strike="noStrike" cap="none" dirty="0">
                <a:solidFill>
                  <a:srgbClr val="000000"/>
                </a:solidFill>
                <a:effectLst/>
                <a:latin typeface="Arial"/>
                <a:ea typeface="Arial"/>
                <a:cs typeface="Arial"/>
                <a:sym typeface="Arial"/>
              </a:rPr>
              <a:t>Then in the Gymnasium Environment, the system evaluates whether the command worked or not… and returns the result to the agent (Feedback).. And the Agent adjusts its decisions based on that feedback. </a:t>
            </a:r>
          </a:p>
          <a:p>
            <a:pPr marL="158750" indent="0">
              <a:buNone/>
            </a:pPr>
            <a:r>
              <a:rPr lang="en-US" sz="1100" b="0" i="0" u="none" strike="noStrike" cap="none" dirty="0">
                <a:solidFill>
                  <a:srgbClr val="000000"/>
                </a:solidFill>
                <a:effectLst/>
                <a:latin typeface="Arial"/>
                <a:ea typeface="Arial"/>
                <a:cs typeface="Arial"/>
                <a:sym typeface="Arial"/>
              </a:rPr>
              <a:t>It creates a loop of </a:t>
            </a:r>
            <a:r>
              <a:rPr lang="en-US" sz="1100" b="0" i="0" u="none" strike="noStrike" cap="none" dirty="0">
                <a:solidFill>
                  <a:srgbClr val="000000"/>
                </a:solidFill>
                <a:effectLst/>
                <a:latin typeface="Arial"/>
                <a:ea typeface="Arial"/>
                <a:cs typeface="Arial"/>
                <a:sym typeface="Wingdings" panose="05000000000000000000" pitchFamily="2" charset="2"/>
              </a:rPr>
              <a:t></a:t>
            </a:r>
            <a:r>
              <a:rPr lang="en-US" sz="1100" b="0" i="0" u="none" strike="noStrike" cap="none" dirty="0">
                <a:solidFill>
                  <a:srgbClr val="000000"/>
                </a:solidFill>
                <a:effectLst/>
                <a:latin typeface="Arial"/>
                <a:ea typeface="Arial"/>
                <a:cs typeface="Arial"/>
                <a:sym typeface="Arial"/>
              </a:rPr>
              <a:t> Reason – Take Action – Evaluate – Adjust – Repeat </a:t>
            </a:r>
          </a:p>
          <a:p>
            <a:pPr marL="158750" indent="0">
              <a:buNone/>
            </a:pPr>
            <a:endParaRPr lang="en-US" sz="1100" b="0" i="0" u="none" strike="noStrike" cap="none" dirty="0">
              <a:solidFill>
                <a:srgbClr val="000000"/>
              </a:solidFill>
              <a:effectLst/>
              <a:latin typeface="Arial"/>
              <a:ea typeface="Arial"/>
              <a:cs typeface="Arial"/>
              <a:sym typeface="Arial"/>
            </a:endParaRPr>
          </a:p>
          <a:p>
            <a:pPr marL="158750" indent="0">
              <a:buNone/>
            </a:pPr>
            <a:r>
              <a:rPr lang="en-US" sz="1100" b="0" i="0" u="none" strike="noStrike" cap="none" dirty="0">
                <a:solidFill>
                  <a:srgbClr val="000000"/>
                </a:solidFill>
                <a:effectLst/>
                <a:latin typeface="Arial"/>
                <a:ea typeface="Arial"/>
                <a:cs typeface="Arial"/>
                <a:sym typeface="Arial"/>
              </a:rPr>
              <a:t>(The computer is the “executor” of the commands - where the agent’s actions are actually carried out,)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944092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d1bf8d60a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d1bf8d60a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NOW LET’S BREAK DOWN EACH PIECE:</a:t>
            </a:r>
          </a:p>
          <a:p>
            <a:pPr lvl="0"/>
            <a:r>
              <a:rPr lang="en-US" sz="1100" b="0" i="0" u="none" strike="noStrike" cap="none" dirty="0">
                <a:solidFill>
                  <a:srgbClr val="000000"/>
                </a:solidFill>
                <a:effectLst/>
                <a:latin typeface="Arial"/>
                <a:ea typeface="Arial"/>
                <a:cs typeface="Arial"/>
                <a:sym typeface="Arial"/>
              </a:rPr>
              <a:t>The </a:t>
            </a:r>
            <a:r>
              <a:rPr lang="en-US" sz="1100" b="1" i="0" u="none" strike="noStrike" cap="none" dirty="0">
                <a:solidFill>
                  <a:srgbClr val="000000"/>
                </a:solidFill>
                <a:effectLst/>
                <a:latin typeface="Arial"/>
                <a:ea typeface="Arial"/>
                <a:cs typeface="Arial"/>
                <a:sym typeface="Arial"/>
              </a:rPr>
              <a:t>Agent</a:t>
            </a:r>
            <a:r>
              <a:rPr lang="en-US" sz="1100" b="0" i="0" u="none" strike="noStrike" cap="none" dirty="0">
                <a:solidFill>
                  <a:srgbClr val="000000"/>
                </a:solidFill>
                <a:effectLst/>
                <a:latin typeface="Arial"/>
                <a:ea typeface="Arial"/>
                <a:cs typeface="Arial"/>
                <a:sym typeface="Arial"/>
              </a:rPr>
              <a:t> </a:t>
            </a:r>
            <a:r>
              <a:rPr lang="en-US" sz="1100" b="0" i="0" u="sng" strike="noStrike" cap="none" dirty="0">
                <a:solidFill>
                  <a:srgbClr val="000000"/>
                </a:solidFill>
                <a:effectLst/>
                <a:latin typeface="Arial"/>
                <a:ea typeface="Arial"/>
                <a:cs typeface="Arial"/>
                <a:sym typeface="Arial"/>
              </a:rPr>
              <a:t>is POWERED by</a:t>
            </a:r>
            <a:r>
              <a:rPr lang="en-US" sz="1100" b="0" i="0" u="none" strike="noStrike" cap="none" dirty="0">
                <a:solidFill>
                  <a:srgbClr val="000000"/>
                </a:solidFill>
                <a:effectLst/>
                <a:latin typeface="Arial"/>
                <a:ea typeface="Arial"/>
                <a:cs typeface="Arial"/>
                <a:sym typeface="Arial"/>
              </a:rPr>
              <a:t> LLMs, with a memory module for long tasks, and is connected through an </a:t>
            </a:r>
            <a:r>
              <a:rPr lang="en-US" sz="1100" b="1" i="0" u="none" strike="noStrike" cap="none" dirty="0">
                <a:solidFill>
                  <a:srgbClr val="000000"/>
                </a:solidFill>
                <a:effectLst/>
                <a:latin typeface="Arial"/>
                <a:ea typeface="Arial"/>
                <a:cs typeface="Arial"/>
                <a:sym typeface="Arial"/>
              </a:rPr>
              <a:t>agentic harness</a:t>
            </a:r>
            <a:r>
              <a:rPr lang="en-US" sz="1100" b="0" i="0" u="none" strike="noStrike" cap="none" dirty="0">
                <a:solidFill>
                  <a:srgbClr val="000000"/>
                </a:solidFill>
                <a:effectLst/>
                <a:latin typeface="Arial"/>
                <a:ea typeface="Arial"/>
                <a:cs typeface="Arial"/>
                <a:sym typeface="Arial"/>
              </a:rPr>
              <a:t> to standardize evaluation…  </a:t>
            </a:r>
          </a:p>
          <a:p>
            <a:pPr marL="158750" indent="0">
              <a:buNone/>
            </a:pPr>
            <a:r>
              <a:rPr lang="en-US" sz="1100" b="0" i="0" u="none" strike="noStrike" cap="none" dirty="0">
                <a:solidFill>
                  <a:srgbClr val="000000"/>
                </a:solidFill>
                <a:effectLst/>
                <a:latin typeface="Arial"/>
                <a:ea typeface="Arial"/>
                <a:cs typeface="Arial"/>
                <a:sym typeface="Arial"/>
              </a:rPr>
              <a:t>Agentic harness refers to a FRAMEWORK or INTERFACE that connects the LLM to the environment… It is like a Bridge… between the LLM and the tools, data and task. Thanks to this, researchers can swap in different LLMs (Gemini, Claude…) while keeping everything else the same </a:t>
            </a:r>
          </a:p>
          <a:p>
            <a:pPr lvl="0"/>
            <a:r>
              <a:rPr lang="en-US" sz="1100" b="0" i="0" u="none" strike="noStrike" cap="none" dirty="0">
                <a:solidFill>
                  <a:srgbClr val="000000"/>
                </a:solidFill>
                <a:effectLst/>
                <a:latin typeface="Arial"/>
                <a:ea typeface="Arial"/>
                <a:cs typeface="Arial"/>
                <a:sym typeface="Arial"/>
              </a:rPr>
              <a:t>The </a:t>
            </a:r>
            <a:r>
              <a:rPr lang="en-US" sz="1100" b="1" i="0" u="none" strike="noStrike" cap="none" dirty="0">
                <a:solidFill>
                  <a:srgbClr val="000000"/>
                </a:solidFill>
                <a:effectLst/>
                <a:latin typeface="Arial"/>
                <a:ea typeface="Arial"/>
                <a:cs typeface="Arial"/>
                <a:sym typeface="Arial"/>
              </a:rPr>
              <a:t>Environment</a:t>
            </a:r>
            <a:r>
              <a:rPr lang="en-US" sz="1100" b="0" i="0" u="none" strike="noStrike" cap="none" dirty="0">
                <a:solidFill>
                  <a:srgbClr val="000000"/>
                </a:solidFill>
                <a:effectLst/>
                <a:latin typeface="Arial"/>
                <a:ea typeface="Arial"/>
                <a:cs typeface="Arial"/>
                <a:sym typeface="Arial"/>
              </a:rPr>
              <a:t> </a:t>
            </a:r>
            <a:r>
              <a:rPr lang="en-US" sz="1100" b="0" i="0" u="sng" strike="noStrike" cap="none" dirty="0">
                <a:solidFill>
                  <a:srgbClr val="000000"/>
                </a:solidFill>
                <a:effectLst/>
                <a:latin typeface="Arial"/>
                <a:ea typeface="Arial"/>
                <a:cs typeface="Arial"/>
                <a:sym typeface="Arial"/>
              </a:rPr>
              <a:t>uses</a:t>
            </a:r>
            <a:r>
              <a:rPr lang="en-US" sz="1100" b="0" i="0" u="none" strike="noStrike" cap="none" dirty="0">
                <a:solidFill>
                  <a:srgbClr val="000000"/>
                </a:solidFill>
                <a:effectLst/>
                <a:latin typeface="Arial"/>
                <a:ea typeface="Arial"/>
                <a:cs typeface="Arial"/>
                <a:sym typeface="Arial"/>
              </a:rPr>
              <a:t> Docker and the Gym interface, with secure permissions and reproducibility. This means that every time a task is run, it’s like starting a fresh, locked-down lab environment where the agent can only access the tools and data it is supposed to.</a:t>
            </a:r>
          </a:p>
          <a:p>
            <a:pPr marL="158750" indent="0">
              <a:buNone/>
            </a:pPr>
            <a:r>
              <a:rPr lang="en-US" sz="1100" b="0" i="0" u="none" strike="noStrike" cap="none" dirty="0">
                <a:solidFill>
                  <a:srgbClr val="000000"/>
                </a:solidFill>
                <a:effectLst/>
                <a:latin typeface="Arial"/>
                <a:ea typeface="Arial"/>
                <a:cs typeface="Arial"/>
                <a:sym typeface="Arial"/>
              </a:rPr>
              <a:t> They use Isolated Containers, which are like giving the agent its little mini-computer (for experiments and reproducibility)</a:t>
            </a:r>
          </a:p>
          <a:p>
            <a:pPr lvl="0"/>
            <a:r>
              <a:rPr lang="en-US" sz="1100" b="1" i="0" u="none" strike="noStrike" cap="none" dirty="0">
                <a:solidFill>
                  <a:srgbClr val="000000"/>
                </a:solidFill>
                <a:effectLst/>
                <a:latin typeface="Arial"/>
                <a:ea typeface="Arial"/>
                <a:cs typeface="Arial"/>
                <a:sym typeface="Arial"/>
              </a:rPr>
              <a:t>Datasets</a:t>
            </a:r>
            <a:r>
              <a:rPr lang="en-US" sz="1100" b="0" i="0" u="none" strike="noStrike" cap="none" dirty="0">
                <a:solidFill>
                  <a:srgbClr val="000000"/>
                </a:solidFill>
                <a:effectLst/>
                <a:latin typeface="Arial"/>
                <a:ea typeface="Arial"/>
                <a:cs typeface="Arial"/>
                <a:sym typeface="Arial"/>
              </a:rPr>
              <a:t> </a:t>
            </a:r>
            <a:r>
              <a:rPr lang="en-US" sz="1100" b="0" i="0" u="sng" strike="noStrike" cap="none" dirty="0">
                <a:solidFill>
                  <a:srgbClr val="000000"/>
                </a:solidFill>
                <a:effectLst/>
                <a:latin typeface="Arial"/>
                <a:ea typeface="Arial"/>
                <a:cs typeface="Arial"/>
                <a:sym typeface="Arial"/>
              </a:rPr>
              <a:t>come from </a:t>
            </a:r>
            <a:r>
              <a:rPr lang="en-US" sz="1100" b="0" i="0" u="none" strike="noStrike" cap="none" dirty="0">
                <a:solidFill>
                  <a:srgbClr val="000000"/>
                </a:solidFill>
                <a:effectLst/>
                <a:latin typeface="Arial"/>
                <a:ea typeface="Arial"/>
                <a:cs typeface="Arial"/>
                <a:sym typeface="Arial"/>
              </a:rPr>
              <a:t>local or </a:t>
            </a:r>
            <a:r>
              <a:rPr lang="en-US" sz="1100" b="0" i="0" u="none" strike="noStrike" cap="none" dirty="0" err="1">
                <a:solidFill>
                  <a:srgbClr val="000000"/>
                </a:solidFill>
                <a:effectLst/>
                <a:latin typeface="Arial"/>
                <a:ea typeface="Arial"/>
                <a:cs typeface="Arial"/>
                <a:sym typeface="Arial"/>
              </a:rPr>
              <a:t>HuntingFace</a:t>
            </a:r>
            <a:r>
              <a:rPr lang="en-US" sz="1100" b="0" i="0" u="none" strike="noStrike" cap="none" dirty="0">
                <a:solidFill>
                  <a:srgbClr val="000000"/>
                </a:solidFill>
                <a:effectLst/>
                <a:latin typeface="Arial"/>
                <a:ea typeface="Arial"/>
                <a:cs typeface="Arial"/>
                <a:sym typeface="Arial"/>
              </a:rPr>
              <a:t> sources, mounted read-only to protect them… Protect them from modifications or accidental corruption</a:t>
            </a:r>
          </a:p>
          <a:p>
            <a:pPr marL="158750" indent="0">
              <a:buNone/>
            </a:pPr>
            <a:r>
              <a:rPr lang="en-US" sz="1100" b="0" i="0" u="none" strike="noStrike" cap="none" dirty="0">
                <a:solidFill>
                  <a:srgbClr val="000000"/>
                </a:solidFill>
                <a:effectLst/>
                <a:latin typeface="Arial"/>
                <a:ea typeface="Arial"/>
                <a:cs typeface="Arial"/>
                <a:sym typeface="Arial"/>
              </a:rPr>
              <a:t>For example, the data is protected in case the agent wants to overwrite it </a:t>
            </a:r>
          </a:p>
          <a:p>
            <a:pPr lvl="0"/>
            <a:r>
              <a:rPr lang="en-US" sz="1100" b="1" i="0" u="none" strike="noStrike" cap="none" dirty="0">
                <a:solidFill>
                  <a:srgbClr val="000000"/>
                </a:solidFill>
                <a:effectLst/>
                <a:latin typeface="Arial"/>
                <a:ea typeface="Arial"/>
                <a:cs typeface="Arial"/>
                <a:sym typeface="Arial"/>
              </a:rPr>
              <a:t>Tasks</a:t>
            </a:r>
            <a:r>
              <a:rPr lang="en-US" sz="1100" b="0" i="0" u="none" strike="noStrike" cap="none" dirty="0">
                <a:solidFill>
                  <a:srgbClr val="000000"/>
                </a:solidFill>
                <a:effectLst/>
                <a:latin typeface="Arial"/>
                <a:ea typeface="Arial"/>
                <a:cs typeface="Arial"/>
                <a:sym typeface="Arial"/>
              </a:rPr>
              <a:t> </a:t>
            </a:r>
            <a:r>
              <a:rPr lang="en-US" sz="1100" b="0" i="0" u="sng" strike="noStrike" cap="none" dirty="0">
                <a:solidFill>
                  <a:srgbClr val="000000"/>
                </a:solidFill>
                <a:effectLst/>
                <a:latin typeface="Arial"/>
                <a:ea typeface="Arial"/>
                <a:cs typeface="Arial"/>
                <a:sym typeface="Arial"/>
              </a:rPr>
              <a:t>are</a:t>
            </a:r>
            <a:r>
              <a:rPr lang="en-US" sz="1100" b="0" i="0" u="none" strike="noStrike" cap="none" dirty="0">
                <a:solidFill>
                  <a:srgbClr val="000000"/>
                </a:solidFill>
                <a:effectLst/>
                <a:latin typeface="Arial"/>
                <a:ea typeface="Arial"/>
                <a:cs typeface="Arial"/>
                <a:sym typeface="Arial"/>
              </a:rPr>
              <a:t> defined with flexible YAML configurations and evaluated with domain-specific artifacts beyond simple metrics such as F1 Score or Accuracy..</a:t>
            </a:r>
          </a:p>
          <a:p>
            <a:pPr marL="158750" lvl="0" indent="0">
              <a:buNone/>
            </a:pPr>
            <a:r>
              <a:rPr lang="en-US" sz="1100" b="0" i="0" u="none" strike="noStrike" cap="none" dirty="0">
                <a:solidFill>
                  <a:srgbClr val="000000"/>
                </a:solidFill>
                <a:effectLst/>
                <a:latin typeface="Arial"/>
                <a:ea typeface="Arial"/>
                <a:cs typeface="Arial"/>
                <a:sym typeface="Arial"/>
              </a:rPr>
              <a:t>In fact they develop a metric called AUP (Area Under Performance). A metric that we will explain later on. </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9A88A5A2-E9E1-53BE-43FA-5FCC00D530F5}"/>
            </a:ext>
          </a:extLst>
        </p:cNvPr>
        <p:cNvGrpSpPr/>
        <p:nvPr/>
      </p:nvGrpSpPr>
      <p:grpSpPr>
        <a:xfrm>
          <a:off x="0" y="0"/>
          <a:ext cx="0" cy="0"/>
          <a:chOff x="0" y="0"/>
          <a:chExt cx="0" cy="0"/>
        </a:xfrm>
      </p:grpSpPr>
      <p:sp>
        <p:nvSpPr>
          <p:cNvPr id="657" name="Google Shape;657;gd1bf8d60a4_0_64:notes">
            <a:extLst>
              <a:ext uri="{FF2B5EF4-FFF2-40B4-BE49-F238E27FC236}">
                <a16:creationId xmlns:a16="http://schemas.microsoft.com/office/drawing/2014/main" id="{C9FA18F2-B605-D049-1E87-D10AF9466F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d1bf8d60a4_0_64:notes">
            <a:extLst>
              <a:ext uri="{FF2B5EF4-FFF2-40B4-BE49-F238E27FC236}">
                <a16:creationId xmlns:a16="http://schemas.microsoft.com/office/drawing/2014/main" id="{7544C770-65E9-D4A5-C53D-8229AE2D5D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In this environment, AI agents get extra tools for smarter research, such as:</a:t>
            </a:r>
          </a:p>
          <a:p>
            <a:pPr lvl="0"/>
            <a:r>
              <a:rPr lang="en-US" sz="1100" b="0" i="0" u="none" strike="noStrike" cap="none" dirty="0">
                <a:solidFill>
                  <a:srgbClr val="000000"/>
                </a:solidFill>
                <a:effectLst/>
                <a:latin typeface="Arial"/>
                <a:ea typeface="Arial"/>
                <a:cs typeface="Arial"/>
                <a:sym typeface="Arial"/>
              </a:rPr>
              <a:t>File editor, a validator, and search commands, all built into the ACI – Agent Computer Interface</a:t>
            </a:r>
          </a:p>
          <a:p>
            <a:pPr lvl="0"/>
            <a:r>
              <a:rPr lang="en-US" sz="1100" b="0" i="0" u="none" strike="noStrike" cap="none" dirty="0">
                <a:solidFill>
                  <a:srgbClr val="000000"/>
                </a:solidFill>
                <a:effectLst/>
                <a:latin typeface="Arial"/>
                <a:ea typeface="Arial"/>
                <a:cs typeface="Arial"/>
                <a:sym typeface="Arial"/>
              </a:rPr>
              <a:t>There is also a Literature retrieval tool through the Semantic Scholar API</a:t>
            </a:r>
          </a:p>
          <a:p>
            <a:pPr marL="158750" lvl="0" indent="0">
              <a:buNone/>
            </a:pPr>
            <a:r>
              <a:rPr lang="en-US" sz="1100" b="0" i="0" u="none" strike="noStrike" cap="none" dirty="0">
                <a:solidFill>
                  <a:srgbClr val="000000"/>
                </a:solidFill>
                <a:effectLst/>
                <a:latin typeface="Arial"/>
                <a:ea typeface="Arial"/>
                <a:cs typeface="Arial"/>
                <a:sym typeface="Arial"/>
              </a:rPr>
              <a:t>AND…</a:t>
            </a:r>
          </a:p>
          <a:p>
            <a:pPr lvl="0"/>
            <a:r>
              <a:rPr lang="en-US" sz="1100" b="0" i="0" u="none" strike="noStrike" cap="none" dirty="0">
                <a:solidFill>
                  <a:srgbClr val="000000"/>
                </a:solidFill>
                <a:effectLst/>
                <a:latin typeface="Arial"/>
                <a:ea typeface="Arial"/>
                <a:cs typeface="Arial"/>
                <a:sym typeface="Arial"/>
              </a:rPr>
              <a:t>The memory module uses JSON-based semantic embeddings to store and retrieve information… acts like a Digital Notepad… Helping the Agent work on Long Tasks without forgetting. </a:t>
            </a:r>
          </a:p>
          <a:p>
            <a:pPr marL="158750" indent="0">
              <a:buNone/>
            </a:pPr>
            <a:r>
              <a:rPr lang="en-US" sz="1100" b="0" i="0" u="none" strike="noStrike" cap="none" dirty="0">
                <a:solidFill>
                  <a:srgbClr val="000000"/>
                </a:solidFill>
                <a:effectLst/>
                <a:latin typeface="Arial"/>
                <a:ea typeface="Arial"/>
                <a:cs typeface="Arial"/>
                <a:sym typeface="Arial"/>
              </a:rPr>
              <a:t>That is critical for research pipelines due to experiments go beyond a single conversation.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730368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5710C72-7EBC-6D22-04DE-3BD93E846427}"/>
            </a:ext>
          </a:extLst>
        </p:cNvPr>
        <p:cNvGrpSpPr/>
        <p:nvPr/>
      </p:nvGrpSpPr>
      <p:grpSpPr>
        <a:xfrm>
          <a:off x="0" y="0"/>
          <a:ext cx="0" cy="0"/>
          <a:chOff x="0" y="0"/>
          <a:chExt cx="0" cy="0"/>
        </a:xfrm>
      </p:grpSpPr>
      <p:sp>
        <p:nvSpPr>
          <p:cNvPr id="865" name="Google Shape;865;gd1bf8d60a4_0_118:notes">
            <a:extLst>
              <a:ext uri="{FF2B5EF4-FFF2-40B4-BE49-F238E27FC236}">
                <a16:creationId xmlns:a16="http://schemas.microsoft.com/office/drawing/2014/main" id="{B8CEDCE8-6448-6EEC-5A9B-60BAB3739F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d1bf8d60a4_0_118:notes">
            <a:extLst>
              <a:ext uri="{FF2B5EF4-FFF2-40B4-BE49-F238E27FC236}">
                <a16:creationId xmlns:a16="http://schemas.microsoft.com/office/drawing/2014/main" id="{62AAA5DB-3A4A-E868-123E-20E053D465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Benchmark inside the </a:t>
            </a:r>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 environment, called </a:t>
            </a:r>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-Bench… </a:t>
            </a:r>
          </a:p>
          <a:p>
            <a:pPr lvl="0"/>
            <a:r>
              <a:rPr lang="en-US" sz="1100" b="0" i="0" u="none" strike="noStrike" cap="none" dirty="0">
                <a:solidFill>
                  <a:srgbClr val="000000"/>
                </a:solidFill>
                <a:effectLst/>
                <a:latin typeface="Arial"/>
                <a:ea typeface="Arial"/>
                <a:cs typeface="Arial"/>
                <a:sym typeface="Arial"/>
              </a:rPr>
              <a:t>This Benchmark includes 13 diverse, open-ended tasks that cover multiple domains such as Image Classification or Regression.</a:t>
            </a:r>
          </a:p>
          <a:p>
            <a:pPr lvl="0"/>
            <a:r>
              <a:rPr lang="en-US" sz="1100" b="0" i="0" u="none" strike="noStrike" cap="none" dirty="0">
                <a:solidFill>
                  <a:srgbClr val="000000"/>
                </a:solidFill>
                <a:effectLst/>
                <a:latin typeface="Arial"/>
                <a:ea typeface="Arial"/>
                <a:cs typeface="Arial"/>
                <a:sym typeface="Arial"/>
              </a:rPr>
              <a:t>Each Task uses domain-specific evaluation artifacts to test agents more deeply… SO for example, for the NLP Domain, they have F1 Score, for RL, reward Functions, for Computer Vision, classification accuracy. </a:t>
            </a:r>
          </a:p>
          <a:p>
            <a:pPr marL="158750" indent="0">
              <a:buNone/>
            </a:pPr>
            <a:r>
              <a:rPr lang="en-US" sz="1100" b="0" i="0" u="none" strike="noStrike" cap="none" dirty="0">
                <a:solidFill>
                  <a:srgbClr val="000000"/>
                </a:solidFill>
                <a:effectLst/>
                <a:latin typeface="Arial"/>
                <a:ea typeface="Arial"/>
                <a:cs typeface="Arial"/>
                <a:sym typeface="Arial"/>
              </a:rPr>
              <a:t>With all of that, this Benchmark helps to compare different models under the same conditions.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8494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a:extLst>
            <a:ext uri="{FF2B5EF4-FFF2-40B4-BE49-F238E27FC236}">
              <a16:creationId xmlns:a16="http://schemas.microsoft.com/office/drawing/2014/main" id="{CAC26970-0153-AFFE-CA82-080B6C45E738}"/>
            </a:ext>
          </a:extLst>
        </p:cNvPr>
        <p:cNvGrpSpPr/>
        <p:nvPr/>
      </p:nvGrpSpPr>
      <p:grpSpPr>
        <a:xfrm>
          <a:off x="0" y="0"/>
          <a:ext cx="0" cy="0"/>
          <a:chOff x="0" y="0"/>
          <a:chExt cx="0" cy="0"/>
        </a:xfrm>
      </p:grpSpPr>
      <p:sp>
        <p:nvSpPr>
          <p:cNvPr id="805" name="Google Shape;805;gd1bf8d60a4_0_26:notes">
            <a:extLst>
              <a:ext uri="{FF2B5EF4-FFF2-40B4-BE49-F238E27FC236}">
                <a16:creationId xmlns:a16="http://schemas.microsoft.com/office/drawing/2014/main" id="{C1EC980D-4934-1079-F098-580F258151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d1bf8d60a4_0_26:notes">
            <a:extLst>
              <a:ext uri="{FF2B5EF4-FFF2-40B4-BE49-F238E27FC236}">
                <a16:creationId xmlns:a16="http://schemas.microsoft.com/office/drawing/2014/main" id="{ABA426B7-0AA9-7301-8982-D806C0BD0E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 uses a levels framework to classify Agents' skills…</a:t>
            </a:r>
          </a:p>
          <a:p>
            <a:pPr marL="158750" indent="0">
              <a:buNone/>
            </a:pPr>
            <a:r>
              <a:rPr lang="en-US" sz="1100" b="0" i="0" u="none" strike="noStrike" cap="none" dirty="0">
                <a:solidFill>
                  <a:srgbClr val="000000"/>
                </a:solidFill>
                <a:effectLst/>
                <a:latin typeface="Arial"/>
                <a:ea typeface="Arial"/>
                <a:cs typeface="Arial"/>
                <a:sym typeface="Arial"/>
              </a:rPr>
              <a:t>So </a:t>
            </a:r>
          </a:p>
          <a:p>
            <a:pPr lvl="0"/>
            <a:r>
              <a:rPr lang="en-US" sz="1100" b="0" i="0" u="none" strike="noStrike" cap="none" dirty="0">
                <a:solidFill>
                  <a:srgbClr val="000000"/>
                </a:solidFill>
                <a:effectLst/>
                <a:latin typeface="Arial"/>
                <a:ea typeface="Arial"/>
                <a:cs typeface="Arial"/>
                <a:sym typeface="Arial"/>
              </a:rPr>
              <a:t>At Level 0, agents only reproduce results. </a:t>
            </a:r>
          </a:p>
          <a:p>
            <a:pPr lvl="0"/>
            <a:r>
              <a:rPr lang="en-US" sz="1100" b="0" i="0" u="none" strike="noStrike" cap="none" dirty="0">
                <a:solidFill>
                  <a:srgbClr val="000000"/>
                </a:solidFill>
                <a:effectLst/>
                <a:latin typeface="Arial"/>
                <a:ea typeface="Arial"/>
                <a:cs typeface="Arial"/>
                <a:sym typeface="Arial"/>
              </a:rPr>
              <a:t>At Level 1, agents improve baselines, which means they improve existing solutions… for example, they improve codes… They can reason, safely explore, and adjust solutions. </a:t>
            </a:r>
          </a:p>
          <a:p>
            <a:pPr lvl="0"/>
            <a:r>
              <a:rPr lang="en-US" sz="1100" b="0" i="0" u="none" strike="noStrike" cap="none" dirty="0">
                <a:solidFill>
                  <a:srgbClr val="000000"/>
                </a:solidFill>
                <a:effectLst/>
                <a:latin typeface="Arial"/>
                <a:ea typeface="Arial"/>
                <a:cs typeface="Arial"/>
                <a:sym typeface="Arial"/>
              </a:rPr>
              <a:t>At level 2, Matches top human available results, without access to them. </a:t>
            </a:r>
          </a:p>
          <a:p>
            <a:pPr lvl="0"/>
            <a:r>
              <a:rPr lang="en-US" sz="1100" b="0" i="0" u="none" strike="noStrike" cap="none" dirty="0">
                <a:solidFill>
                  <a:srgbClr val="000000"/>
                </a:solidFill>
                <a:effectLst/>
                <a:latin typeface="Arial"/>
                <a:ea typeface="Arial"/>
                <a:cs typeface="Arial"/>
                <a:sym typeface="Arial"/>
              </a:rPr>
              <a:t>At level 3, Agents can invent new algorithms worth publishing </a:t>
            </a:r>
          </a:p>
          <a:p>
            <a:pPr lvl="0"/>
            <a:r>
              <a:rPr lang="en-US" sz="1100" b="0" i="0" u="none" strike="noStrike" cap="none" dirty="0">
                <a:solidFill>
                  <a:srgbClr val="000000"/>
                </a:solidFill>
                <a:effectLst/>
                <a:latin typeface="Arial"/>
                <a:ea typeface="Arial"/>
                <a:cs typeface="Arial"/>
                <a:sym typeface="Arial"/>
              </a:rPr>
              <a:t>At level 4, Agents can define the next state of the art… which means they can make discoveries that can change our understanding of problems</a:t>
            </a:r>
          </a:p>
          <a:p>
            <a:pPr lvl="0"/>
            <a:r>
              <a:rPr lang="en-US" sz="1100" b="0" i="0" u="none" strike="noStrike" cap="none" dirty="0">
                <a:solidFill>
                  <a:srgbClr val="000000"/>
                </a:solidFill>
                <a:effectLst/>
                <a:latin typeface="Arial"/>
                <a:ea typeface="Arial"/>
                <a:cs typeface="Arial"/>
                <a:sym typeface="Arial"/>
              </a:rPr>
              <a:t>Finally, at Level 5, Agents pursue long projects, discover new paradigms. Which means… find new ways of thinking </a:t>
            </a:r>
          </a:p>
          <a:p>
            <a:pPr marL="158750" indent="0">
              <a:buNone/>
            </a:pPr>
            <a:r>
              <a:rPr lang="en-US" sz="1100" b="0" i="0" u="none" strike="noStrike" cap="none" dirty="0">
                <a:solidFill>
                  <a:srgbClr val="000000"/>
                </a:solidFill>
                <a:effectLst/>
                <a:latin typeface="Arial"/>
                <a:ea typeface="Arial"/>
                <a:cs typeface="Arial"/>
                <a:sym typeface="Arial"/>
              </a:rPr>
              <a:t>Most of these models only reach LEVEL 1</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002149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a:extLst>
            <a:ext uri="{FF2B5EF4-FFF2-40B4-BE49-F238E27FC236}">
              <a16:creationId xmlns:a16="http://schemas.microsoft.com/office/drawing/2014/main" id="{A91CD371-782E-F34A-B6A5-ACBF30F79BC3}"/>
            </a:ext>
          </a:extLst>
        </p:cNvPr>
        <p:cNvGrpSpPr/>
        <p:nvPr/>
      </p:nvGrpSpPr>
      <p:grpSpPr>
        <a:xfrm>
          <a:off x="0" y="0"/>
          <a:ext cx="0" cy="0"/>
          <a:chOff x="0" y="0"/>
          <a:chExt cx="0" cy="0"/>
        </a:xfrm>
      </p:grpSpPr>
      <p:sp>
        <p:nvSpPr>
          <p:cNvPr id="733" name="Google Shape;733;gd1bf8d60a4_0_89:notes">
            <a:extLst>
              <a:ext uri="{FF2B5EF4-FFF2-40B4-BE49-F238E27FC236}">
                <a16:creationId xmlns:a16="http://schemas.microsoft.com/office/drawing/2014/main" id="{90A49C74-B6A2-C2FC-4706-8B9AC34910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d1bf8d60a4_0_89:notes">
            <a:extLst>
              <a:ext uri="{FF2B5EF4-FFF2-40B4-BE49-F238E27FC236}">
                <a16:creationId xmlns:a16="http://schemas.microsoft.com/office/drawing/2014/main" id="{798B2A92-6600-C7D0-0324-A008301FFD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Here are some Specific tasks used in </a:t>
            </a:r>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-Bench. </a:t>
            </a:r>
          </a:p>
          <a:p>
            <a:pPr lvl="0"/>
            <a:r>
              <a:rPr lang="en-US" sz="1100" b="0" i="0" u="none" strike="noStrike" cap="none" dirty="0">
                <a:solidFill>
                  <a:srgbClr val="000000"/>
                </a:solidFill>
                <a:effectLst/>
                <a:latin typeface="Arial"/>
                <a:ea typeface="Arial"/>
                <a:cs typeface="Arial"/>
                <a:sym typeface="Arial"/>
              </a:rPr>
              <a:t>For Data Science for example, we have a House Price prediction</a:t>
            </a:r>
          </a:p>
          <a:p>
            <a:pPr lvl="0"/>
            <a:r>
              <a:rPr lang="en-US" sz="1100" b="0" i="0" u="none" strike="noStrike" cap="none" dirty="0">
                <a:solidFill>
                  <a:srgbClr val="000000"/>
                </a:solidFill>
                <a:effectLst/>
                <a:latin typeface="Arial"/>
                <a:ea typeface="Arial"/>
                <a:cs typeface="Arial"/>
                <a:sym typeface="Arial"/>
              </a:rPr>
              <a:t>For Computer Vision, they have an image classification task that will be shown later on in the Demo part. </a:t>
            </a:r>
          </a:p>
          <a:p>
            <a:pPr lvl="0"/>
            <a:r>
              <a:rPr lang="en-US" sz="1100" b="0" i="0" u="none" strike="noStrike" cap="none" dirty="0">
                <a:solidFill>
                  <a:srgbClr val="000000"/>
                </a:solidFill>
                <a:effectLst/>
                <a:latin typeface="Arial"/>
                <a:ea typeface="Arial"/>
                <a:cs typeface="Arial"/>
                <a:sym typeface="Arial"/>
              </a:rPr>
              <a:t>NLP uses language inference</a:t>
            </a:r>
          </a:p>
          <a:p>
            <a:pPr lvl="0"/>
            <a:r>
              <a:rPr lang="en-US" sz="1100" b="0" i="0" u="none" strike="noStrike" cap="none" dirty="0">
                <a:solidFill>
                  <a:srgbClr val="000000"/>
                </a:solidFill>
                <a:effectLst/>
                <a:latin typeface="Arial"/>
                <a:ea typeface="Arial"/>
                <a:cs typeface="Arial"/>
                <a:sym typeface="Arial"/>
              </a:rPr>
              <a:t>For Reinforcement Learning, there are Games Like Breakout, Mountain Car</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66477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d1bf8d60a4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d1bf8d60a4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Tasks in </a:t>
            </a:r>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 are evaluated in a very detailed way… So</a:t>
            </a:r>
          </a:p>
          <a:p>
            <a:pPr lvl="0"/>
            <a:r>
              <a:rPr lang="en-US" sz="1100" b="0" i="0" u="none" strike="noStrike" cap="none" dirty="0">
                <a:solidFill>
                  <a:srgbClr val="000000"/>
                </a:solidFill>
                <a:effectLst/>
                <a:latin typeface="Arial"/>
                <a:ea typeface="Arial"/>
                <a:cs typeface="Arial"/>
                <a:sym typeface="Arial"/>
              </a:rPr>
              <a:t>First, each domain uses its metrics, such as the F1 score for NLP, as we already mentioned before</a:t>
            </a:r>
          </a:p>
          <a:p>
            <a:pPr lvl="0"/>
            <a:r>
              <a:rPr lang="en-US" sz="1100" b="0" i="0" u="none" strike="noStrike" cap="none" dirty="0">
                <a:solidFill>
                  <a:srgbClr val="000000"/>
                </a:solidFill>
                <a:effectLst/>
                <a:latin typeface="Arial"/>
                <a:ea typeface="Arial"/>
                <a:cs typeface="Arial"/>
                <a:sym typeface="Arial"/>
              </a:rPr>
              <a:t>Second, each task has its own Python script to check the agent’s answer</a:t>
            </a:r>
          </a:p>
          <a:p>
            <a:pPr lvl="0"/>
            <a:r>
              <a:rPr lang="en-US" sz="1100" b="0" i="0" u="none" strike="noStrike" cap="none" dirty="0">
                <a:solidFill>
                  <a:srgbClr val="000000"/>
                </a:solidFill>
                <a:effectLst/>
                <a:latin typeface="Arial"/>
                <a:ea typeface="Arial"/>
                <a:cs typeface="Arial"/>
                <a:sym typeface="Arial"/>
              </a:rPr>
              <a:t>Finally (Third), datasets are read-only to guarantee the same test conditions for everyone, ensuring fair comparisons</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a:extLst>
            <a:ext uri="{FF2B5EF4-FFF2-40B4-BE49-F238E27FC236}">
              <a16:creationId xmlns:a16="http://schemas.microsoft.com/office/drawing/2014/main" id="{644E439A-9C31-FC77-0B47-A185890879DD}"/>
            </a:ext>
          </a:extLst>
        </p:cNvPr>
        <p:cNvGrpSpPr/>
        <p:nvPr/>
      </p:nvGrpSpPr>
      <p:grpSpPr>
        <a:xfrm>
          <a:off x="0" y="0"/>
          <a:ext cx="0" cy="0"/>
          <a:chOff x="0" y="0"/>
          <a:chExt cx="0" cy="0"/>
        </a:xfrm>
      </p:grpSpPr>
      <p:sp>
        <p:nvSpPr>
          <p:cNvPr id="805" name="Google Shape;805;gd1bf8d60a4_0_26:notes">
            <a:extLst>
              <a:ext uri="{FF2B5EF4-FFF2-40B4-BE49-F238E27FC236}">
                <a16:creationId xmlns:a16="http://schemas.microsoft.com/office/drawing/2014/main" id="{5AC6F977-0D75-2FA0-A0F9-2DAC320E5C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d1bf8d60a4_0_26:notes">
            <a:extLst>
              <a:ext uri="{FF2B5EF4-FFF2-40B4-BE49-F238E27FC236}">
                <a16:creationId xmlns:a16="http://schemas.microsoft.com/office/drawing/2014/main" id="{E594CC89-4E6C-80BC-53BE-AA2706C627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This chart compares models on their Area Under Performance score versus API cost.</a:t>
            </a:r>
          </a:p>
          <a:p>
            <a:pPr lvl="0"/>
            <a:r>
              <a:rPr lang="en-US" sz="1100" b="0" i="0" u="none" strike="noStrike" cap="none" dirty="0">
                <a:solidFill>
                  <a:srgbClr val="000000"/>
                </a:solidFill>
                <a:effectLst/>
                <a:latin typeface="Arial"/>
                <a:ea typeface="Arial"/>
                <a:cs typeface="Arial"/>
                <a:sym typeface="Arial"/>
              </a:rPr>
              <a:t>Higher AUP means better performance</a:t>
            </a:r>
          </a:p>
          <a:p>
            <a:pPr marL="158750" lvl="0" indent="0">
              <a:buNone/>
            </a:pPr>
            <a:endParaRPr lang="en-US" sz="1100" b="0" i="0" u="none" strike="noStrike" cap="none" dirty="0">
              <a:solidFill>
                <a:srgbClr val="000000"/>
              </a:solidFill>
              <a:effectLst/>
              <a:latin typeface="Arial"/>
              <a:ea typeface="Arial"/>
              <a:cs typeface="Arial"/>
              <a:sym typeface="Arial"/>
            </a:endParaRPr>
          </a:p>
          <a:p>
            <a:pPr marL="158750" lvl="0" indent="0">
              <a:buNone/>
            </a:pPr>
            <a:r>
              <a:rPr lang="en-US" sz="1100" b="0" i="0" u="none" strike="noStrike" cap="none" dirty="0">
                <a:solidFill>
                  <a:srgbClr val="000000"/>
                </a:solidFill>
                <a:effectLst/>
                <a:latin typeface="Arial"/>
                <a:ea typeface="Arial"/>
                <a:cs typeface="Arial"/>
                <a:sym typeface="Arial"/>
              </a:rPr>
              <a:t>AUP </a:t>
            </a:r>
            <a:r>
              <a:rPr lang="en-US" sz="1100" b="0" i="0" u="none" strike="noStrike" cap="none" dirty="0">
                <a:solidFill>
                  <a:srgbClr val="000000"/>
                </a:solidFill>
                <a:effectLst/>
                <a:latin typeface="Arial"/>
                <a:ea typeface="Arial"/>
                <a:cs typeface="Arial"/>
                <a:sym typeface="Wingdings" panose="05000000000000000000" pitchFamily="2" charset="2"/>
              </a:rPr>
              <a:t></a:t>
            </a:r>
            <a:r>
              <a:rPr lang="en-US" sz="1100" b="0" i="0" u="none" strike="noStrike" cap="none" dirty="0">
                <a:solidFill>
                  <a:srgbClr val="000000"/>
                </a:solidFill>
                <a:effectLst/>
                <a:latin typeface="Arial"/>
                <a:ea typeface="Arial"/>
                <a:cs typeface="Arial"/>
                <a:sym typeface="Arial"/>
              </a:rPr>
              <a:t>  AUP, or Area Under Performance, summarizes </a:t>
            </a:r>
            <a:r>
              <a:rPr lang="en-US" sz="1100" b="1" i="0" u="none" strike="noStrike" cap="none" dirty="0">
                <a:solidFill>
                  <a:srgbClr val="000000"/>
                </a:solidFill>
                <a:effectLst/>
                <a:latin typeface="Arial"/>
                <a:ea typeface="Arial"/>
                <a:cs typeface="Arial"/>
                <a:sym typeface="Arial"/>
              </a:rPr>
              <a:t>how much an agent improves over time</a:t>
            </a:r>
            <a:r>
              <a:rPr lang="en-US" sz="1100" b="0" i="0" u="none" strike="noStrike" cap="none" dirty="0">
                <a:solidFill>
                  <a:srgbClr val="000000"/>
                </a:solidFill>
                <a:effectLst/>
                <a:latin typeface="Arial"/>
                <a:ea typeface="Arial"/>
                <a:cs typeface="Arial"/>
                <a:sym typeface="Arial"/>
              </a:rPr>
              <a:t> compared to the baseline across its steps. </a:t>
            </a:r>
          </a:p>
          <a:p>
            <a:pPr marL="158750" lvl="0" indent="0">
              <a:buNone/>
            </a:pPr>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That’s Why,</a:t>
            </a:r>
          </a:p>
          <a:p>
            <a:pPr lvl="0"/>
            <a:r>
              <a:rPr lang="en-US" sz="1100" b="0" i="0" u="none" strike="noStrike" cap="none" dirty="0">
                <a:solidFill>
                  <a:srgbClr val="000000"/>
                </a:solidFill>
                <a:effectLst/>
                <a:latin typeface="Arial"/>
                <a:ea typeface="Arial"/>
                <a:cs typeface="Arial"/>
                <a:sym typeface="Arial"/>
              </a:rPr>
              <a:t>O1-preview is at the top of the chart. had the best performance</a:t>
            </a:r>
          </a:p>
          <a:p>
            <a:pPr marL="158750" lvl="0" indent="0">
              <a:buNone/>
            </a:pPr>
            <a:r>
              <a:rPr lang="en-US" sz="1100" b="0" i="0" u="none" strike="noStrike" cap="none" dirty="0">
                <a:solidFill>
                  <a:srgbClr val="000000"/>
                </a:solidFill>
                <a:effectLst/>
                <a:latin typeface="Arial"/>
                <a:ea typeface="Arial"/>
                <a:cs typeface="Arial"/>
                <a:sym typeface="Arial"/>
              </a:rPr>
              <a:t>However, Gemini reaches almost the same AUP and costs ten times less. Claude also shows a good relationship between performance and cost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46463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5007B84E-9B92-732F-EAB6-17B5FD1EF71F}"/>
            </a:ext>
          </a:extLst>
        </p:cNvPr>
        <p:cNvGrpSpPr/>
        <p:nvPr/>
      </p:nvGrpSpPr>
      <p:grpSpPr>
        <a:xfrm>
          <a:off x="0" y="0"/>
          <a:ext cx="0" cy="0"/>
          <a:chOff x="0" y="0"/>
          <a:chExt cx="0" cy="0"/>
        </a:xfrm>
      </p:grpSpPr>
      <p:sp>
        <p:nvSpPr>
          <p:cNvPr id="463" name="Google Shape;463;g20f41e19245_0_0:notes">
            <a:extLst>
              <a:ext uri="{FF2B5EF4-FFF2-40B4-BE49-F238E27FC236}">
                <a16:creationId xmlns:a16="http://schemas.microsoft.com/office/drawing/2014/main" id="{483759E8-F397-5066-73D1-7AAE5318E4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a:extLst>
              <a:ext uri="{FF2B5EF4-FFF2-40B4-BE49-F238E27FC236}">
                <a16:creationId xmlns:a16="http://schemas.microsoft.com/office/drawing/2014/main" id="{5D5BA48C-9957-2551-E139-22069C6215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158750" indent="0">
              <a:buNone/>
            </a:pPr>
            <a:r>
              <a:rPr lang="en-US" sz="1100" b="0" i="0" u="none" strike="noStrike" cap="none" dirty="0">
                <a:solidFill>
                  <a:srgbClr val="000000"/>
                </a:solidFill>
                <a:effectLst/>
                <a:latin typeface="Arial"/>
                <a:ea typeface="Arial"/>
                <a:cs typeface="Arial"/>
                <a:sym typeface="Arial"/>
              </a:rPr>
              <a:t>Now let’s move to a practical demonstration of </a:t>
            </a:r>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 in action… We will focus on the image classification task using the CIFAR-10 dataset, which is a common benchmark with 10 categories of images. </a:t>
            </a:r>
          </a:p>
          <a:p>
            <a:pPr lvl="0"/>
            <a:r>
              <a:rPr lang="en-US" sz="1100" b="0" i="0" u="none" strike="noStrike" cap="none" dirty="0">
                <a:solidFill>
                  <a:srgbClr val="000000"/>
                </a:solidFill>
                <a:effectLst/>
                <a:latin typeface="Arial"/>
                <a:ea typeface="Arial"/>
                <a:cs typeface="Arial"/>
                <a:sym typeface="Arial"/>
              </a:rPr>
              <a:t>Left side </a:t>
            </a:r>
            <a:r>
              <a:rPr lang="en-US" sz="1100" b="0" i="0" u="none" strike="noStrike" cap="none" dirty="0">
                <a:solidFill>
                  <a:srgbClr val="000000"/>
                </a:solidFill>
                <a:effectLst/>
                <a:latin typeface="Arial"/>
                <a:ea typeface="Arial"/>
                <a:cs typeface="Arial"/>
                <a:sym typeface="Wingdings" panose="05000000000000000000" pitchFamily="2" charset="2"/>
              </a:rPr>
              <a:t></a:t>
            </a:r>
            <a:r>
              <a:rPr lang="en-US" sz="1100" b="0" i="0" u="none" strike="noStrike" cap="none" dirty="0">
                <a:solidFill>
                  <a:srgbClr val="000000"/>
                </a:solidFill>
                <a:effectLst/>
                <a:latin typeface="Arial"/>
                <a:ea typeface="Arial"/>
                <a:cs typeface="Arial"/>
                <a:sym typeface="Arial"/>
              </a:rPr>
              <a:t> System prompt: Goal is to maximize accuracy on the test set within 50 steps. </a:t>
            </a:r>
          </a:p>
          <a:p>
            <a:pPr lvl="0"/>
            <a:r>
              <a:rPr lang="en-US" sz="1100" b="0" i="0" u="none" strike="noStrike" cap="none" dirty="0">
                <a:solidFill>
                  <a:srgbClr val="000000"/>
                </a:solidFill>
                <a:effectLst/>
                <a:latin typeface="Arial"/>
                <a:ea typeface="Arial"/>
                <a:cs typeface="Arial"/>
                <a:sym typeface="Arial"/>
              </a:rPr>
              <a:t>60K images – 50K reserved for testing</a:t>
            </a:r>
          </a:p>
          <a:p>
            <a:pPr lvl="0"/>
            <a:r>
              <a:rPr lang="en-US" sz="1100" b="0" i="0" u="none" strike="noStrike" cap="none" dirty="0">
                <a:solidFill>
                  <a:srgbClr val="000000"/>
                </a:solidFill>
                <a:effectLst/>
                <a:latin typeface="Arial"/>
                <a:ea typeface="Arial"/>
                <a:cs typeface="Arial"/>
                <a:sym typeface="Arial"/>
              </a:rPr>
              <a:t>After analyzing the baseline, the agent proposes improvements: Adding more layers, batch normalization, increasing epochs, </a:t>
            </a:r>
            <a:r>
              <a:rPr lang="en-US" sz="1100" b="0" i="0" u="none" strike="noStrike" cap="none" dirty="0" err="1">
                <a:solidFill>
                  <a:srgbClr val="000000"/>
                </a:solidFill>
                <a:effectLst/>
                <a:latin typeface="Arial"/>
                <a:ea typeface="Arial"/>
                <a:cs typeface="Arial"/>
                <a:sym typeface="Arial"/>
              </a:rPr>
              <a:t>etc</a:t>
            </a:r>
            <a:r>
              <a:rPr lang="en-US" sz="1100" b="0" i="0" u="none" strike="noStrike" cap="none" dirty="0">
                <a:solidFill>
                  <a:srgbClr val="000000"/>
                </a:solidFill>
                <a:effectLst/>
                <a:latin typeface="Arial"/>
                <a:ea typeface="Arial"/>
                <a:cs typeface="Arial"/>
                <a:sym typeface="Arial"/>
              </a:rPr>
              <a:t>… </a:t>
            </a:r>
          </a:p>
        </p:txBody>
      </p:sp>
    </p:spTree>
    <p:extLst>
      <p:ext uri="{BB962C8B-B14F-4D97-AF65-F5344CB8AC3E}">
        <p14:creationId xmlns:p14="http://schemas.microsoft.com/office/powerpoint/2010/main" val="1822015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a:extLst>
            <a:ext uri="{FF2B5EF4-FFF2-40B4-BE49-F238E27FC236}">
              <a16:creationId xmlns:a16="http://schemas.microsoft.com/office/drawing/2014/main" id="{48652B73-27E2-D543-722A-6205BCDB4D15}"/>
            </a:ext>
          </a:extLst>
        </p:cNvPr>
        <p:cNvGrpSpPr/>
        <p:nvPr/>
      </p:nvGrpSpPr>
      <p:grpSpPr>
        <a:xfrm>
          <a:off x="0" y="0"/>
          <a:ext cx="0" cy="0"/>
          <a:chOff x="0" y="0"/>
          <a:chExt cx="0" cy="0"/>
        </a:xfrm>
      </p:grpSpPr>
      <p:sp>
        <p:nvSpPr>
          <p:cNvPr id="994" name="Google Shape;994;gd1bf8d60a4_0_211:notes">
            <a:extLst>
              <a:ext uri="{FF2B5EF4-FFF2-40B4-BE49-F238E27FC236}">
                <a16:creationId xmlns:a16="http://schemas.microsoft.com/office/drawing/2014/main" id="{F1D132AD-BF49-E298-0951-1A7F1586F9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5" name="Google Shape;995;gd1bf8d60a4_0_211:notes">
            <a:extLst>
              <a:ext uri="{FF2B5EF4-FFF2-40B4-BE49-F238E27FC236}">
                <a16:creationId xmlns:a16="http://schemas.microsoft.com/office/drawing/2014/main" id="{3C7E7364-6EE0-134B-46F9-E417444386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About the Discussion and Limitation, there are two fundamental limitations, which are</a:t>
            </a:r>
          </a:p>
          <a:p>
            <a:pPr lvl="0"/>
            <a:r>
              <a:rPr lang="en-US" sz="1100" b="0" i="0" u="none" strike="noStrike" cap="none" dirty="0">
                <a:solidFill>
                  <a:srgbClr val="000000"/>
                </a:solidFill>
                <a:effectLst/>
                <a:latin typeface="Arial"/>
                <a:ea typeface="Arial"/>
                <a:cs typeface="Arial"/>
                <a:sym typeface="Arial"/>
              </a:rPr>
              <a:t>Current models mostly reach only level 1 (baseline improvements – The Agent can understand, process, and improve existing solutions), no more than that</a:t>
            </a:r>
          </a:p>
          <a:p>
            <a:pPr lvl="0"/>
            <a:r>
              <a:rPr lang="en-US" sz="1100" b="0" i="0" u="none" strike="noStrike" cap="none" dirty="0">
                <a:solidFill>
                  <a:srgbClr val="000000"/>
                </a:solidFill>
                <a:effectLst/>
                <a:latin typeface="Arial"/>
                <a:ea typeface="Arial"/>
                <a:cs typeface="Arial"/>
                <a:sym typeface="Arial"/>
              </a:rPr>
              <a:t>No mature evaluation metrics for measuring true creativity have been created. </a:t>
            </a:r>
          </a:p>
          <a:p>
            <a:pPr marL="158750" indent="0">
              <a:buNone/>
            </a:pPr>
            <a:r>
              <a:rPr lang="en-US" sz="1100" b="0" i="0" u="none" strike="noStrike" cap="none" dirty="0">
                <a:solidFill>
                  <a:srgbClr val="000000"/>
                </a:solidFill>
                <a:effectLst/>
                <a:latin typeface="Arial"/>
                <a:ea typeface="Arial"/>
                <a:cs typeface="Arial"/>
                <a:sym typeface="Arial"/>
              </a:rPr>
              <a:t>Advantages:</a:t>
            </a:r>
          </a:p>
          <a:p>
            <a:pPr lvl="0"/>
            <a:r>
              <a:rPr lang="en-US" sz="1100" b="0" i="0" u="none" strike="noStrike" cap="none" dirty="0">
                <a:solidFill>
                  <a:srgbClr val="000000"/>
                </a:solidFill>
                <a:effectLst/>
                <a:latin typeface="Arial"/>
                <a:ea typeface="Arial"/>
                <a:cs typeface="Arial"/>
                <a:sym typeface="Arial"/>
              </a:rPr>
              <a:t>First open-source GYM for AI Agents</a:t>
            </a:r>
          </a:p>
          <a:p>
            <a:pPr lvl="0"/>
            <a:r>
              <a:rPr lang="en-US" sz="1100" b="0" i="0" u="none" strike="noStrike" cap="none" dirty="0">
                <a:solidFill>
                  <a:srgbClr val="000000"/>
                </a:solidFill>
                <a:effectLst/>
                <a:latin typeface="Arial"/>
                <a:ea typeface="Arial"/>
                <a:cs typeface="Arial"/>
                <a:sym typeface="Arial"/>
              </a:rPr>
              <a:t>Provides extensible frameworks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2899493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a:extLst>
            <a:ext uri="{FF2B5EF4-FFF2-40B4-BE49-F238E27FC236}">
              <a16:creationId xmlns:a16="http://schemas.microsoft.com/office/drawing/2014/main" id="{8E14A3B3-17C8-2416-9A8F-A703D3ABD9C6}"/>
            </a:ext>
          </a:extLst>
        </p:cNvPr>
        <p:cNvGrpSpPr/>
        <p:nvPr/>
      </p:nvGrpSpPr>
      <p:grpSpPr>
        <a:xfrm>
          <a:off x="0" y="0"/>
          <a:ext cx="0" cy="0"/>
          <a:chOff x="0" y="0"/>
          <a:chExt cx="0" cy="0"/>
        </a:xfrm>
      </p:grpSpPr>
      <p:sp>
        <p:nvSpPr>
          <p:cNvPr id="1208" name="Google Shape;1208;g20f41e19245_0_589:notes">
            <a:extLst>
              <a:ext uri="{FF2B5EF4-FFF2-40B4-BE49-F238E27FC236}">
                <a16:creationId xmlns:a16="http://schemas.microsoft.com/office/drawing/2014/main" id="{4F17F4E2-60CE-416D-6C15-F2986DC366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9" name="Google Shape;1209;g20f41e19245_0_589:notes">
            <a:extLst>
              <a:ext uri="{FF2B5EF4-FFF2-40B4-BE49-F238E27FC236}">
                <a16:creationId xmlns:a16="http://schemas.microsoft.com/office/drawing/2014/main" id="{D4A9C61B-9043-C585-78D6-2F04A3090F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To wrap up, </a:t>
            </a:r>
            <a:r>
              <a:rPr lang="en-US" sz="1100" b="0" i="0" u="none" strike="noStrike" cap="none" dirty="0" err="1">
                <a:solidFill>
                  <a:srgbClr val="000000"/>
                </a:solidFill>
                <a:effectLst/>
                <a:latin typeface="Arial"/>
                <a:ea typeface="Arial"/>
                <a:cs typeface="Arial"/>
                <a:sym typeface="Arial"/>
              </a:rPr>
              <a:t>MLGym</a:t>
            </a:r>
            <a:r>
              <a:rPr lang="en-US" sz="1100" b="0" i="0" u="none" strike="noStrike" cap="none" dirty="0">
                <a:solidFill>
                  <a:srgbClr val="000000"/>
                </a:solidFill>
                <a:effectLst/>
                <a:latin typeface="Arial"/>
                <a:ea typeface="Arial"/>
                <a:cs typeface="Arial"/>
                <a:sym typeface="Arial"/>
              </a:rPr>
              <a:t> is a flexible, modular framework to train and benchmark LLM agents. It supports different tasks, evaluation metrics, and encourages research on agent community.</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598108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a:extLst>
            <a:ext uri="{FF2B5EF4-FFF2-40B4-BE49-F238E27FC236}">
              <a16:creationId xmlns:a16="http://schemas.microsoft.com/office/drawing/2014/main" id="{331CB80C-9794-0AB3-78CE-710CDFE73B74}"/>
            </a:ext>
          </a:extLst>
        </p:cNvPr>
        <p:cNvGrpSpPr/>
        <p:nvPr/>
      </p:nvGrpSpPr>
      <p:grpSpPr>
        <a:xfrm>
          <a:off x="0" y="0"/>
          <a:ext cx="0" cy="0"/>
          <a:chOff x="0" y="0"/>
          <a:chExt cx="0" cy="0"/>
        </a:xfrm>
      </p:grpSpPr>
      <p:sp>
        <p:nvSpPr>
          <p:cNvPr id="627" name="Google Shape;627;gd1bf8d60a4_0_40:notes">
            <a:extLst>
              <a:ext uri="{FF2B5EF4-FFF2-40B4-BE49-F238E27FC236}">
                <a16:creationId xmlns:a16="http://schemas.microsoft.com/office/drawing/2014/main" id="{FDC4987D-0C3B-8523-B588-D060D1F15E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d1bf8d60a4_0_40:notes">
            <a:extLst>
              <a:ext uri="{FF2B5EF4-FFF2-40B4-BE49-F238E27FC236}">
                <a16:creationId xmlns:a16="http://schemas.microsoft.com/office/drawing/2014/main" id="{5CCBDACD-653B-B0D9-793F-AF8CD89757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3797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a:extLst>
            <a:ext uri="{FF2B5EF4-FFF2-40B4-BE49-F238E27FC236}">
              <a16:creationId xmlns:a16="http://schemas.microsoft.com/office/drawing/2014/main" id="{AEBE0213-CE93-20BC-6A47-D44F570BA114}"/>
            </a:ext>
          </a:extLst>
        </p:cNvPr>
        <p:cNvGrpSpPr/>
        <p:nvPr/>
      </p:nvGrpSpPr>
      <p:grpSpPr>
        <a:xfrm>
          <a:off x="0" y="0"/>
          <a:ext cx="0" cy="0"/>
          <a:chOff x="0" y="0"/>
          <a:chExt cx="0" cy="0"/>
        </a:xfrm>
      </p:grpSpPr>
      <p:sp>
        <p:nvSpPr>
          <p:cNvPr id="627" name="Google Shape;627;gd1bf8d60a4_0_40:notes">
            <a:extLst>
              <a:ext uri="{FF2B5EF4-FFF2-40B4-BE49-F238E27FC236}">
                <a16:creationId xmlns:a16="http://schemas.microsoft.com/office/drawing/2014/main" id="{022DF3CF-F7A4-BB8F-12CB-8B41915780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d1bf8d60a4_0_40:notes">
            <a:extLst>
              <a:ext uri="{FF2B5EF4-FFF2-40B4-BE49-F238E27FC236}">
                <a16:creationId xmlns:a16="http://schemas.microsoft.com/office/drawing/2014/main" id="{F8FBA3C7-4D8A-511B-9EEE-203FEF0764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55947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a:extLst>
            <a:ext uri="{FF2B5EF4-FFF2-40B4-BE49-F238E27FC236}">
              <a16:creationId xmlns:a16="http://schemas.microsoft.com/office/drawing/2014/main" id="{2638F8B1-7CF8-2148-4D29-3D74FFFA84A9}"/>
            </a:ext>
          </a:extLst>
        </p:cNvPr>
        <p:cNvGrpSpPr/>
        <p:nvPr/>
      </p:nvGrpSpPr>
      <p:grpSpPr>
        <a:xfrm>
          <a:off x="0" y="0"/>
          <a:ext cx="0" cy="0"/>
          <a:chOff x="0" y="0"/>
          <a:chExt cx="0" cy="0"/>
        </a:xfrm>
      </p:grpSpPr>
      <p:sp>
        <p:nvSpPr>
          <p:cNvPr id="627" name="Google Shape;627;gd1bf8d60a4_0_40:notes">
            <a:extLst>
              <a:ext uri="{FF2B5EF4-FFF2-40B4-BE49-F238E27FC236}">
                <a16:creationId xmlns:a16="http://schemas.microsoft.com/office/drawing/2014/main" id="{6EA60D77-A189-A419-8223-079356E0B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8" name="Google Shape;628;gd1bf8d60a4_0_40:notes">
            <a:extLst>
              <a:ext uri="{FF2B5EF4-FFF2-40B4-BE49-F238E27FC236}">
                <a16:creationId xmlns:a16="http://schemas.microsoft.com/office/drawing/2014/main" id="{30CCEA32-5F38-E4A1-2CAF-415936DE3B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36828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157700" y="1061225"/>
            <a:ext cx="4260000" cy="1750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157700" y="2997200"/>
            <a:ext cx="4260000" cy="365700"/>
          </a:xfrm>
          <a:prstGeom prst="rect">
            <a:avLst/>
          </a:prstGeom>
          <a:solidFill>
            <a:schemeClr val="lt2"/>
          </a:solidFill>
        </p:spPr>
        <p:txBody>
          <a:bodyPr spcFirstLastPara="1" wrap="square" lIns="91425" tIns="91425" rIns="91425" bIns="91425" anchor="ctr" anchorCtr="0">
            <a:noAutofit/>
          </a:bodyPr>
          <a:lstStyle>
            <a:lvl1pPr lvl="0">
              <a:lnSpc>
                <a:spcPct val="115000"/>
              </a:lnSpc>
              <a:spcBef>
                <a:spcPts val="0"/>
              </a:spcBef>
              <a:spcAft>
                <a:spcPts val="0"/>
              </a:spcAft>
              <a:buSzPts val="1400"/>
              <a:buNone/>
              <a:defRPr sz="1600">
                <a:solidFill>
                  <a:schemeClr val="accent5"/>
                </a:solidFill>
              </a:defRPr>
            </a:lvl1pPr>
            <a:lvl2pPr lvl="1">
              <a:lnSpc>
                <a:spcPct val="115000"/>
              </a:lnSpc>
              <a:spcBef>
                <a:spcPts val="0"/>
              </a:spcBef>
              <a:spcAft>
                <a:spcPts val="0"/>
              </a:spcAft>
              <a:buSzPts val="1800"/>
              <a:buNone/>
              <a:defRPr sz="1800"/>
            </a:lvl2pPr>
            <a:lvl3pPr lvl="2">
              <a:lnSpc>
                <a:spcPct val="115000"/>
              </a:lnSpc>
              <a:spcBef>
                <a:spcPts val="0"/>
              </a:spcBef>
              <a:spcAft>
                <a:spcPts val="0"/>
              </a:spcAft>
              <a:buSzPts val="1800"/>
              <a:buNone/>
              <a:defRPr sz="1800"/>
            </a:lvl3pPr>
            <a:lvl4pPr lvl="3">
              <a:lnSpc>
                <a:spcPct val="115000"/>
              </a:lnSpc>
              <a:spcBef>
                <a:spcPts val="0"/>
              </a:spcBef>
              <a:spcAft>
                <a:spcPts val="0"/>
              </a:spcAft>
              <a:buSzPts val="1800"/>
              <a:buNone/>
              <a:defRPr sz="1800"/>
            </a:lvl4pPr>
            <a:lvl5pPr lvl="4">
              <a:lnSpc>
                <a:spcPct val="115000"/>
              </a:lnSpc>
              <a:spcBef>
                <a:spcPts val="0"/>
              </a:spcBef>
              <a:spcAft>
                <a:spcPts val="0"/>
              </a:spcAft>
              <a:buSzPts val="1800"/>
              <a:buNone/>
              <a:defRPr sz="1800"/>
            </a:lvl5pPr>
            <a:lvl6pPr lvl="5">
              <a:lnSpc>
                <a:spcPct val="115000"/>
              </a:lnSpc>
              <a:spcBef>
                <a:spcPts val="0"/>
              </a:spcBef>
              <a:spcAft>
                <a:spcPts val="0"/>
              </a:spcAft>
              <a:buSzPts val="1800"/>
              <a:buNone/>
              <a:defRPr sz="1800"/>
            </a:lvl6pPr>
            <a:lvl7pPr lvl="6">
              <a:lnSpc>
                <a:spcPct val="115000"/>
              </a:lnSpc>
              <a:spcBef>
                <a:spcPts val="0"/>
              </a:spcBef>
              <a:spcAft>
                <a:spcPts val="0"/>
              </a:spcAft>
              <a:buSzPts val="1800"/>
              <a:buNone/>
              <a:defRPr sz="1800"/>
            </a:lvl7pPr>
            <a:lvl8pPr lvl="7">
              <a:lnSpc>
                <a:spcPct val="115000"/>
              </a:lnSpc>
              <a:spcBef>
                <a:spcPts val="0"/>
              </a:spcBef>
              <a:spcAft>
                <a:spcPts val="0"/>
              </a:spcAft>
              <a:buSzPts val="1800"/>
              <a:buNone/>
              <a:defRPr sz="1800"/>
            </a:lvl8pPr>
            <a:lvl9pPr lvl="8">
              <a:lnSpc>
                <a:spcPct val="115000"/>
              </a:lnSpc>
              <a:spcBef>
                <a:spcPts val="0"/>
              </a:spcBef>
              <a:spcAft>
                <a:spcPts val="0"/>
              </a:spcAft>
              <a:buSzPts val="1800"/>
              <a:buNone/>
              <a:defRPr sz="1800"/>
            </a:lvl9pPr>
          </a:lstStyle>
          <a:p>
            <a:endParaRPr/>
          </a:p>
        </p:txBody>
      </p:sp>
      <p:grpSp>
        <p:nvGrpSpPr>
          <p:cNvPr id="11" name="Google Shape;11;p2"/>
          <p:cNvGrpSpPr/>
          <p:nvPr/>
        </p:nvGrpSpPr>
        <p:grpSpPr>
          <a:xfrm>
            <a:off x="-709225" y="2020450"/>
            <a:ext cx="10403925" cy="4250875"/>
            <a:chOff x="-709225" y="2020450"/>
            <a:chExt cx="10403925" cy="4250875"/>
          </a:xfrm>
        </p:grpSpPr>
        <p:grpSp>
          <p:nvGrpSpPr>
            <p:cNvPr id="12" name="Google Shape;12;p2"/>
            <p:cNvGrpSpPr/>
            <p:nvPr/>
          </p:nvGrpSpPr>
          <p:grpSpPr>
            <a:xfrm>
              <a:off x="176175" y="2459300"/>
              <a:ext cx="418425" cy="3812025"/>
              <a:chOff x="176175" y="2459300"/>
              <a:chExt cx="418425" cy="3812025"/>
            </a:xfrm>
          </p:grpSpPr>
          <p:cxnSp>
            <p:nvCxnSpPr>
              <p:cNvPr id="13" name="Google Shape;13;p2"/>
              <p:cNvCxnSpPr/>
              <p:nvPr/>
            </p:nvCxnSpPr>
            <p:spPr>
              <a:xfrm rot="5400000" flipH="1">
                <a:off x="-1093800" y="38159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4" name="Google Shape;14;p2"/>
              <p:cNvCxnSpPr/>
              <p:nvPr/>
            </p:nvCxnSpPr>
            <p:spPr>
              <a:xfrm rot="5400000" flipH="1">
                <a:off x="-1327875" y="44498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grpSp>
        <p:grpSp>
          <p:nvGrpSpPr>
            <p:cNvPr id="15" name="Google Shape;15;p2"/>
            <p:cNvGrpSpPr/>
            <p:nvPr/>
          </p:nvGrpSpPr>
          <p:grpSpPr>
            <a:xfrm>
              <a:off x="-709225" y="4185350"/>
              <a:ext cx="7895400" cy="1976375"/>
              <a:chOff x="-709225" y="4185350"/>
              <a:chExt cx="7895400" cy="1976375"/>
            </a:xfrm>
          </p:grpSpPr>
          <p:cxnSp>
            <p:nvCxnSpPr>
              <p:cNvPr id="16" name="Google Shape;16;p2"/>
              <p:cNvCxnSpPr/>
              <p:nvPr/>
            </p:nvCxnSpPr>
            <p:spPr>
              <a:xfrm rot="10800000" flipH="1">
                <a:off x="-709225" y="4185350"/>
                <a:ext cx="7895400" cy="1147500"/>
              </a:xfrm>
              <a:prstGeom prst="bentConnector3">
                <a:avLst>
                  <a:gd name="adj1" fmla="val 71221"/>
                </a:avLst>
              </a:prstGeom>
              <a:noFill/>
              <a:ln w="19050" cap="flat" cmpd="sng">
                <a:solidFill>
                  <a:schemeClr val="lt2"/>
                </a:solidFill>
                <a:prstDash val="solid"/>
                <a:round/>
                <a:headEnd type="none" w="med" len="med"/>
                <a:tailEnd type="oval" w="med" len="med"/>
              </a:ln>
            </p:spPr>
          </p:cxnSp>
          <p:cxnSp>
            <p:nvCxnSpPr>
              <p:cNvPr id="17" name="Google Shape;17;p2"/>
              <p:cNvCxnSpPr/>
              <p:nvPr/>
            </p:nvCxnSpPr>
            <p:spPr>
              <a:xfrm rot="10800000" flipH="1">
                <a:off x="2953025" y="4367125"/>
                <a:ext cx="3567000" cy="1794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8" name="Google Shape;18;p2"/>
            <p:cNvGrpSpPr/>
            <p:nvPr/>
          </p:nvGrpSpPr>
          <p:grpSpPr>
            <a:xfrm>
              <a:off x="8417700" y="2020450"/>
              <a:ext cx="1277000" cy="2568900"/>
              <a:chOff x="8417700" y="2020450"/>
              <a:chExt cx="1277000" cy="2568900"/>
            </a:xfrm>
          </p:grpSpPr>
          <p:cxnSp>
            <p:nvCxnSpPr>
              <p:cNvPr id="19" name="Google Shape;19;p2"/>
              <p:cNvCxnSpPr/>
              <p:nvPr/>
            </p:nvCxnSpPr>
            <p:spPr>
              <a:xfrm rot="5400000">
                <a:off x="7933150" y="2965750"/>
                <a:ext cx="2568900" cy="678300"/>
              </a:xfrm>
              <a:prstGeom prst="bentConnector3">
                <a:avLst>
                  <a:gd name="adj1" fmla="val 4494"/>
                </a:avLst>
              </a:prstGeom>
              <a:noFill/>
              <a:ln w="19050" cap="flat" cmpd="sng">
                <a:solidFill>
                  <a:schemeClr val="lt2"/>
                </a:solidFill>
                <a:prstDash val="solid"/>
                <a:round/>
                <a:headEnd type="none" w="med" len="med"/>
                <a:tailEnd type="oval" w="med" len="med"/>
              </a:ln>
            </p:spPr>
          </p:cxnSp>
          <p:cxnSp>
            <p:nvCxnSpPr>
              <p:cNvPr id="20" name="Google Shape;20;p2"/>
              <p:cNvCxnSpPr/>
              <p:nvPr/>
            </p:nvCxnSpPr>
            <p:spPr>
              <a:xfrm>
                <a:off x="8417700" y="3180050"/>
                <a:ext cx="359700" cy="1051800"/>
              </a:xfrm>
              <a:prstGeom prst="bentConnector2">
                <a:avLst/>
              </a:prstGeom>
              <a:noFill/>
              <a:ln w="19050" cap="flat" cmpd="sng">
                <a:solidFill>
                  <a:schemeClr val="lt2"/>
                </a:solidFill>
                <a:prstDash val="solid"/>
                <a:round/>
                <a:headEnd type="none" w="med" len="med"/>
                <a:tailEnd type="oval" w="med" len="med"/>
              </a:ln>
            </p:spPr>
          </p:cxnSp>
          <p:cxnSp>
            <p:nvCxnSpPr>
              <p:cNvPr id="21" name="Google Shape;21;p2"/>
              <p:cNvCxnSpPr/>
              <p:nvPr/>
            </p:nvCxnSpPr>
            <p:spPr>
              <a:xfrm rot="5400000">
                <a:off x="8288750" y="2779400"/>
                <a:ext cx="2082300" cy="729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grpSp>
        <p:nvGrpSpPr>
          <p:cNvPr id="22" name="Google Shape;22;p2"/>
          <p:cNvGrpSpPr/>
          <p:nvPr/>
        </p:nvGrpSpPr>
        <p:grpSpPr>
          <a:xfrm>
            <a:off x="84278" y="2240873"/>
            <a:ext cx="8837445" cy="2718104"/>
            <a:chOff x="84278" y="2240873"/>
            <a:chExt cx="8837445" cy="2718104"/>
          </a:xfrm>
        </p:grpSpPr>
        <p:sp>
          <p:nvSpPr>
            <p:cNvPr id="23" name="Google Shape;23;p2"/>
            <p:cNvSpPr/>
            <p:nvPr/>
          </p:nvSpPr>
          <p:spPr>
            <a:xfrm>
              <a:off x="84278" y="22408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77403" y="48146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lvl1pPr lvl="0" algn="r">
              <a:lnSpc>
                <a:spcPct val="115000"/>
              </a:lnSpc>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7" name="Google Shape;27;p3"/>
          <p:cNvSpPr txBox="1">
            <a:spLocks noGrp="1"/>
          </p:cNvSpPr>
          <p:nvPr>
            <p:ph type="title" idx="2" hasCustomPrompt="1"/>
          </p:nvPr>
        </p:nvSpPr>
        <p:spPr>
          <a:xfrm>
            <a:off x="3249975" y="1014475"/>
            <a:ext cx="1411800" cy="8997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8" name="Google Shape;28;p3"/>
          <p:cNvSpPr txBox="1">
            <a:spLocks noGrp="1"/>
          </p:cNvSpPr>
          <p:nvPr>
            <p:ph type="subTitle" idx="1"/>
          </p:nvPr>
        </p:nvSpPr>
        <p:spPr>
          <a:xfrm>
            <a:off x="720000" y="3311500"/>
            <a:ext cx="4044900" cy="365700"/>
          </a:xfrm>
          <a:prstGeom prst="rect">
            <a:avLst/>
          </a:prstGeom>
          <a:solidFill>
            <a:schemeClr val="lt2"/>
          </a:solidFill>
        </p:spPr>
        <p:txBody>
          <a:bodyPr spcFirstLastPara="1" wrap="square" lIns="91425" tIns="91425" rIns="91425" bIns="91425" anchor="ctr" anchorCtr="0">
            <a:noAutofit/>
          </a:bodyPr>
          <a:lstStyle>
            <a:lvl1pPr lvl="0" algn="r" rtl="0">
              <a:lnSpc>
                <a:spcPct val="115000"/>
              </a:lnSpc>
              <a:spcBef>
                <a:spcPts val="0"/>
              </a:spcBef>
              <a:spcAft>
                <a:spcPts val="0"/>
              </a:spcAft>
              <a:buSzPts val="1400"/>
              <a:buNone/>
              <a:defRPr sz="1600">
                <a:solidFill>
                  <a:schemeClr val="accent5"/>
                </a:solidFill>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29" name="Google Shape;29;p3"/>
          <p:cNvGrpSpPr/>
          <p:nvPr/>
        </p:nvGrpSpPr>
        <p:grpSpPr>
          <a:xfrm>
            <a:off x="140000" y="188300"/>
            <a:ext cx="580000" cy="6094500"/>
            <a:chOff x="140000" y="188300"/>
            <a:chExt cx="580000" cy="6094500"/>
          </a:xfrm>
        </p:grpSpPr>
        <p:cxnSp>
          <p:nvCxnSpPr>
            <p:cNvPr id="30" name="Google Shape;30;p3"/>
            <p:cNvCxnSpPr/>
            <p:nvPr/>
          </p:nvCxnSpPr>
          <p:spPr>
            <a:xfrm rot="-5400000">
              <a:off x="-522000" y="4271050"/>
              <a:ext cx="2018700" cy="465300"/>
            </a:xfrm>
            <a:prstGeom prst="bentConnector2">
              <a:avLst/>
            </a:prstGeom>
            <a:noFill/>
            <a:ln w="19050" cap="flat" cmpd="sng">
              <a:solidFill>
                <a:schemeClr val="lt2"/>
              </a:solidFill>
              <a:prstDash val="solid"/>
              <a:round/>
              <a:headEnd type="none" w="med" len="med"/>
              <a:tailEnd type="oval" w="med" len="med"/>
            </a:ln>
          </p:spPr>
        </p:cxnSp>
        <p:cxnSp>
          <p:nvCxnSpPr>
            <p:cNvPr id="31" name="Google Shape;31;p3"/>
            <p:cNvCxnSpPr/>
            <p:nvPr/>
          </p:nvCxnSpPr>
          <p:spPr>
            <a:xfrm rot="-5400000">
              <a:off x="-2575525" y="3200000"/>
              <a:ext cx="6094500" cy="711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2" name="Google Shape;32;p3"/>
            <p:cNvCxnSpPr/>
            <p:nvPr/>
          </p:nvCxnSpPr>
          <p:spPr>
            <a:xfrm rot="-5400000">
              <a:off x="-1584400" y="3258800"/>
              <a:ext cx="3657300" cy="208500"/>
            </a:xfrm>
            <a:prstGeom prst="bentConnector3">
              <a:avLst>
                <a:gd name="adj1" fmla="val 50000"/>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 name="Google Shape;35;p4"/>
          <p:cNvSpPr txBox="1">
            <a:spLocks noGrp="1"/>
          </p:cNvSpPr>
          <p:nvPr>
            <p:ph type="body" idx="1"/>
          </p:nvPr>
        </p:nvSpPr>
        <p:spPr>
          <a:xfrm>
            <a:off x="720000" y="1215751"/>
            <a:ext cx="7704000" cy="338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AutoNum type="arabicPeriod"/>
              <a:defRPr/>
            </a:lvl1pPr>
            <a:lvl2pPr marL="914400" lvl="1" indent="-317500" rtl="0">
              <a:lnSpc>
                <a:spcPct val="115000"/>
              </a:lnSpc>
              <a:spcBef>
                <a:spcPts val="0"/>
              </a:spcBef>
              <a:spcAft>
                <a:spcPts val="0"/>
              </a:spcAft>
              <a:buSzPts val="1400"/>
              <a:buFont typeface="Lato Light"/>
              <a:buAutoNum type="alphaLcPeriod"/>
              <a:defRPr/>
            </a:lvl2pPr>
            <a:lvl3pPr marL="1371600" lvl="2" indent="-317500" rtl="0">
              <a:lnSpc>
                <a:spcPct val="115000"/>
              </a:lnSpc>
              <a:spcBef>
                <a:spcPts val="0"/>
              </a:spcBef>
              <a:spcAft>
                <a:spcPts val="0"/>
              </a:spcAft>
              <a:buSzPts val="1400"/>
              <a:buFont typeface="Lato Light"/>
              <a:buAutoNum type="romanLcPeriod"/>
              <a:defRPr/>
            </a:lvl3pPr>
            <a:lvl4pPr marL="1828800" lvl="3" indent="-317500" rtl="0">
              <a:lnSpc>
                <a:spcPct val="115000"/>
              </a:lnSpc>
              <a:spcBef>
                <a:spcPts val="0"/>
              </a:spcBef>
              <a:spcAft>
                <a:spcPts val="0"/>
              </a:spcAft>
              <a:buSzPts val="1400"/>
              <a:buFont typeface="Lato Light"/>
              <a:buAutoNum type="arabicPeriod"/>
              <a:defRPr/>
            </a:lvl4pPr>
            <a:lvl5pPr marL="2286000" lvl="4" indent="-317500" rtl="0">
              <a:lnSpc>
                <a:spcPct val="115000"/>
              </a:lnSpc>
              <a:spcBef>
                <a:spcPts val="0"/>
              </a:spcBef>
              <a:spcAft>
                <a:spcPts val="0"/>
              </a:spcAft>
              <a:buSzPts val="1400"/>
              <a:buFont typeface="Lato Light"/>
              <a:buAutoNum type="alphaLcPeriod"/>
              <a:defRPr/>
            </a:lvl5pPr>
            <a:lvl6pPr marL="2743200" lvl="5" indent="-317500" rtl="0">
              <a:lnSpc>
                <a:spcPct val="115000"/>
              </a:lnSpc>
              <a:spcBef>
                <a:spcPts val="0"/>
              </a:spcBef>
              <a:spcAft>
                <a:spcPts val="0"/>
              </a:spcAft>
              <a:buSzPts val="1400"/>
              <a:buFont typeface="Lato Light"/>
              <a:buAutoNum type="romanLcPeriod"/>
              <a:defRPr/>
            </a:lvl6pPr>
            <a:lvl7pPr marL="3200400" lvl="6" indent="-317500" rtl="0">
              <a:lnSpc>
                <a:spcPct val="115000"/>
              </a:lnSpc>
              <a:spcBef>
                <a:spcPts val="0"/>
              </a:spcBef>
              <a:spcAft>
                <a:spcPts val="0"/>
              </a:spcAft>
              <a:buSzPts val="1400"/>
              <a:buFont typeface="Lato Light"/>
              <a:buAutoNum type="arabicPeriod"/>
              <a:defRPr/>
            </a:lvl7pPr>
            <a:lvl8pPr marL="3657600" lvl="7" indent="-317500" rtl="0">
              <a:lnSpc>
                <a:spcPct val="115000"/>
              </a:lnSpc>
              <a:spcBef>
                <a:spcPts val="0"/>
              </a:spcBef>
              <a:spcAft>
                <a:spcPts val="0"/>
              </a:spcAft>
              <a:buSzPts val="1400"/>
              <a:buFont typeface="Lato Light"/>
              <a:buAutoNum type="alphaLcPeriod"/>
              <a:defRPr/>
            </a:lvl8pPr>
            <a:lvl9pPr marL="4114800" lvl="8" indent="-317500" rtl="0">
              <a:lnSpc>
                <a:spcPct val="115000"/>
              </a:lnSpc>
              <a:spcBef>
                <a:spcPts val="0"/>
              </a:spcBef>
              <a:spcAft>
                <a:spcPts val="0"/>
              </a:spcAft>
              <a:buSzPts val="1400"/>
              <a:buFont typeface="Lato Light"/>
              <a:buAutoNum type="romanLcPeriod"/>
              <a:defRPr/>
            </a:lvl9pPr>
          </a:lstStyle>
          <a:p>
            <a:endParaRPr/>
          </a:p>
        </p:txBody>
      </p:sp>
      <p:cxnSp>
        <p:nvCxnSpPr>
          <p:cNvPr id="36" name="Google Shape;36;p4"/>
          <p:cNvCxnSpPr/>
          <p:nvPr/>
        </p:nvCxnSpPr>
        <p:spPr>
          <a:xfrm rot="-5400000" flipH="1">
            <a:off x="-1741502" y="1903025"/>
            <a:ext cx="4581000" cy="342000"/>
          </a:xfrm>
          <a:prstGeom prst="bentConnector2">
            <a:avLst/>
          </a:prstGeom>
          <a:noFill/>
          <a:ln w="19050" cap="flat" cmpd="sng">
            <a:solidFill>
              <a:schemeClr val="lt2"/>
            </a:solidFill>
            <a:prstDash val="solid"/>
            <a:round/>
            <a:headEnd type="none" w="med" len="med"/>
            <a:tailEnd type="oval" w="med" len="med"/>
          </a:ln>
        </p:spPr>
      </p:cxnSp>
      <p:grpSp>
        <p:nvGrpSpPr>
          <p:cNvPr id="37" name="Google Shape;37;p4"/>
          <p:cNvGrpSpPr/>
          <p:nvPr/>
        </p:nvGrpSpPr>
        <p:grpSpPr>
          <a:xfrm>
            <a:off x="378000" y="4579925"/>
            <a:ext cx="7970450" cy="273800"/>
            <a:chOff x="378000" y="4579925"/>
            <a:chExt cx="7970450" cy="273800"/>
          </a:xfrm>
        </p:grpSpPr>
        <p:sp>
          <p:nvSpPr>
            <p:cNvPr id="38" name="Google Shape;38;p4"/>
            <p:cNvSpPr/>
            <p:nvPr/>
          </p:nvSpPr>
          <p:spPr>
            <a:xfrm>
              <a:off x="378000" y="4579925"/>
              <a:ext cx="183600" cy="183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9" name="Google Shape;39;p4"/>
            <p:cNvSpPr/>
            <p:nvPr/>
          </p:nvSpPr>
          <p:spPr>
            <a:xfrm>
              <a:off x="8164850" y="4670125"/>
              <a:ext cx="183600" cy="1836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0" name="Google Shape;40;p4"/>
            <p:cNvSpPr/>
            <p:nvPr/>
          </p:nvSpPr>
          <p:spPr>
            <a:xfrm>
              <a:off x="6756550" y="4670125"/>
              <a:ext cx="183600" cy="183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5"/>
        <p:cNvGrpSpPr/>
        <p:nvPr/>
      </p:nvGrpSpPr>
      <p:grpSpPr>
        <a:xfrm>
          <a:off x="0" y="0"/>
          <a:ext cx="0" cy="0"/>
          <a:chOff x="0" y="0"/>
          <a:chExt cx="0" cy="0"/>
        </a:xfrm>
      </p:grpSpPr>
      <p:sp>
        <p:nvSpPr>
          <p:cNvPr id="66" name="Google Shape;66;p7"/>
          <p:cNvSpPr txBox="1">
            <a:spLocks noGrp="1"/>
          </p:cNvSpPr>
          <p:nvPr>
            <p:ph type="subTitle" idx="1"/>
          </p:nvPr>
        </p:nvSpPr>
        <p:spPr>
          <a:xfrm>
            <a:off x="2375775" y="2379467"/>
            <a:ext cx="3247500" cy="11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AutoNum type="arabicPeriod"/>
              <a:defRPr sz="1400"/>
            </a:lvl1pPr>
            <a:lvl2pPr lvl="1" algn="ctr" rtl="0">
              <a:lnSpc>
                <a:spcPct val="115000"/>
              </a:lnSpc>
              <a:spcBef>
                <a:spcPts val="0"/>
              </a:spcBef>
              <a:spcAft>
                <a:spcPts val="0"/>
              </a:spcAft>
              <a:buClr>
                <a:srgbClr val="999999"/>
              </a:buClr>
              <a:buSzPts val="800"/>
              <a:buAutoNum type="alphaLcPeriod"/>
              <a:defRPr/>
            </a:lvl2pPr>
            <a:lvl3pPr lvl="2" algn="ctr" rtl="0">
              <a:lnSpc>
                <a:spcPct val="115000"/>
              </a:lnSpc>
              <a:spcBef>
                <a:spcPts val="0"/>
              </a:spcBef>
              <a:spcAft>
                <a:spcPts val="0"/>
              </a:spcAft>
              <a:buClr>
                <a:srgbClr val="999999"/>
              </a:buClr>
              <a:buSzPts val="800"/>
              <a:buAutoNum type="romanLcPeriod"/>
              <a:defRPr/>
            </a:lvl3pPr>
            <a:lvl4pPr lvl="3" algn="ctr" rtl="0">
              <a:lnSpc>
                <a:spcPct val="115000"/>
              </a:lnSpc>
              <a:spcBef>
                <a:spcPts val="0"/>
              </a:spcBef>
              <a:spcAft>
                <a:spcPts val="0"/>
              </a:spcAft>
              <a:buClr>
                <a:srgbClr val="999999"/>
              </a:buClr>
              <a:buSzPts val="800"/>
              <a:buAutoNum type="arabicPeriod"/>
              <a:defRPr/>
            </a:lvl4pPr>
            <a:lvl5pPr lvl="4" algn="ctr" rtl="0">
              <a:lnSpc>
                <a:spcPct val="115000"/>
              </a:lnSpc>
              <a:spcBef>
                <a:spcPts val="0"/>
              </a:spcBef>
              <a:spcAft>
                <a:spcPts val="0"/>
              </a:spcAft>
              <a:buClr>
                <a:srgbClr val="999999"/>
              </a:buClr>
              <a:buSzPts val="1200"/>
              <a:buAutoNum type="alphaLcPeriod"/>
              <a:defRPr/>
            </a:lvl5pPr>
            <a:lvl6pPr lvl="5" algn="ctr" rtl="0">
              <a:lnSpc>
                <a:spcPct val="115000"/>
              </a:lnSpc>
              <a:spcBef>
                <a:spcPts val="0"/>
              </a:spcBef>
              <a:spcAft>
                <a:spcPts val="0"/>
              </a:spcAft>
              <a:buClr>
                <a:srgbClr val="999999"/>
              </a:buClr>
              <a:buSzPts val="1200"/>
              <a:buAutoNum type="romanLcPeriod"/>
              <a:defRPr/>
            </a:lvl6pPr>
            <a:lvl7pPr lvl="6" algn="ctr" rtl="0">
              <a:lnSpc>
                <a:spcPct val="115000"/>
              </a:lnSpc>
              <a:spcBef>
                <a:spcPts val="0"/>
              </a:spcBef>
              <a:spcAft>
                <a:spcPts val="0"/>
              </a:spcAft>
              <a:buClr>
                <a:srgbClr val="999999"/>
              </a:buClr>
              <a:buSzPts val="700"/>
              <a:buAutoNum type="arabicPeriod"/>
              <a:defRPr/>
            </a:lvl7pPr>
            <a:lvl8pPr lvl="7" algn="ctr" rtl="0">
              <a:lnSpc>
                <a:spcPct val="115000"/>
              </a:lnSpc>
              <a:spcBef>
                <a:spcPts val="0"/>
              </a:spcBef>
              <a:spcAft>
                <a:spcPts val="0"/>
              </a:spcAft>
              <a:buClr>
                <a:srgbClr val="999999"/>
              </a:buClr>
              <a:buSzPts val="700"/>
              <a:buAutoNum type="alphaLcPeriod"/>
              <a:defRPr/>
            </a:lvl8pPr>
            <a:lvl9pPr lvl="8" algn="ctr" rtl="0">
              <a:lnSpc>
                <a:spcPct val="115000"/>
              </a:lnSpc>
              <a:spcBef>
                <a:spcPts val="0"/>
              </a:spcBef>
              <a:spcAft>
                <a:spcPts val="0"/>
              </a:spcAft>
              <a:buClr>
                <a:srgbClr val="999999"/>
              </a:buClr>
              <a:buSzPts val="600"/>
              <a:buAutoNum type="romanLcPeriod"/>
              <a:defRPr/>
            </a:lvl9pPr>
          </a:lstStyle>
          <a:p>
            <a:endParaRPr/>
          </a:p>
        </p:txBody>
      </p:sp>
      <p:sp>
        <p:nvSpPr>
          <p:cNvPr id="67" name="Google Shape;67;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8" name="Google Shape;68;p7"/>
          <p:cNvGrpSpPr/>
          <p:nvPr/>
        </p:nvGrpSpPr>
        <p:grpSpPr>
          <a:xfrm>
            <a:off x="144288" y="147077"/>
            <a:ext cx="454046" cy="1101386"/>
            <a:chOff x="144288" y="147077"/>
            <a:chExt cx="454046" cy="1101386"/>
          </a:xfrm>
        </p:grpSpPr>
        <p:sp>
          <p:nvSpPr>
            <p:cNvPr id="69" name="Google Shape;69;p7"/>
            <p:cNvSpPr/>
            <p:nvPr/>
          </p:nvSpPr>
          <p:spPr>
            <a:xfrm rot="-5400000">
              <a:off x="144280" y="147085"/>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7"/>
            <p:cNvSpPr/>
            <p:nvPr/>
          </p:nvSpPr>
          <p:spPr>
            <a:xfrm rot="-5400000">
              <a:off x="193389" y="1068025"/>
              <a:ext cx="180450" cy="180425"/>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rot="-5400000">
              <a:off x="211443" y="746585"/>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rot="-5400000">
              <a:off x="373819" y="291403"/>
              <a:ext cx="224528" cy="224503"/>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 name="Google Shape;73;p7"/>
          <p:cNvGrpSpPr/>
          <p:nvPr/>
        </p:nvGrpSpPr>
        <p:grpSpPr>
          <a:xfrm>
            <a:off x="569675" y="183250"/>
            <a:ext cx="8764375" cy="5229850"/>
            <a:chOff x="569675" y="183250"/>
            <a:chExt cx="8764375" cy="5229850"/>
          </a:xfrm>
        </p:grpSpPr>
        <p:cxnSp>
          <p:nvCxnSpPr>
            <p:cNvPr id="74" name="Google Shape;74;p7"/>
            <p:cNvCxnSpPr/>
            <p:nvPr/>
          </p:nvCxnSpPr>
          <p:spPr>
            <a:xfrm rot="10800000">
              <a:off x="569675" y="183250"/>
              <a:ext cx="8572500" cy="5118300"/>
            </a:xfrm>
            <a:prstGeom prst="bentConnector3">
              <a:avLst>
                <a:gd name="adj1" fmla="val 5355"/>
              </a:avLst>
            </a:prstGeom>
            <a:noFill/>
            <a:ln w="19050" cap="flat" cmpd="sng">
              <a:solidFill>
                <a:schemeClr val="lt2"/>
              </a:solidFill>
              <a:prstDash val="solid"/>
              <a:round/>
              <a:headEnd type="none" w="med" len="med"/>
              <a:tailEnd type="oval" w="med" len="med"/>
            </a:ln>
          </p:spPr>
        </p:cxnSp>
        <p:cxnSp>
          <p:nvCxnSpPr>
            <p:cNvPr id="75" name="Google Shape;75;p7"/>
            <p:cNvCxnSpPr/>
            <p:nvPr/>
          </p:nvCxnSpPr>
          <p:spPr>
            <a:xfrm rot="10800000">
              <a:off x="761550" y="294800"/>
              <a:ext cx="8572500" cy="5118300"/>
            </a:xfrm>
            <a:prstGeom prst="bentConnector3">
              <a:avLst>
                <a:gd name="adj1" fmla="val 5355"/>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8"/>
          <p:cNvSpPr txBox="1">
            <a:spLocks noGrp="1"/>
          </p:cNvSpPr>
          <p:nvPr>
            <p:ph type="title"/>
          </p:nvPr>
        </p:nvSpPr>
        <p:spPr>
          <a:xfrm>
            <a:off x="838650" y="1518450"/>
            <a:ext cx="4151400" cy="2106600"/>
          </a:xfrm>
          <a:prstGeom prst="rect">
            <a:avLst/>
          </a:prstGeom>
        </p:spPr>
        <p:txBody>
          <a:bodyPr spcFirstLastPara="1" wrap="square" lIns="91425" tIns="91425" rIns="91425" bIns="91425" anchor="b" anchorCtr="0">
            <a:noAutofit/>
          </a:bodyPr>
          <a:lstStyle>
            <a:lvl1pPr lvl="0" algn="r">
              <a:lnSpc>
                <a:spcPct val="115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78" name="Google Shape;78;p8"/>
          <p:cNvGrpSpPr/>
          <p:nvPr/>
        </p:nvGrpSpPr>
        <p:grpSpPr>
          <a:xfrm>
            <a:off x="-950200" y="-235500"/>
            <a:ext cx="9904500" cy="5229850"/>
            <a:chOff x="-950200" y="-235500"/>
            <a:chExt cx="9904500" cy="5229850"/>
          </a:xfrm>
        </p:grpSpPr>
        <p:cxnSp>
          <p:nvCxnSpPr>
            <p:cNvPr id="79" name="Google Shape;79;p8"/>
            <p:cNvCxnSpPr/>
            <p:nvPr/>
          </p:nvCxnSpPr>
          <p:spPr>
            <a:xfrm>
              <a:off x="-122100" y="-123950"/>
              <a:ext cx="8572500" cy="5118300"/>
            </a:xfrm>
            <a:prstGeom prst="bentConnector3">
              <a:avLst>
                <a:gd name="adj1" fmla="val 5355"/>
              </a:avLst>
            </a:prstGeom>
            <a:noFill/>
            <a:ln w="19050" cap="flat" cmpd="sng">
              <a:solidFill>
                <a:schemeClr val="lt2"/>
              </a:solidFill>
              <a:prstDash val="solid"/>
              <a:round/>
              <a:headEnd type="none" w="med" len="med"/>
              <a:tailEnd type="oval" w="med" len="med"/>
            </a:ln>
          </p:spPr>
        </p:cxnSp>
        <p:cxnSp>
          <p:nvCxnSpPr>
            <p:cNvPr id="80" name="Google Shape;80;p8"/>
            <p:cNvCxnSpPr/>
            <p:nvPr/>
          </p:nvCxnSpPr>
          <p:spPr>
            <a:xfrm>
              <a:off x="-313975" y="-235500"/>
              <a:ext cx="8572500" cy="5118300"/>
            </a:xfrm>
            <a:prstGeom prst="bentConnector3">
              <a:avLst>
                <a:gd name="adj1" fmla="val 5355"/>
              </a:avLst>
            </a:prstGeom>
            <a:noFill/>
            <a:ln w="19050" cap="flat" cmpd="sng">
              <a:solidFill>
                <a:schemeClr val="lt2"/>
              </a:solidFill>
              <a:prstDash val="solid"/>
              <a:round/>
              <a:headEnd type="none" w="med" len="med"/>
              <a:tailEnd type="oval" w="med" len="med"/>
            </a:ln>
          </p:spPr>
        </p:cxnSp>
        <p:cxnSp>
          <p:nvCxnSpPr>
            <p:cNvPr id="81" name="Google Shape;81;p8"/>
            <p:cNvCxnSpPr/>
            <p:nvPr/>
          </p:nvCxnSpPr>
          <p:spPr>
            <a:xfrm>
              <a:off x="-766600" y="2793225"/>
              <a:ext cx="9720900" cy="1699500"/>
            </a:xfrm>
            <a:prstGeom prst="bentConnector3">
              <a:avLst>
                <a:gd name="adj1" fmla="val 5194"/>
              </a:avLst>
            </a:prstGeom>
            <a:noFill/>
            <a:ln w="19050" cap="flat" cmpd="sng">
              <a:solidFill>
                <a:schemeClr val="lt2"/>
              </a:solidFill>
              <a:prstDash val="solid"/>
              <a:round/>
              <a:headEnd type="none" w="med" len="med"/>
              <a:tailEnd type="oval" w="med" len="med"/>
            </a:ln>
          </p:spPr>
        </p:cxnSp>
        <p:cxnSp>
          <p:nvCxnSpPr>
            <p:cNvPr id="82" name="Google Shape;82;p8"/>
            <p:cNvCxnSpPr/>
            <p:nvPr/>
          </p:nvCxnSpPr>
          <p:spPr>
            <a:xfrm>
              <a:off x="-950200" y="2976850"/>
              <a:ext cx="9712500" cy="1404300"/>
            </a:xfrm>
            <a:prstGeom prst="bentConnector3">
              <a:avLst>
                <a:gd name="adj1" fmla="val 14297"/>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9"/>
          <p:cNvSpPr txBox="1">
            <a:spLocks noGrp="1"/>
          </p:cNvSpPr>
          <p:nvPr>
            <p:ph type="title"/>
          </p:nvPr>
        </p:nvSpPr>
        <p:spPr>
          <a:xfrm>
            <a:off x="4906675" y="1132975"/>
            <a:ext cx="3524100" cy="1403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5" name="Google Shape;85;p9"/>
          <p:cNvSpPr txBox="1">
            <a:spLocks noGrp="1"/>
          </p:cNvSpPr>
          <p:nvPr>
            <p:ph type="subTitle" idx="1"/>
          </p:nvPr>
        </p:nvSpPr>
        <p:spPr>
          <a:xfrm>
            <a:off x="4906675" y="2724350"/>
            <a:ext cx="3524100" cy="1403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rgbClr val="999999"/>
              </a:buClr>
              <a:buSzPts val="800"/>
              <a:buFont typeface="Open Sans"/>
              <a:buChar char="●"/>
              <a:defRPr/>
            </a:lvl1pPr>
            <a:lvl2pPr lvl="1" algn="ctr" rtl="0">
              <a:lnSpc>
                <a:spcPct val="115000"/>
              </a:lnSpc>
              <a:spcBef>
                <a:spcPts val="0"/>
              </a:spcBef>
              <a:spcAft>
                <a:spcPts val="0"/>
              </a:spcAft>
              <a:buClr>
                <a:srgbClr val="999999"/>
              </a:buClr>
              <a:buSzPts val="800"/>
              <a:buFont typeface="Open Sans"/>
              <a:buChar char="○"/>
              <a:defRPr/>
            </a:lvl2pPr>
            <a:lvl3pPr lvl="2" algn="ctr" rtl="0">
              <a:lnSpc>
                <a:spcPct val="115000"/>
              </a:lnSpc>
              <a:spcBef>
                <a:spcPts val="0"/>
              </a:spcBef>
              <a:spcAft>
                <a:spcPts val="0"/>
              </a:spcAft>
              <a:buClr>
                <a:srgbClr val="999999"/>
              </a:buClr>
              <a:buSzPts val="800"/>
              <a:buFont typeface="Open Sans"/>
              <a:buChar char="■"/>
              <a:defRPr/>
            </a:lvl3pPr>
            <a:lvl4pPr lvl="3" algn="ctr" rtl="0">
              <a:lnSpc>
                <a:spcPct val="115000"/>
              </a:lnSpc>
              <a:spcBef>
                <a:spcPts val="0"/>
              </a:spcBef>
              <a:spcAft>
                <a:spcPts val="0"/>
              </a:spcAft>
              <a:buClr>
                <a:srgbClr val="999999"/>
              </a:buClr>
              <a:buSzPts val="800"/>
              <a:buFont typeface="Open Sans"/>
              <a:buChar char="●"/>
              <a:defRPr/>
            </a:lvl4pPr>
            <a:lvl5pPr lvl="4" algn="ctr" rtl="0">
              <a:lnSpc>
                <a:spcPct val="115000"/>
              </a:lnSpc>
              <a:spcBef>
                <a:spcPts val="0"/>
              </a:spcBef>
              <a:spcAft>
                <a:spcPts val="0"/>
              </a:spcAft>
              <a:buClr>
                <a:srgbClr val="999999"/>
              </a:buClr>
              <a:buSzPts val="1200"/>
              <a:buFont typeface="Open Sans"/>
              <a:buChar char="○"/>
              <a:defRPr/>
            </a:lvl5pPr>
            <a:lvl6pPr lvl="5" algn="ctr" rtl="0">
              <a:lnSpc>
                <a:spcPct val="115000"/>
              </a:lnSpc>
              <a:spcBef>
                <a:spcPts val="0"/>
              </a:spcBef>
              <a:spcAft>
                <a:spcPts val="0"/>
              </a:spcAft>
              <a:buClr>
                <a:srgbClr val="999999"/>
              </a:buClr>
              <a:buSzPts val="1200"/>
              <a:buFont typeface="Open Sans"/>
              <a:buChar char="■"/>
              <a:defRPr/>
            </a:lvl6pPr>
            <a:lvl7pPr lvl="6" algn="ctr" rtl="0">
              <a:lnSpc>
                <a:spcPct val="115000"/>
              </a:lnSpc>
              <a:spcBef>
                <a:spcPts val="0"/>
              </a:spcBef>
              <a:spcAft>
                <a:spcPts val="0"/>
              </a:spcAft>
              <a:buClr>
                <a:srgbClr val="999999"/>
              </a:buClr>
              <a:buSzPts val="700"/>
              <a:buFont typeface="Open Sans"/>
              <a:buChar char="●"/>
              <a:defRPr/>
            </a:lvl7pPr>
            <a:lvl8pPr lvl="7" algn="ctr" rtl="0">
              <a:lnSpc>
                <a:spcPct val="115000"/>
              </a:lnSpc>
              <a:spcBef>
                <a:spcPts val="0"/>
              </a:spcBef>
              <a:spcAft>
                <a:spcPts val="0"/>
              </a:spcAft>
              <a:buClr>
                <a:srgbClr val="999999"/>
              </a:buClr>
              <a:buSzPts val="700"/>
              <a:buFont typeface="Open Sans"/>
              <a:buChar char="○"/>
              <a:defRPr/>
            </a:lvl8pPr>
            <a:lvl9pPr lvl="8" algn="ctr" rtl="0">
              <a:lnSpc>
                <a:spcPct val="115000"/>
              </a:lnSpc>
              <a:spcBef>
                <a:spcPts val="0"/>
              </a:spcBef>
              <a:spcAft>
                <a:spcPts val="0"/>
              </a:spcAft>
              <a:buClr>
                <a:srgbClr val="999999"/>
              </a:buClr>
              <a:buSzPts val="600"/>
              <a:buFont typeface="Open Sans"/>
              <a:buChar char="■"/>
              <a:defRPr/>
            </a:lvl9pPr>
          </a:lstStyle>
          <a:p>
            <a:endParaRPr/>
          </a:p>
        </p:txBody>
      </p:sp>
      <p:sp>
        <p:nvSpPr>
          <p:cNvPr id="86" name="Google Shape;86;p9"/>
          <p:cNvSpPr>
            <a:spLocks noGrp="1"/>
          </p:cNvSpPr>
          <p:nvPr>
            <p:ph type="pic" idx="2"/>
          </p:nvPr>
        </p:nvSpPr>
        <p:spPr>
          <a:xfrm>
            <a:off x="202954" y="388500"/>
            <a:ext cx="4379700" cy="4379700"/>
          </a:xfrm>
          <a:prstGeom prst="ellipse">
            <a:avLst/>
          </a:prstGeom>
          <a:noFill/>
          <a:ln>
            <a:noFill/>
          </a:ln>
        </p:spPr>
      </p:sp>
      <p:grpSp>
        <p:nvGrpSpPr>
          <p:cNvPr id="87" name="Google Shape;87;p9"/>
          <p:cNvGrpSpPr/>
          <p:nvPr/>
        </p:nvGrpSpPr>
        <p:grpSpPr>
          <a:xfrm rot="-1395165">
            <a:off x="172631" y="490168"/>
            <a:ext cx="882626" cy="403567"/>
            <a:chOff x="7884075" y="238975"/>
            <a:chExt cx="882599" cy="403555"/>
          </a:xfrm>
        </p:grpSpPr>
        <p:sp>
          <p:nvSpPr>
            <p:cNvPr id="88" name="Google Shape;88;p9"/>
            <p:cNvSpPr/>
            <p:nvPr/>
          </p:nvSpPr>
          <p:spPr>
            <a:xfrm>
              <a:off x="8255437" y="43647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9"/>
            <p:cNvSpPr/>
            <p:nvPr/>
          </p:nvSpPr>
          <p:spPr>
            <a:xfrm>
              <a:off x="7884075" y="238975"/>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9"/>
            <p:cNvSpPr/>
            <p:nvPr/>
          </p:nvSpPr>
          <p:spPr>
            <a:xfrm>
              <a:off x="8626800" y="378850"/>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9"/>
          <p:cNvGrpSpPr/>
          <p:nvPr/>
        </p:nvGrpSpPr>
        <p:grpSpPr>
          <a:xfrm>
            <a:off x="2422725" y="4313625"/>
            <a:ext cx="7035600" cy="513300"/>
            <a:chOff x="2422725" y="4313625"/>
            <a:chExt cx="7035600" cy="513300"/>
          </a:xfrm>
        </p:grpSpPr>
        <p:cxnSp>
          <p:nvCxnSpPr>
            <p:cNvPr id="92" name="Google Shape;92;p9"/>
            <p:cNvCxnSpPr/>
            <p:nvPr/>
          </p:nvCxnSpPr>
          <p:spPr>
            <a:xfrm rot="10800000">
              <a:off x="3750275" y="4313625"/>
              <a:ext cx="5590200" cy="513300"/>
            </a:xfrm>
            <a:prstGeom prst="bentConnector3">
              <a:avLst>
                <a:gd name="adj1" fmla="val 64140"/>
              </a:avLst>
            </a:prstGeom>
            <a:noFill/>
            <a:ln w="19050" cap="flat" cmpd="sng">
              <a:solidFill>
                <a:schemeClr val="lt2"/>
              </a:solidFill>
              <a:prstDash val="solid"/>
              <a:round/>
              <a:headEnd type="none" w="med" len="med"/>
              <a:tailEnd type="oval" w="med" len="med"/>
            </a:ln>
          </p:spPr>
        </p:cxnSp>
        <p:cxnSp>
          <p:nvCxnSpPr>
            <p:cNvPr id="93" name="Google Shape;93;p9"/>
            <p:cNvCxnSpPr/>
            <p:nvPr/>
          </p:nvCxnSpPr>
          <p:spPr>
            <a:xfrm flipH="1">
              <a:off x="2422725" y="4652400"/>
              <a:ext cx="7035600" cy="115800"/>
            </a:xfrm>
            <a:prstGeom prst="bentConnector4">
              <a:avLst>
                <a:gd name="adj1" fmla="val 34437"/>
                <a:gd name="adj2" fmla="val 305635"/>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132"/>
        <p:cNvGrpSpPr/>
        <p:nvPr/>
      </p:nvGrpSpPr>
      <p:grpSpPr>
        <a:xfrm>
          <a:off x="0" y="0"/>
          <a:ext cx="0" cy="0"/>
          <a:chOff x="0" y="0"/>
          <a:chExt cx="0" cy="0"/>
        </a:xfrm>
      </p:grpSpPr>
      <p:sp>
        <p:nvSpPr>
          <p:cNvPr id="133" name="Google Shape;133;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34" name="Google Shape;134;p14"/>
          <p:cNvGrpSpPr/>
          <p:nvPr/>
        </p:nvGrpSpPr>
        <p:grpSpPr>
          <a:xfrm>
            <a:off x="199188" y="123990"/>
            <a:ext cx="422946" cy="368845"/>
            <a:chOff x="8576588" y="4496315"/>
            <a:chExt cx="422946" cy="368845"/>
          </a:xfrm>
        </p:grpSpPr>
        <p:sp>
          <p:nvSpPr>
            <p:cNvPr id="135" name="Google Shape;135;p14"/>
            <p:cNvSpPr/>
            <p:nvPr/>
          </p:nvSpPr>
          <p:spPr>
            <a:xfrm rot="-5400000">
              <a:off x="8576580" y="4720848"/>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4"/>
            <p:cNvSpPr/>
            <p:nvPr/>
          </p:nvSpPr>
          <p:spPr>
            <a:xfrm rot="-5400000">
              <a:off x="8775019" y="4496328"/>
              <a:ext cx="224528" cy="224503"/>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 name="Google Shape;137;p14"/>
          <p:cNvGrpSpPr/>
          <p:nvPr/>
        </p:nvGrpSpPr>
        <p:grpSpPr>
          <a:xfrm rot="10800000">
            <a:off x="25225" y="282300"/>
            <a:ext cx="9157800" cy="5003500"/>
            <a:chOff x="-116175" y="-984534"/>
            <a:chExt cx="9157800" cy="5003500"/>
          </a:xfrm>
        </p:grpSpPr>
        <p:cxnSp>
          <p:nvCxnSpPr>
            <p:cNvPr id="138" name="Google Shape;138;p14"/>
            <p:cNvCxnSpPr/>
            <p:nvPr/>
          </p:nvCxnSpPr>
          <p:spPr>
            <a:xfrm>
              <a:off x="-116175" y="-605834"/>
              <a:ext cx="9157800" cy="4624800"/>
            </a:xfrm>
            <a:prstGeom prst="bentConnector3">
              <a:avLst>
                <a:gd name="adj1" fmla="val 3258"/>
              </a:avLst>
            </a:prstGeom>
            <a:noFill/>
            <a:ln w="19050" cap="flat" cmpd="sng">
              <a:solidFill>
                <a:schemeClr val="lt2"/>
              </a:solidFill>
              <a:prstDash val="solid"/>
              <a:round/>
              <a:headEnd type="none" w="med" len="med"/>
              <a:tailEnd type="oval" w="med" len="med"/>
            </a:ln>
          </p:spPr>
        </p:cxnSp>
        <p:cxnSp>
          <p:nvCxnSpPr>
            <p:cNvPr id="139" name="Google Shape;139;p14"/>
            <p:cNvCxnSpPr/>
            <p:nvPr/>
          </p:nvCxnSpPr>
          <p:spPr>
            <a:xfrm rot="-5400000" flipH="1">
              <a:off x="-2164550" y="1408116"/>
              <a:ext cx="4877100" cy="91800"/>
            </a:xfrm>
            <a:prstGeom prst="bentConnector3">
              <a:avLst>
                <a:gd name="adj1" fmla="val 50000"/>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60"/>
        <p:cNvGrpSpPr/>
        <p:nvPr/>
      </p:nvGrpSpPr>
      <p:grpSpPr>
        <a:xfrm>
          <a:off x="0" y="0"/>
          <a:ext cx="0" cy="0"/>
          <a:chOff x="0" y="0"/>
          <a:chExt cx="0" cy="0"/>
        </a:xfrm>
      </p:grpSpPr>
      <p:sp>
        <p:nvSpPr>
          <p:cNvPr id="161" name="Google Shape;16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62" name="Google Shape;162;p17"/>
          <p:cNvSpPr txBox="1">
            <a:spLocks noGrp="1"/>
          </p:cNvSpPr>
          <p:nvPr>
            <p:ph type="subTitle" idx="1"/>
          </p:nvPr>
        </p:nvSpPr>
        <p:spPr>
          <a:xfrm>
            <a:off x="4827974"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3" name="Google Shape;163;p17"/>
          <p:cNvSpPr txBox="1">
            <a:spLocks noGrp="1"/>
          </p:cNvSpPr>
          <p:nvPr>
            <p:ph type="subTitle" idx="2"/>
          </p:nvPr>
        </p:nvSpPr>
        <p:spPr>
          <a:xfrm>
            <a:off x="997425"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164" name="Google Shape;164;p17"/>
          <p:cNvGrpSpPr/>
          <p:nvPr/>
        </p:nvGrpSpPr>
        <p:grpSpPr>
          <a:xfrm>
            <a:off x="-320650" y="-762725"/>
            <a:ext cx="9327075" cy="7125850"/>
            <a:chOff x="-320650" y="-762725"/>
            <a:chExt cx="9327075" cy="7125850"/>
          </a:xfrm>
        </p:grpSpPr>
        <p:cxnSp>
          <p:nvCxnSpPr>
            <p:cNvPr id="165" name="Google Shape;165;p17"/>
            <p:cNvCxnSpPr/>
            <p:nvPr/>
          </p:nvCxnSpPr>
          <p:spPr>
            <a:xfrm rot="-5400000" flipH="1">
              <a:off x="6857075" y="1775500"/>
              <a:ext cx="4097100" cy="187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6" name="Google Shape;166;p17"/>
            <p:cNvCxnSpPr/>
            <p:nvPr/>
          </p:nvCxnSpPr>
          <p:spPr>
            <a:xfrm rot="10800000" flipH="1">
              <a:off x="667900" y="4271400"/>
              <a:ext cx="2765700" cy="9639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7" name="Google Shape;167;p17"/>
            <p:cNvCxnSpPr/>
            <p:nvPr/>
          </p:nvCxnSpPr>
          <p:spPr>
            <a:xfrm rot="5400000" flipH="1">
              <a:off x="7318025" y="39077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8" name="Google Shape;168;p17"/>
            <p:cNvCxnSpPr/>
            <p:nvPr/>
          </p:nvCxnSpPr>
          <p:spPr>
            <a:xfrm rot="5400000" flipH="1">
              <a:off x="7083950" y="45416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cxnSp>
          <p:nvCxnSpPr>
            <p:cNvPr id="169" name="Google Shape;169;p17"/>
            <p:cNvCxnSpPr/>
            <p:nvPr/>
          </p:nvCxnSpPr>
          <p:spPr>
            <a:xfrm rot="10800000" flipH="1">
              <a:off x="-320650" y="4087825"/>
              <a:ext cx="5808300" cy="8787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70" name="Google Shape;170;p17"/>
            <p:cNvCxnSpPr/>
            <p:nvPr/>
          </p:nvCxnSpPr>
          <p:spPr>
            <a:xfrm rot="5400000">
              <a:off x="-237850" y="2225"/>
              <a:ext cx="2082300" cy="729600"/>
            </a:xfrm>
            <a:prstGeom prst="bentConnector3">
              <a:avLst>
                <a:gd name="adj1" fmla="val 43507"/>
              </a:avLst>
            </a:prstGeom>
            <a:noFill/>
            <a:ln w="19050" cap="flat" cmpd="sng">
              <a:solidFill>
                <a:schemeClr val="lt2"/>
              </a:solidFill>
              <a:prstDash val="solid"/>
              <a:round/>
              <a:headEnd type="none" w="med" len="med"/>
              <a:tailEnd type="oval" w="med" len="med"/>
            </a:ln>
          </p:spPr>
        </p:cxnSp>
        <p:cxnSp>
          <p:nvCxnSpPr>
            <p:cNvPr id="171" name="Google Shape;171;p17"/>
            <p:cNvCxnSpPr/>
            <p:nvPr/>
          </p:nvCxnSpPr>
          <p:spPr>
            <a:xfrm rot="5400000">
              <a:off x="-317750" y="-132725"/>
              <a:ext cx="1866600" cy="606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72" name="Google Shape;172;p17"/>
          <p:cNvGrpSpPr/>
          <p:nvPr/>
        </p:nvGrpSpPr>
        <p:grpSpPr>
          <a:xfrm>
            <a:off x="179243" y="1771891"/>
            <a:ext cx="400449" cy="2933146"/>
            <a:chOff x="7553711" y="-2334286"/>
            <a:chExt cx="455625" cy="3337292"/>
          </a:xfrm>
        </p:grpSpPr>
        <p:sp>
          <p:nvSpPr>
            <p:cNvPr id="173" name="Google Shape;173;p17"/>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7"/>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7"/>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76"/>
        <p:cNvGrpSpPr/>
        <p:nvPr/>
      </p:nvGrpSpPr>
      <p:grpSpPr>
        <a:xfrm>
          <a:off x="0" y="0"/>
          <a:ext cx="0" cy="0"/>
          <a:chOff x="0" y="0"/>
          <a:chExt cx="0" cy="0"/>
        </a:xfrm>
      </p:grpSpPr>
      <p:sp>
        <p:nvSpPr>
          <p:cNvPr id="177" name="Google Shape;177;p18"/>
          <p:cNvSpPr txBox="1">
            <a:spLocks noGrp="1"/>
          </p:cNvSpPr>
          <p:nvPr>
            <p:ph type="title"/>
          </p:nvPr>
        </p:nvSpPr>
        <p:spPr>
          <a:xfrm>
            <a:off x="720000" y="1784150"/>
            <a:ext cx="3597900" cy="665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8" name="Google Shape;178;p18"/>
          <p:cNvSpPr txBox="1">
            <a:spLocks noGrp="1"/>
          </p:cNvSpPr>
          <p:nvPr>
            <p:ph type="subTitle" idx="1"/>
          </p:nvPr>
        </p:nvSpPr>
        <p:spPr>
          <a:xfrm>
            <a:off x="720000" y="2449450"/>
            <a:ext cx="3597900" cy="90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79" name="Google Shape;179;p18"/>
          <p:cNvGrpSpPr/>
          <p:nvPr/>
        </p:nvGrpSpPr>
        <p:grpSpPr>
          <a:xfrm>
            <a:off x="-313975" y="-235500"/>
            <a:ext cx="8764375" cy="5229850"/>
            <a:chOff x="-313975" y="-235500"/>
            <a:chExt cx="8764375" cy="5229850"/>
          </a:xfrm>
        </p:grpSpPr>
        <p:cxnSp>
          <p:nvCxnSpPr>
            <p:cNvPr id="180" name="Google Shape;180;p18"/>
            <p:cNvCxnSpPr/>
            <p:nvPr/>
          </p:nvCxnSpPr>
          <p:spPr>
            <a:xfrm>
              <a:off x="-122100" y="-123950"/>
              <a:ext cx="8572500" cy="5118300"/>
            </a:xfrm>
            <a:prstGeom prst="bentConnector3">
              <a:avLst>
                <a:gd name="adj1" fmla="val 5355"/>
              </a:avLst>
            </a:prstGeom>
            <a:noFill/>
            <a:ln w="19050" cap="flat" cmpd="sng">
              <a:solidFill>
                <a:schemeClr val="lt2"/>
              </a:solidFill>
              <a:prstDash val="solid"/>
              <a:round/>
              <a:headEnd type="none" w="med" len="med"/>
              <a:tailEnd type="oval" w="med" len="med"/>
            </a:ln>
          </p:spPr>
        </p:cxnSp>
        <p:cxnSp>
          <p:nvCxnSpPr>
            <p:cNvPr id="181" name="Google Shape;181;p18"/>
            <p:cNvCxnSpPr/>
            <p:nvPr/>
          </p:nvCxnSpPr>
          <p:spPr>
            <a:xfrm>
              <a:off x="-313975" y="-235500"/>
              <a:ext cx="8572500" cy="5118300"/>
            </a:xfrm>
            <a:prstGeom prst="bentConnector3">
              <a:avLst>
                <a:gd name="adj1" fmla="val 5355"/>
              </a:avLst>
            </a:prstGeom>
            <a:noFill/>
            <a:ln w="19050" cap="flat" cmpd="sng">
              <a:solidFill>
                <a:schemeClr val="lt2"/>
              </a:solidFill>
              <a:prstDash val="solid"/>
              <a:round/>
              <a:headEnd type="none" w="med" len="med"/>
              <a:tailEnd type="oval" w="med" len="med"/>
            </a:ln>
          </p:spPr>
        </p:cxnSp>
      </p:grpSp>
      <p:grpSp>
        <p:nvGrpSpPr>
          <p:cNvPr id="182" name="Google Shape;182;p18"/>
          <p:cNvGrpSpPr/>
          <p:nvPr/>
        </p:nvGrpSpPr>
        <p:grpSpPr>
          <a:xfrm>
            <a:off x="8576588" y="4496315"/>
            <a:ext cx="422946" cy="368845"/>
            <a:chOff x="8576588" y="4496315"/>
            <a:chExt cx="422946" cy="368845"/>
          </a:xfrm>
        </p:grpSpPr>
        <p:sp>
          <p:nvSpPr>
            <p:cNvPr id="183" name="Google Shape;183;p18"/>
            <p:cNvSpPr/>
            <p:nvPr/>
          </p:nvSpPr>
          <p:spPr>
            <a:xfrm rot="-5400000">
              <a:off x="8576580" y="4720848"/>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8"/>
            <p:cNvSpPr/>
            <p:nvPr/>
          </p:nvSpPr>
          <p:spPr>
            <a:xfrm rot="-5400000">
              <a:off x="8775019" y="4496328"/>
              <a:ext cx="224528" cy="224503"/>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35"/>
        <p:cNvGrpSpPr/>
        <p:nvPr/>
      </p:nvGrpSpPr>
      <p:grpSpPr>
        <a:xfrm>
          <a:off x="0" y="0"/>
          <a:ext cx="0" cy="0"/>
          <a:chOff x="0" y="0"/>
          <a:chExt cx="0" cy="0"/>
        </a:xfrm>
      </p:grpSpPr>
      <p:sp>
        <p:nvSpPr>
          <p:cNvPr id="236" name="Google Shape;236;p22"/>
          <p:cNvSpPr txBox="1">
            <a:spLocks noGrp="1"/>
          </p:cNvSpPr>
          <p:nvPr>
            <p:ph type="subTitle" idx="1"/>
          </p:nvPr>
        </p:nvSpPr>
        <p:spPr>
          <a:xfrm>
            <a:off x="937700" y="3138773"/>
            <a:ext cx="2175300" cy="861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37" name="Google Shape;237;p22"/>
          <p:cNvSpPr txBox="1">
            <a:spLocks noGrp="1"/>
          </p:cNvSpPr>
          <p:nvPr>
            <p:ph type="subTitle" idx="2"/>
          </p:nvPr>
        </p:nvSpPr>
        <p:spPr>
          <a:xfrm>
            <a:off x="3484422" y="3138773"/>
            <a:ext cx="2175300" cy="861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38" name="Google Shape;238;p22"/>
          <p:cNvSpPr txBox="1">
            <a:spLocks noGrp="1"/>
          </p:cNvSpPr>
          <p:nvPr>
            <p:ph type="subTitle" idx="3"/>
          </p:nvPr>
        </p:nvSpPr>
        <p:spPr>
          <a:xfrm>
            <a:off x="6031150" y="3138773"/>
            <a:ext cx="2175300" cy="861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39" name="Google Shape;239;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0" name="Google Shape;240;p22"/>
          <p:cNvSpPr txBox="1">
            <a:spLocks noGrp="1"/>
          </p:cNvSpPr>
          <p:nvPr>
            <p:ph type="subTitle" idx="4"/>
          </p:nvPr>
        </p:nvSpPr>
        <p:spPr>
          <a:xfrm>
            <a:off x="937700" y="2828225"/>
            <a:ext cx="2175300" cy="394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41" name="Google Shape;241;p22"/>
          <p:cNvSpPr txBox="1">
            <a:spLocks noGrp="1"/>
          </p:cNvSpPr>
          <p:nvPr>
            <p:ph type="subTitle" idx="5"/>
          </p:nvPr>
        </p:nvSpPr>
        <p:spPr>
          <a:xfrm>
            <a:off x="3484422" y="2828225"/>
            <a:ext cx="2175300" cy="394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42" name="Google Shape;242;p22"/>
          <p:cNvSpPr txBox="1">
            <a:spLocks noGrp="1"/>
          </p:cNvSpPr>
          <p:nvPr>
            <p:ph type="subTitle" idx="6"/>
          </p:nvPr>
        </p:nvSpPr>
        <p:spPr>
          <a:xfrm>
            <a:off x="6031150" y="2828225"/>
            <a:ext cx="2175300" cy="394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243" name="Google Shape;243;p22"/>
          <p:cNvGrpSpPr/>
          <p:nvPr/>
        </p:nvGrpSpPr>
        <p:grpSpPr>
          <a:xfrm>
            <a:off x="4047014" y="42573"/>
            <a:ext cx="4967892" cy="427565"/>
            <a:chOff x="4047014" y="42573"/>
            <a:chExt cx="4967892" cy="427565"/>
          </a:xfrm>
        </p:grpSpPr>
        <p:sp>
          <p:nvSpPr>
            <p:cNvPr id="244" name="Google Shape;244;p22"/>
            <p:cNvSpPr/>
            <p:nvPr/>
          </p:nvSpPr>
          <p:spPr>
            <a:xfrm rot="-5400000">
              <a:off x="4047014" y="223696"/>
              <a:ext cx="246441" cy="246441"/>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2"/>
            <p:cNvSpPr/>
            <p:nvPr/>
          </p:nvSpPr>
          <p:spPr>
            <a:xfrm rot="-5400000">
              <a:off x="5047357" y="42573"/>
              <a:ext cx="181108" cy="181108"/>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2"/>
            <p:cNvSpPr/>
            <p:nvPr/>
          </p:nvSpPr>
          <p:spPr>
            <a:xfrm rot="-5400000">
              <a:off x="8881913" y="280415"/>
              <a:ext cx="132993" cy="132993"/>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22"/>
          <p:cNvGrpSpPr/>
          <p:nvPr/>
        </p:nvGrpSpPr>
        <p:grpSpPr>
          <a:xfrm>
            <a:off x="-491175" y="145189"/>
            <a:ext cx="10284997" cy="4769636"/>
            <a:chOff x="-491175" y="145189"/>
            <a:chExt cx="10284997" cy="4769636"/>
          </a:xfrm>
        </p:grpSpPr>
        <p:cxnSp>
          <p:nvCxnSpPr>
            <p:cNvPr id="248" name="Google Shape;248;p22"/>
            <p:cNvCxnSpPr/>
            <p:nvPr/>
          </p:nvCxnSpPr>
          <p:spPr>
            <a:xfrm rot="10800000">
              <a:off x="4978547" y="271239"/>
              <a:ext cx="4686900" cy="546300"/>
            </a:xfrm>
            <a:prstGeom prst="bentConnector3">
              <a:avLst>
                <a:gd name="adj1" fmla="val 18882"/>
              </a:avLst>
            </a:prstGeom>
            <a:noFill/>
            <a:ln w="19050" cap="flat" cmpd="sng">
              <a:solidFill>
                <a:schemeClr val="lt2"/>
              </a:solidFill>
              <a:prstDash val="solid"/>
              <a:round/>
              <a:headEnd type="none" w="med" len="med"/>
              <a:tailEnd type="oval" w="med" len="med"/>
            </a:ln>
          </p:spPr>
        </p:cxnSp>
        <p:cxnSp>
          <p:nvCxnSpPr>
            <p:cNvPr id="249" name="Google Shape;249;p22"/>
            <p:cNvCxnSpPr/>
            <p:nvPr/>
          </p:nvCxnSpPr>
          <p:spPr>
            <a:xfrm rot="10800000">
              <a:off x="5653822" y="145189"/>
              <a:ext cx="4140000" cy="606600"/>
            </a:xfrm>
            <a:prstGeom prst="bentConnector3">
              <a:avLst>
                <a:gd name="adj1" fmla="val 32793"/>
              </a:avLst>
            </a:prstGeom>
            <a:noFill/>
            <a:ln w="19050" cap="flat" cmpd="sng">
              <a:solidFill>
                <a:schemeClr val="lt2"/>
              </a:solidFill>
              <a:prstDash val="solid"/>
              <a:round/>
              <a:headEnd type="none" w="med" len="med"/>
              <a:tailEnd type="oval" w="med" len="med"/>
            </a:ln>
          </p:spPr>
        </p:cxnSp>
        <p:cxnSp>
          <p:nvCxnSpPr>
            <p:cNvPr id="250" name="Google Shape;250;p22"/>
            <p:cNvCxnSpPr/>
            <p:nvPr/>
          </p:nvCxnSpPr>
          <p:spPr>
            <a:xfrm>
              <a:off x="-491175" y="4640850"/>
              <a:ext cx="8531100" cy="2139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251" name="Google Shape;251;p22"/>
            <p:cNvCxnSpPr/>
            <p:nvPr/>
          </p:nvCxnSpPr>
          <p:spPr>
            <a:xfrm>
              <a:off x="-399350" y="4560525"/>
              <a:ext cx="6630600" cy="354300"/>
            </a:xfrm>
            <a:prstGeom prst="bentConnector3">
              <a:avLst>
                <a:gd name="adj1" fmla="val 50000"/>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67"/>
        <p:cNvGrpSpPr/>
        <p:nvPr/>
      </p:nvGrpSpPr>
      <p:grpSpPr>
        <a:xfrm>
          <a:off x="0" y="0"/>
          <a:ext cx="0" cy="0"/>
          <a:chOff x="0" y="0"/>
          <a:chExt cx="0" cy="0"/>
        </a:xfrm>
      </p:grpSpPr>
      <p:sp>
        <p:nvSpPr>
          <p:cNvPr id="268" name="Google Shape;268;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9" name="Google Shape;269;p24"/>
          <p:cNvSpPr txBox="1">
            <a:spLocks noGrp="1"/>
          </p:cNvSpPr>
          <p:nvPr>
            <p:ph type="subTitle" idx="1"/>
          </p:nvPr>
        </p:nvSpPr>
        <p:spPr>
          <a:xfrm>
            <a:off x="1967648" y="2084667"/>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70" name="Google Shape;270;p24"/>
          <p:cNvSpPr txBox="1">
            <a:spLocks noGrp="1"/>
          </p:cNvSpPr>
          <p:nvPr>
            <p:ph type="subTitle" idx="2"/>
          </p:nvPr>
        </p:nvSpPr>
        <p:spPr>
          <a:xfrm>
            <a:off x="5198152" y="2084667"/>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71" name="Google Shape;271;p24"/>
          <p:cNvSpPr txBox="1">
            <a:spLocks noGrp="1"/>
          </p:cNvSpPr>
          <p:nvPr>
            <p:ph type="subTitle" idx="3"/>
          </p:nvPr>
        </p:nvSpPr>
        <p:spPr>
          <a:xfrm>
            <a:off x="1967648" y="3518067"/>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72" name="Google Shape;272;p24"/>
          <p:cNvSpPr txBox="1">
            <a:spLocks noGrp="1"/>
          </p:cNvSpPr>
          <p:nvPr>
            <p:ph type="subTitle" idx="4"/>
          </p:nvPr>
        </p:nvSpPr>
        <p:spPr>
          <a:xfrm>
            <a:off x="5198152" y="3518067"/>
            <a:ext cx="19782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73" name="Google Shape;273;p24"/>
          <p:cNvSpPr txBox="1">
            <a:spLocks noGrp="1"/>
          </p:cNvSpPr>
          <p:nvPr>
            <p:ph type="subTitle" idx="5"/>
          </p:nvPr>
        </p:nvSpPr>
        <p:spPr>
          <a:xfrm>
            <a:off x="1967648" y="1778725"/>
            <a:ext cx="1978200" cy="405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74" name="Google Shape;274;p24"/>
          <p:cNvSpPr txBox="1">
            <a:spLocks noGrp="1"/>
          </p:cNvSpPr>
          <p:nvPr>
            <p:ph type="subTitle" idx="6"/>
          </p:nvPr>
        </p:nvSpPr>
        <p:spPr>
          <a:xfrm>
            <a:off x="5198150" y="1778725"/>
            <a:ext cx="1978200" cy="405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75" name="Google Shape;275;p24"/>
          <p:cNvSpPr txBox="1">
            <a:spLocks noGrp="1"/>
          </p:cNvSpPr>
          <p:nvPr>
            <p:ph type="subTitle" idx="7"/>
          </p:nvPr>
        </p:nvSpPr>
        <p:spPr>
          <a:xfrm>
            <a:off x="1967648" y="3212175"/>
            <a:ext cx="1978200" cy="405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76" name="Google Shape;276;p24"/>
          <p:cNvSpPr txBox="1">
            <a:spLocks noGrp="1"/>
          </p:cNvSpPr>
          <p:nvPr>
            <p:ph type="subTitle" idx="8"/>
          </p:nvPr>
        </p:nvSpPr>
        <p:spPr>
          <a:xfrm>
            <a:off x="5198150" y="3212175"/>
            <a:ext cx="1978200" cy="405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277" name="Google Shape;277;p24"/>
          <p:cNvGrpSpPr/>
          <p:nvPr/>
        </p:nvGrpSpPr>
        <p:grpSpPr>
          <a:xfrm>
            <a:off x="184960" y="-914261"/>
            <a:ext cx="8511650" cy="5875100"/>
            <a:chOff x="184960" y="-914261"/>
            <a:chExt cx="8511650" cy="5875100"/>
          </a:xfrm>
        </p:grpSpPr>
        <p:cxnSp>
          <p:nvCxnSpPr>
            <p:cNvPr id="278" name="Google Shape;278;p24"/>
            <p:cNvCxnSpPr/>
            <p:nvPr/>
          </p:nvCxnSpPr>
          <p:spPr>
            <a:xfrm rot="5400000">
              <a:off x="-1759290" y="1284414"/>
              <a:ext cx="4686900" cy="546300"/>
            </a:xfrm>
            <a:prstGeom prst="bentConnector3">
              <a:avLst>
                <a:gd name="adj1" fmla="val 18882"/>
              </a:avLst>
            </a:prstGeom>
            <a:noFill/>
            <a:ln w="19050" cap="flat" cmpd="sng">
              <a:solidFill>
                <a:schemeClr val="lt2"/>
              </a:solidFill>
              <a:prstDash val="solid"/>
              <a:round/>
              <a:headEnd type="none" w="med" len="med"/>
              <a:tailEnd type="oval" w="med" len="med"/>
            </a:ln>
          </p:spPr>
        </p:cxnSp>
        <p:cxnSp>
          <p:nvCxnSpPr>
            <p:cNvPr id="279" name="Google Shape;279;p24"/>
            <p:cNvCxnSpPr/>
            <p:nvPr/>
          </p:nvCxnSpPr>
          <p:spPr>
            <a:xfrm rot="5400000">
              <a:off x="-1581740" y="852439"/>
              <a:ext cx="4140000" cy="606600"/>
            </a:xfrm>
            <a:prstGeom prst="bentConnector3">
              <a:avLst>
                <a:gd name="adj1" fmla="val 32793"/>
              </a:avLst>
            </a:prstGeom>
            <a:noFill/>
            <a:ln w="19050" cap="flat" cmpd="sng">
              <a:solidFill>
                <a:schemeClr val="lt2"/>
              </a:solidFill>
              <a:prstDash val="solid"/>
              <a:round/>
              <a:headEnd type="none" w="med" len="med"/>
              <a:tailEnd type="oval" w="med" len="med"/>
            </a:ln>
          </p:spPr>
        </p:cxnSp>
        <p:cxnSp>
          <p:nvCxnSpPr>
            <p:cNvPr id="280" name="Google Shape;280;p24"/>
            <p:cNvCxnSpPr/>
            <p:nvPr/>
          </p:nvCxnSpPr>
          <p:spPr>
            <a:xfrm rot="5400000">
              <a:off x="5885760" y="2149989"/>
              <a:ext cx="5112900" cy="508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281" name="Google Shape;281;p24"/>
            <p:cNvCxnSpPr/>
            <p:nvPr/>
          </p:nvCxnSpPr>
          <p:spPr>
            <a:xfrm rot="5400000">
              <a:off x="5659460" y="1671214"/>
              <a:ext cx="5112900" cy="5088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282" name="Google Shape;282;p24"/>
          <p:cNvGrpSpPr/>
          <p:nvPr/>
        </p:nvGrpSpPr>
        <p:grpSpPr>
          <a:xfrm>
            <a:off x="4047014" y="27379"/>
            <a:ext cx="4845881" cy="3896497"/>
            <a:chOff x="4047014" y="27379"/>
            <a:chExt cx="4845881" cy="3896497"/>
          </a:xfrm>
        </p:grpSpPr>
        <p:sp>
          <p:nvSpPr>
            <p:cNvPr id="283" name="Google Shape;283;p24"/>
            <p:cNvSpPr/>
            <p:nvPr/>
          </p:nvSpPr>
          <p:spPr>
            <a:xfrm rot="-5400000">
              <a:off x="4047014" y="223696"/>
              <a:ext cx="246441" cy="246441"/>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4"/>
            <p:cNvSpPr/>
            <p:nvPr/>
          </p:nvSpPr>
          <p:spPr>
            <a:xfrm rot="-5400000">
              <a:off x="8470281" y="3727561"/>
              <a:ext cx="196332" cy="196299"/>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4"/>
            <p:cNvSpPr/>
            <p:nvPr/>
          </p:nvSpPr>
          <p:spPr>
            <a:xfrm rot="-5400000">
              <a:off x="8641534" y="2927466"/>
              <a:ext cx="251378" cy="25134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4"/>
            <p:cNvSpPr/>
            <p:nvPr/>
          </p:nvSpPr>
          <p:spPr>
            <a:xfrm rot="-5400000">
              <a:off x="4391516" y="27388"/>
              <a:ext cx="156245" cy="156228"/>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4"/>
            <p:cNvSpPr/>
            <p:nvPr/>
          </p:nvSpPr>
          <p:spPr>
            <a:xfrm rot="-5400000">
              <a:off x="8470291" y="2624037"/>
              <a:ext cx="161895" cy="161879"/>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88"/>
        <p:cNvGrpSpPr/>
        <p:nvPr/>
      </p:nvGrpSpPr>
      <p:grpSpPr>
        <a:xfrm>
          <a:off x="0" y="0"/>
          <a:ext cx="0" cy="0"/>
          <a:chOff x="0" y="0"/>
          <a:chExt cx="0" cy="0"/>
        </a:xfrm>
      </p:grpSpPr>
      <p:sp>
        <p:nvSpPr>
          <p:cNvPr id="289" name="Google Shape;289;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90" name="Google Shape;290;p25"/>
          <p:cNvSpPr txBox="1">
            <a:spLocks noGrp="1"/>
          </p:cNvSpPr>
          <p:nvPr>
            <p:ph type="subTitle" idx="1"/>
          </p:nvPr>
        </p:nvSpPr>
        <p:spPr>
          <a:xfrm>
            <a:off x="974900" y="21169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1" name="Google Shape;291;p25"/>
          <p:cNvSpPr txBox="1">
            <a:spLocks noGrp="1"/>
          </p:cNvSpPr>
          <p:nvPr>
            <p:ph type="subTitle" idx="2"/>
          </p:nvPr>
        </p:nvSpPr>
        <p:spPr>
          <a:xfrm>
            <a:off x="3578947" y="21169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2" name="Google Shape;292;p25"/>
          <p:cNvSpPr txBox="1">
            <a:spLocks noGrp="1"/>
          </p:cNvSpPr>
          <p:nvPr>
            <p:ph type="subTitle" idx="3"/>
          </p:nvPr>
        </p:nvSpPr>
        <p:spPr>
          <a:xfrm>
            <a:off x="974900" y="39313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3" name="Google Shape;293;p25"/>
          <p:cNvSpPr txBox="1">
            <a:spLocks noGrp="1"/>
          </p:cNvSpPr>
          <p:nvPr>
            <p:ph type="subTitle" idx="4"/>
          </p:nvPr>
        </p:nvSpPr>
        <p:spPr>
          <a:xfrm>
            <a:off x="3578947" y="39313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4" name="Google Shape;294;p25"/>
          <p:cNvSpPr txBox="1">
            <a:spLocks noGrp="1"/>
          </p:cNvSpPr>
          <p:nvPr>
            <p:ph type="subTitle" idx="5"/>
          </p:nvPr>
        </p:nvSpPr>
        <p:spPr>
          <a:xfrm>
            <a:off x="6183000" y="21169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5" name="Google Shape;295;p25"/>
          <p:cNvSpPr txBox="1">
            <a:spLocks noGrp="1"/>
          </p:cNvSpPr>
          <p:nvPr>
            <p:ph type="subTitle" idx="6"/>
          </p:nvPr>
        </p:nvSpPr>
        <p:spPr>
          <a:xfrm>
            <a:off x="6183000" y="3931375"/>
            <a:ext cx="1986000" cy="649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96" name="Google Shape;296;p25"/>
          <p:cNvSpPr txBox="1">
            <a:spLocks noGrp="1"/>
          </p:cNvSpPr>
          <p:nvPr>
            <p:ph type="subTitle" idx="7"/>
          </p:nvPr>
        </p:nvSpPr>
        <p:spPr>
          <a:xfrm>
            <a:off x="974900" y="1908247"/>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97" name="Google Shape;297;p25"/>
          <p:cNvSpPr txBox="1">
            <a:spLocks noGrp="1"/>
          </p:cNvSpPr>
          <p:nvPr>
            <p:ph type="subTitle" idx="8"/>
          </p:nvPr>
        </p:nvSpPr>
        <p:spPr>
          <a:xfrm>
            <a:off x="3578947" y="1908247"/>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98" name="Google Shape;298;p25"/>
          <p:cNvSpPr txBox="1">
            <a:spLocks noGrp="1"/>
          </p:cNvSpPr>
          <p:nvPr>
            <p:ph type="subTitle" idx="9"/>
          </p:nvPr>
        </p:nvSpPr>
        <p:spPr>
          <a:xfrm>
            <a:off x="974900" y="3722672"/>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299" name="Google Shape;299;p25"/>
          <p:cNvSpPr txBox="1">
            <a:spLocks noGrp="1"/>
          </p:cNvSpPr>
          <p:nvPr>
            <p:ph type="subTitle" idx="13"/>
          </p:nvPr>
        </p:nvSpPr>
        <p:spPr>
          <a:xfrm>
            <a:off x="3578947" y="3722672"/>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300" name="Google Shape;300;p25"/>
          <p:cNvSpPr txBox="1">
            <a:spLocks noGrp="1"/>
          </p:cNvSpPr>
          <p:nvPr>
            <p:ph type="subTitle" idx="14"/>
          </p:nvPr>
        </p:nvSpPr>
        <p:spPr>
          <a:xfrm>
            <a:off x="6183000" y="1908247"/>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301" name="Google Shape;301;p25"/>
          <p:cNvSpPr txBox="1">
            <a:spLocks noGrp="1"/>
          </p:cNvSpPr>
          <p:nvPr>
            <p:ph type="subTitle" idx="15"/>
          </p:nvPr>
        </p:nvSpPr>
        <p:spPr>
          <a:xfrm>
            <a:off x="6183000" y="3722672"/>
            <a:ext cx="1986000" cy="3591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rtl="0">
              <a:lnSpc>
                <a:spcPct val="115000"/>
              </a:lnSpc>
              <a:spcBef>
                <a:spcPts val="0"/>
              </a:spcBef>
              <a:spcAft>
                <a:spcPts val="0"/>
              </a:spcAft>
              <a:buSzPts val="2400"/>
              <a:buFont typeface="Sora"/>
              <a:buNone/>
              <a:defRPr sz="2400" b="1">
                <a:latin typeface="Sora"/>
                <a:ea typeface="Sora"/>
                <a:cs typeface="Sora"/>
                <a:sym typeface="Sora"/>
              </a:defRPr>
            </a:lvl2pPr>
            <a:lvl3pPr lvl="2" rtl="0">
              <a:lnSpc>
                <a:spcPct val="115000"/>
              </a:lnSpc>
              <a:spcBef>
                <a:spcPts val="0"/>
              </a:spcBef>
              <a:spcAft>
                <a:spcPts val="0"/>
              </a:spcAft>
              <a:buSzPts val="2400"/>
              <a:buFont typeface="Sora"/>
              <a:buNone/>
              <a:defRPr sz="2400" b="1">
                <a:latin typeface="Sora"/>
                <a:ea typeface="Sora"/>
                <a:cs typeface="Sora"/>
                <a:sym typeface="Sora"/>
              </a:defRPr>
            </a:lvl3pPr>
            <a:lvl4pPr lvl="3" rtl="0">
              <a:lnSpc>
                <a:spcPct val="115000"/>
              </a:lnSpc>
              <a:spcBef>
                <a:spcPts val="0"/>
              </a:spcBef>
              <a:spcAft>
                <a:spcPts val="0"/>
              </a:spcAft>
              <a:buSzPts val="2400"/>
              <a:buFont typeface="Sora"/>
              <a:buNone/>
              <a:defRPr sz="2400" b="1">
                <a:latin typeface="Sora"/>
                <a:ea typeface="Sora"/>
                <a:cs typeface="Sora"/>
                <a:sym typeface="Sora"/>
              </a:defRPr>
            </a:lvl4pPr>
            <a:lvl5pPr lvl="4" rtl="0">
              <a:lnSpc>
                <a:spcPct val="115000"/>
              </a:lnSpc>
              <a:spcBef>
                <a:spcPts val="0"/>
              </a:spcBef>
              <a:spcAft>
                <a:spcPts val="0"/>
              </a:spcAft>
              <a:buSzPts val="2400"/>
              <a:buFont typeface="Sora"/>
              <a:buNone/>
              <a:defRPr sz="2400" b="1">
                <a:latin typeface="Sora"/>
                <a:ea typeface="Sora"/>
                <a:cs typeface="Sora"/>
                <a:sym typeface="Sora"/>
              </a:defRPr>
            </a:lvl5pPr>
            <a:lvl6pPr lvl="5" rtl="0">
              <a:lnSpc>
                <a:spcPct val="115000"/>
              </a:lnSpc>
              <a:spcBef>
                <a:spcPts val="0"/>
              </a:spcBef>
              <a:spcAft>
                <a:spcPts val="0"/>
              </a:spcAft>
              <a:buSzPts val="2400"/>
              <a:buFont typeface="Sora"/>
              <a:buNone/>
              <a:defRPr sz="2400" b="1">
                <a:latin typeface="Sora"/>
                <a:ea typeface="Sora"/>
                <a:cs typeface="Sora"/>
                <a:sym typeface="Sora"/>
              </a:defRPr>
            </a:lvl6pPr>
            <a:lvl7pPr lvl="6" rtl="0">
              <a:lnSpc>
                <a:spcPct val="115000"/>
              </a:lnSpc>
              <a:spcBef>
                <a:spcPts val="0"/>
              </a:spcBef>
              <a:spcAft>
                <a:spcPts val="0"/>
              </a:spcAft>
              <a:buSzPts val="2400"/>
              <a:buFont typeface="Sora"/>
              <a:buNone/>
              <a:defRPr sz="2400" b="1">
                <a:latin typeface="Sora"/>
                <a:ea typeface="Sora"/>
                <a:cs typeface="Sora"/>
                <a:sym typeface="Sora"/>
              </a:defRPr>
            </a:lvl7pPr>
            <a:lvl8pPr lvl="7" rtl="0">
              <a:lnSpc>
                <a:spcPct val="115000"/>
              </a:lnSpc>
              <a:spcBef>
                <a:spcPts val="0"/>
              </a:spcBef>
              <a:spcAft>
                <a:spcPts val="0"/>
              </a:spcAft>
              <a:buSzPts val="2400"/>
              <a:buFont typeface="Sora"/>
              <a:buNone/>
              <a:defRPr sz="2400" b="1">
                <a:latin typeface="Sora"/>
                <a:ea typeface="Sora"/>
                <a:cs typeface="Sora"/>
                <a:sym typeface="Sora"/>
              </a:defRPr>
            </a:lvl8pPr>
            <a:lvl9pPr lvl="8"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302" name="Google Shape;302;p25"/>
          <p:cNvGrpSpPr/>
          <p:nvPr/>
        </p:nvGrpSpPr>
        <p:grpSpPr>
          <a:xfrm>
            <a:off x="378100" y="-216500"/>
            <a:ext cx="8131200" cy="5239200"/>
            <a:chOff x="378100" y="-216500"/>
            <a:chExt cx="8131200" cy="5239200"/>
          </a:xfrm>
        </p:grpSpPr>
        <p:cxnSp>
          <p:nvCxnSpPr>
            <p:cNvPr id="303" name="Google Shape;303;p25"/>
            <p:cNvCxnSpPr/>
            <p:nvPr/>
          </p:nvCxnSpPr>
          <p:spPr>
            <a:xfrm>
              <a:off x="378100" y="-216500"/>
              <a:ext cx="5878500" cy="5155800"/>
            </a:xfrm>
            <a:prstGeom prst="bentConnector3">
              <a:avLst>
                <a:gd name="adj1" fmla="val -3660"/>
              </a:avLst>
            </a:prstGeom>
            <a:noFill/>
            <a:ln w="19050" cap="flat" cmpd="sng">
              <a:solidFill>
                <a:schemeClr val="lt2"/>
              </a:solidFill>
              <a:prstDash val="solid"/>
              <a:round/>
              <a:headEnd type="none" w="med" len="med"/>
              <a:tailEnd type="oval" w="med" len="med"/>
            </a:ln>
          </p:spPr>
        </p:cxnSp>
        <p:cxnSp>
          <p:nvCxnSpPr>
            <p:cNvPr id="304" name="Google Shape;304;p25"/>
            <p:cNvCxnSpPr/>
            <p:nvPr/>
          </p:nvCxnSpPr>
          <p:spPr>
            <a:xfrm>
              <a:off x="530500" y="-641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grpSp>
      <p:grpSp>
        <p:nvGrpSpPr>
          <p:cNvPr id="305" name="Google Shape;305;p25"/>
          <p:cNvGrpSpPr/>
          <p:nvPr/>
        </p:nvGrpSpPr>
        <p:grpSpPr>
          <a:xfrm rot="-5400000">
            <a:off x="8411975" y="4406800"/>
            <a:ext cx="882599" cy="403555"/>
            <a:chOff x="7884075" y="238975"/>
            <a:chExt cx="882599" cy="403555"/>
          </a:xfrm>
        </p:grpSpPr>
        <p:sp>
          <p:nvSpPr>
            <p:cNvPr id="306" name="Google Shape;306;p25"/>
            <p:cNvSpPr/>
            <p:nvPr/>
          </p:nvSpPr>
          <p:spPr>
            <a:xfrm>
              <a:off x="8255437" y="43647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5"/>
            <p:cNvSpPr/>
            <p:nvPr/>
          </p:nvSpPr>
          <p:spPr>
            <a:xfrm>
              <a:off x="7884075" y="238975"/>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5"/>
            <p:cNvSpPr/>
            <p:nvPr/>
          </p:nvSpPr>
          <p:spPr>
            <a:xfrm>
              <a:off x="8626800" y="378850"/>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35"/>
        <p:cNvGrpSpPr/>
        <p:nvPr/>
      </p:nvGrpSpPr>
      <p:grpSpPr>
        <a:xfrm>
          <a:off x="0" y="0"/>
          <a:ext cx="0" cy="0"/>
          <a:chOff x="0" y="0"/>
          <a:chExt cx="0" cy="0"/>
        </a:xfrm>
      </p:grpSpPr>
      <p:grpSp>
        <p:nvGrpSpPr>
          <p:cNvPr id="336" name="Google Shape;336;p28"/>
          <p:cNvGrpSpPr/>
          <p:nvPr/>
        </p:nvGrpSpPr>
        <p:grpSpPr>
          <a:xfrm>
            <a:off x="-709225" y="2020450"/>
            <a:ext cx="10403925" cy="4250875"/>
            <a:chOff x="-709225" y="2020450"/>
            <a:chExt cx="10403925" cy="4250875"/>
          </a:xfrm>
        </p:grpSpPr>
        <p:grpSp>
          <p:nvGrpSpPr>
            <p:cNvPr id="337" name="Google Shape;337;p28"/>
            <p:cNvGrpSpPr/>
            <p:nvPr/>
          </p:nvGrpSpPr>
          <p:grpSpPr>
            <a:xfrm>
              <a:off x="176175" y="2459300"/>
              <a:ext cx="418425" cy="3812025"/>
              <a:chOff x="176175" y="2459300"/>
              <a:chExt cx="418425" cy="3812025"/>
            </a:xfrm>
          </p:grpSpPr>
          <p:cxnSp>
            <p:nvCxnSpPr>
              <p:cNvPr id="338" name="Google Shape;338;p28"/>
              <p:cNvCxnSpPr/>
              <p:nvPr/>
            </p:nvCxnSpPr>
            <p:spPr>
              <a:xfrm rot="5400000" flipH="1">
                <a:off x="-1093800" y="38159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39" name="Google Shape;339;p28"/>
              <p:cNvCxnSpPr/>
              <p:nvPr/>
            </p:nvCxnSpPr>
            <p:spPr>
              <a:xfrm rot="5400000" flipH="1">
                <a:off x="-1327875" y="44498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grpSp>
        <p:grpSp>
          <p:nvGrpSpPr>
            <p:cNvPr id="340" name="Google Shape;340;p28"/>
            <p:cNvGrpSpPr/>
            <p:nvPr/>
          </p:nvGrpSpPr>
          <p:grpSpPr>
            <a:xfrm>
              <a:off x="-709225" y="4185350"/>
              <a:ext cx="7895400" cy="1976375"/>
              <a:chOff x="-709225" y="4185350"/>
              <a:chExt cx="7895400" cy="1976375"/>
            </a:xfrm>
          </p:grpSpPr>
          <p:cxnSp>
            <p:nvCxnSpPr>
              <p:cNvPr id="341" name="Google Shape;341;p28"/>
              <p:cNvCxnSpPr/>
              <p:nvPr/>
            </p:nvCxnSpPr>
            <p:spPr>
              <a:xfrm rot="10800000" flipH="1">
                <a:off x="-709225" y="4185350"/>
                <a:ext cx="7895400" cy="1147500"/>
              </a:xfrm>
              <a:prstGeom prst="bentConnector3">
                <a:avLst>
                  <a:gd name="adj1" fmla="val 71221"/>
                </a:avLst>
              </a:prstGeom>
              <a:noFill/>
              <a:ln w="19050" cap="flat" cmpd="sng">
                <a:solidFill>
                  <a:schemeClr val="lt2"/>
                </a:solidFill>
                <a:prstDash val="solid"/>
                <a:round/>
                <a:headEnd type="none" w="med" len="med"/>
                <a:tailEnd type="oval" w="med" len="med"/>
              </a:ln>
            </p:spPr>
          </p:cxnSp>
          <p:cxnSp>
            <p:nvCxnSpPr>
              <p:cNvPr id="342" name="Google Shape;342;p28"/>
              <p:cNvCxnSpPr/>
              <p:nvPr/>
            </p:nvCxnSpPr>
            <p:spPr>
              <a:xfrm rot="10800000" flipH="1">
                <a:off x="2953025" y="4367125"/>
                <a:ext cx="3567000" cy="1794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343" name="Google Shape;343;p28"/>
            <p:cNvGrpSpPr/>
            <p:nvPr/>
          </p:nvGrpSpPr>
          <p:grpSpPr>
            <a:xfrm>
              <a:off x="8878450" y="2020450"/>
              <a:ext cx="816250" cy="2568900"/>
              <a:chOff x="8878450" y="2020450"/>
              <a:chExt cx="816250" cy="2568900"/>
            </a:xfrm>
          </p:grpSpPr>
          <p:cxnSp>
            <p:nvCxnSpPr>
              <p:cNvPr id="344" name="Google Shape;344;p28"/>
              <p:cNvCxnSpPr/>
              <p:nvPr/>
            </p:nvCxnSpPr>
            <p:spPr>
              <a:xfrm rot="5400000">
                <a:off x="7933150" y="2965750"/>
                <a:ext cx="2568900" cy="678300"/>
              </a:xfrm>
              <a:prstGeom prst="bentConnector3">
                <a:avLst>
                  <a:gd name="adj1" fmla="val 4494"/>
                </a:avLst>
              </a:prstGeom>
              <a:noFill/>
              <a:ln w="19050" cap="flat" cmpd="sng">
                <a:solidFill>
                  <a:schemeClr val="lt2"/>
                </a:solidFill>
                <a:prstDash val="solid"/>
                <a:round/>
                <a:headEnd type="none" w="med" len="med"/>
                <a:tailEnd type="oval" w="med" len="med"/>
              </a:ln>
            </p:spPr>
          </p:cxnSp>
          <p:cxnSp>
            <p:nvCxnSpPr>
              <p:cNvPr id="345" name="Google Shape;345;p28"/>
              <p:cNvCxnSpPr/>
              <p:nvPr/>
            </p:nvCxnSpPr>
            <p:spPr>
              <a:xfrm rot="5400000">
                <a:off x="8288750" y="2779400"/>
                <a:ext cx="2082300" cy="729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grpSp>
        <p:nvGrpSpPr>
          <p:cNvPr id="346" name="Google Shape;346;p28"/>
          <p:cNvGrpSpPr/>
          <p:nvPr/>
        </p:nvGrpSpPr>
        <p:grpSpPr>
          <a:xfrm>
            <a:off x="84278" y="2240873"/>
            <a:ext cx="8837445" cy="2718104"/>
            <a:chOff x="84278" y="2240873"/>
            <a:chExt cx="8837445" cy="2718104"/>
          </a:xfrm>
        </p:grpSpPr>
        <p:sp>
          <p:nvSpPr>
            <p:cNvPr id="347" name="Google Shape;347;p28"/>
            <p:cNvSpPr/>
            <p:nvPr/>
          </p:nvSpPr>
          <p:spPr>
            <a:xfrm>
              <a:off x="84278" y="22408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8777403" y="48146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49"/>
        <p:cNvGrpSpPr/>
        <p:nvPr/>
      </p:nvGrpSpPr>
      <p:grpSpPr>
        <a:xfrm>
          <a:off x="0" y="0"/>
          <a:ext cx="0" cy="0"/>
          <a:chOff x="0" y="0"/>
          <a:chExt cx="0" cy="0"/>
        </a:xfrm>
      </p:grpSpPr>
      <p:grpSp>
        <p:nvGrpSpPr>
          <p:cNvPr id="350" name="Google Shape;350;p29"/>
          <p:cNvGrpSpPr/>
          <p:nvPr/>
        </p:nvGrpSpPr>
        <p:grpSpPr>
          <a:xfrm>
            <a:off x="140000" y="188300"/>
            <a:ext cx="580000" cy="6094500"/>
            <a:chOff x="140000" y="188300"/>
            <a:chExt cx="580000" cy="6094500"/>
          </a:xfrm>
        </p:grpSpPr>
        <p:cxnSp>
          <p:nvCxnSpPr>
            <p:cNvPr id="351" name="Google Shape;351;p29"/>
            <p:cNvCxnSpPr/>
            <p:nvPr/>
          </p:nvCxnSpPr>
          <p:spPr>
            <a:xfrm rot="-5400000">
              <a:off x="-522000" y="4271050"/>
              <a:ext cx="2018700" cy="465300"/>
            </a:xfrm>
            <a:prstGeom prst="bentConnector2">
              <a:avLst/>
            </a:prstGeom>
            <a:noFill/>
            <a:ln w="19050" cap="flat" cmpd="sng">
              <a:solidFill>
                <a:schemeClr val="lt2"/>
              </a:solidFill>
              <a:prstDash val="solid"/>
              <a:round/>
              <a:headEnd type="none" w="med" len="med"/>
              <a:tailEnd type="oval" w="med" len="med"/>
            </a:ln>
          </p:spPr>
        </p:cxnSp>
        <p:cxnSp>
          <p:nvCxnSpPr>
            <p:cNvPr id="352" name="Google Shape;352;p29"/>
            <p:cNvCxnSpPr/>
            <p:nvPr/>
          </p:nvCxnSpPr>
          <p:spPr>
            <a:xfrm rot="-5400000">
              <a:off x="-2575525" y="3200000"/>
              <a:ext cx="6094500" cy="711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53" name="Google Shape;353;p29"/>
            <p:cNvCxnSpPr/>
            <p:nvPr/>
          </p:nvCxnSpPr>
          <p:spPr>
            <a:xfrm rot="-5400000">
              <a:off x="-1584400" y="3258800"/>
              <a:ext cx="3657300" cy="2085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354" name="Google Shape;354;p29"/>
          <p:cNvGrpSpPr/>
          <p:nvPr/>
        </p:nvGrpSpPr>
        <p:grpSpPr>
          <a:xfrm>
            <a:off x="64493" y="394791"/>
            <a:ext cx="400449" cy="2933146"/>
            <a:chOff x="7553711" y="-2334286"/>
            <a:chExt cx="455625" cy="3337292"/>
          </a:xfrm>
        </p:grpSpPr>
        <p:sp>
          <p:nvSpPr>
            <p:cNvPr id="355" name="Google Shape;355;p29"/>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9"/>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9"/>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4" r:id="rId5"/>
    <p:sldLayoutId id="2147483655" r:id="rId6"/>
    <p:sldLayoutId id="2147483658" r:id="rId7"/>
    <p:sldLayoutId id="2147483660" r:id="rId8"/>
    <p:sldLayoutId id="2147483663" r:id="rId9"/>
    <p:sldLayoutId id="2147483664" r:id="rId10"/>
    <p:sldLayoutId id="2147483668" r:id="rId11"/>
    <p:sldLayoutId id="2147483670" r:id="rId12"/>
    <p:sldLayoutId id="2147483671" r:id="rId13"/>
    <p:sldLayoutId id="2147483674" r:id="rId14"/>
    <p:sldLayoutId id="214748367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i.org/10.48550/arXiv.2308.00352"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sites.google.com/view/mlgy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3"/>
          <p:cNvSpPr txBox="1">
            <a:spLocks noGrp="1"/>
          </p:cNvSpPr>
          <p:nvPr>
            <p:ph type="ctrTitle"/>
          </p:nvPr>
        </p:nvSpPr>
        <p:spPr>
          <a:xfrm>
            <a:off x="4157699" y="1061225"/>
            <a:ext cx="4793795" cy="175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Agent Pipelines and Frameworks</a:t>
            </a:r>
            <a:endParaRPr dirty="0"/>
          </a:p>
        </p:txBody>
      </p:sp>
      <p:sp>
        <p:nvSpPr>
          <p:cNvPr id="369" name="Google Shape;369;p33"/>
          <p:cNvSpPr txBox="1">
            <a:spLocks noGrp="1"/>
          </p:cNvSpPr>
          <p:nvPr>
            <p:ph type="subTitle" idx="1"/>
          </p:nvPr>
        </p:nvSpPr>
        <p:spPr>
          <a:xfrm>
            <a:off x="4157700" y="2997200"/>
            <a:ext cx="4260000" cy="36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Group 1</a:t>
            </a:r>
          </a:p>
        </p:txBody>
      </p:sp>
      <p:cxnSp>
        <p:nvCxnSpPr>
          <p:cNvPr id="370" name="Google Shape;370;p33"/>
          <p:cNvCxnSpPr>
            <a:endCxn id="369" idx="1"/>
          </p:cNvCxnSpPr>
          <p:nvPr/>
        </p:nvCxnSpPr>
        <p:spPr>
          <a:xfrm rot="-5400000" flipH="1">
            <a:off x="1987200" y="1009550"/>
            <a:ext cx="3995700" cy="345300"/>
          </a:xfrm>
          <a:prstGeom prst="bentConnector2">
            <a:avLst/>
          </a:prstGeom>
          <a:noFill/>
          <a:ln w="19050" cap="flat" cmpd="sng">
            <a:solidFill>
              <a:schemeClr val="lt2"/>
            </a:solidFill>
            <a:prstDash val="solid"/>
            <a:round/>
            <a:headEnd type="none" w="med" len="med"/>
            <a:tailEnd type="oval" w="med" len="med"/>
          </a:ln>
        </p:spPr>
      </p:cxnSp>
      <p:grpSp>
        <p:nvGrpSpPr>
          <p:cNvPr id="371" name="Google Shape;371;p33"/>
          <p:cNvGrpSpPr/>
          <p:nvPr/>
        </p:nvGrpSpPr>
        <p:grpSpPr>
          <a:xfrm>
            <a:off x="713228" y="756273"/>
            <a:ext cx="2795593" cy="3610859"/>
            <a:chOff x="713228" y="756273"/>
            <a:chExt cx="2795593" cy="3610859"/>
          </a:xfrm>
        </p:grpSpPr>
        <p:grpSp>
          <p:nvGrpSpPr>
            <p:cNvPr id="372" name="Google Shape;372;p33"/>
            <p:cNvGrpSpPr/>
            <p:nvPr/>
          </p:nvGrpSpPr>
          <p:grpSpPr>
            <a:xfrm>
              <a:off x="713228" y="756273"/>
              <a:ext cx="2795593" cy="3610859"/>
              <a:chOff x="293087" y="273641"/>
              <a:chExt cx="3511170" cy="4535116"/>
            </a:xfrm>
          </p:grpSpPr>
          <p:sp>
            <p:nvSpPr>
              <p:cNvPr id="373" name="Google Shape;373;p33"/>
              <p:cNvSpPr/>
              <p:nvPr/>
            </p:nvSpPr>
            <p:spPr>
              <a:xfrm>
                <a:off x="2601618" y="4214808"/>
                <a:ext cx="324803" cy="324793"/>
              </a:xfrm>
              <a:custGeom>
                <a:avLst/>
                <a:gdLst/>
                <a:ahLst/>
                <a:cxnLst/>
                <a:rect l="l" t="t" r="r" b="b"/>
                <a:pathLst>
                  <a:path w="4231" h="4231" extrusionOk="0">
                    <a:moveTo>
                      <a:pt x="4230" y="2118"/>
                    </a:moveTo>
                    <a:cubicBezTo>
                      <a:pt x="4230" y="3280"/>
                      <a:pt x="3281" y="4230"/>
                      <a:pt x="2113" y="4230"/>
                    </a:cubicBezTo>
                    <a:cubicBezTo>
                      <a:pt x="944" y="4230"/>
                      <a:pt x="1" y="3280"/>
                      <a:pt x="1" y="2118"/>
                    </a:cubicBezTo>
                    <a:cubicBezTo>
                      <a:pt x="1" y="950"/>
                      <a:pt x="944" y="0"/>
                      <a:pt x="2113" y="0"/>
                    </a:cubicBezTo>
                    <a:cubicBezTo>
                      <a:pt x="3281" y="0"/>
                      <a:pt x="4230" y="950"/>
                      <a:pt x="4230" y="211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3"/>
              <p:cNvSpPr/>
              <p:nvPr/>
            </p:nvSpPr>
            <p:spPr>
              <a:xfrm>
                <a:off x="3332150" y="2479887"/>
                <a:ext cx="187378" cy="187402"/>
              </a:xfrm>
              <a:custGeom>
                <a:avLst/>
                <a:gdLst/>
                <a:ahLst/>
                <a:cxnLst/>
                <a:rect l="l" t="t" r="r" b="b"/>
                <a:pathLst>
                  <a:path w="4230" h="4231" extrusionOk="0">
                    <a:moveTo>
                      <a:pt x="4230" y="2119"/>
                    </a:moveTo>
                    <a:cubicBezTo>
                      <a:pt x="4230" y="3287"/>
                      <a:pt x="3280" y="4231"/>
                      <a:pt x="2112" y="4231"/>
                    </a:cubicBezTo>
                    <a:cubicBezTo>
                      <a:pt x="944" y="4231"/>
                      <a:pt x="0" y="3287"/>
                      <a:pt x="0" y="2119"/>
                    </a:cubicBezTo>
                    <a:cubicBezTo>
                      <a:pt x="0" y="950"/>
                      <a:pt x="944" y="1"/>
                      <a:pt x="2112" y="1"/>
                    </a:cubicBezTo>
                    <a:cubicBezTo>
                      <a:pt x="3280" y="1"/>
                      <a:pt x="4230" y="950"/>
                      <a:pt x="4230" y="211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p:nvPr/>
            </p:nvSpPr>
            <p:spPr>
              <a:xfrm>
                <a:off x="293087" y="273641"/>
                <a:ext cx="181266" cy="181242"/>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3"/>
              <p:cNvSpPr/>
              <p:nvPr/>
            </p:nvSpPr>
            <p:spPr>
              <a:xfrm>
                <a:off x="1038559" y="4453324"/>
                <a:ext cx="192303" cy="192296"/>
              </a:xfrm>
              <a:custGeom>
                <a:avLst/>
                <a:gdLst/>
                <a:ahLst/>
                <a:cxnLst/>
                <a:rect l="l" t="t" r="r" b="b"/>
                <a:pathLst>
                  <a:path w="2505" h="2505" extrusionOk="0">
                    <a:moveTo>
                      <a:pt x="2504" y="1255"/>
                    </a:moveTo>
                    <a:cubicBezTo>
                      <a:pt x="2504" y="1946"/>
                      <a:pt x="1946" y="2504"/>
                      <a:pt x="1256" y="2504"/>
                    </a:cubicBezTo>
                    <a:cubicBezTo>
                      <a:pt x="559" y="2504"/>
                      <a:pt x="1" y="1946"/>
                      <a:pt x="1" y="1255"/>
                    </a:cubicBezTo>
                    <a:cubicBezTo>
                      <a:pt x="1" y="559"/>
                      <a:pt x="559" y="1"/>
                      <a:pt x="1256" y="1"/>
                    </a:cubicBezTo>
                    <a:cubicBezTo>
                      <a:pt x="1946" y="1"/>
                      <a:pt x="2504" y="559"/>
                      <a:pt x="2504" y="1255"/>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3"/>
              <p:cNvSpPr/>
              <p:nvPr/>
            </p:nvSpPr>
            <p:spPr>
              <a:xfrm>
                <a:off x="434250" y="2832705"/>
                <a:ext cx="192226" cy="192220"/>
              </a:xfrm>
              <a:custGeom>
                <a:avLst/>
                <a:gdLst/>
                <a:ahLst/>
                <a:cxnLst/>
                <a:rect l="l" t="t" r="r" b="b"/>
                <a:pathLst>
                  <a:path w="2504" h="2504" extrusionOk="0">
                    <a:moveTo>
                      <a:pt x="2504" y="1249"/>
                    </a:moveTo>
                    <a:cubicBezTo>
                      <a:pt x="2504" y="1940"/>
                      <a:pt x="1945" y="2504"/>
                      <a:pt x="1255" y="2504"/>
                    </a:cubicBezTo>
                    <a:cubicBezTo>
                      <a:pt x="564" y="2504"/>
                      <a:pt x="0" y="1940"/>
                      <a:pt x="0" y="1249"/>
                    </a:cubicBezTo>
                    <a:cubicBezTo>
                      <a:pt x="0" y="558"/>
                      <a:pt x="564" y="0"/>
                      <a:pt x="1255" y="0"/>
                    </a:cubicBezTo>
                    <a:cubicBezTo>
                      <a:pt x="1945" y="0"/>
                      <a:pt x="2504" y="558"/>
                      <a:pt x="2504" y="12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3"/>
              <p:cNvSpPr/>
              <p:nvPr/>
            </p:nvSpPr>
            <p:spPr>
              <a:xfrm>
                <a:off x="1464919" y="461450"/>
                <a:ext cx="510350" cy="51033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3"/>
              <p:cNvSpPr/>
              <p:nvPr/>
            </p:nvSpPr>
            <p:spPr>
              <a:xfrm>
                <a:off x="627777" y="1786738"/>
                <a:ext cx="324727" cy="324793"/>
              </a:xfrm>
              <a:custGeom>
                <a:avLst/>
                <a:gdLst/>
                <a:ahLst/>
                <a:cxnLst/>
                <a:rect l="l" t="t" r="r" b="b"/>
                <a:pathLst>
                  <a:path w="4230" h="4231" extrusionOk="0">
                    <a:moveTo>
                      <a:pt x="4230" y="2113"/>
                    </a:moveTo>
                    <a:cubicBezTo>
                      <a:pt x="4230" y="3281"/>
                      <a:pt x="3280" y="4231"/>
                      <a:pt x="2112" y="4231"/>
                    </a:cubicBezTo>
                    <a:cubicBezTo>
                      <a:pt x="950" y="4231"/>
                      <a:pt x="0" y="3281"/>
                      <a:pt x="0" y="2113"/>
                    </a:cubicBezTo>
                    <a:cubicBezTo>
                      <a:pt x="0" y="945"/>
                      <a:pt x="950" y="1"/>
                      <a:pt x="2112" y="1"/>
                    </a:cubicBezTo>
                    <a:cubicBezTo>
                      <a:pt x="3280" y="1"/>
                      <a:pt x="4230" y="945"/>
                      <a:pt x="4230" y="211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3"/>
              <p:cNvSpPr/>
              <p:nvPr/>
            </p:nvSpPr>
            <p:spPr>
              <a:xfrm>
                <a:off x="782300" y="4555574"/>
                <a:ext cx="2362761" cy="253182"/>
              </a:xfrm>
              <a:custGeom>
                <a:avLst/>
                <a:gdLst/>
                <a:ahLst/>
                <a:cxnLst/>
                <a:rect l="l" t="t" r="r" b="b"/>
                <a:pathLst>
                  <a:path w="34075" h="8058" extrusionOk="0">
                    <a:moveTo>
                      <a:pt x="34075" y="4029"/>
                    </a:moveTo>
                    <a:cubicBezTo>
                      <a:pt x="34075" y="6256"/>
                      <a:pt x="26444" y="8057"/>
                      <a:pt x="17041" y="8057"/>
                    </a:cubicBezTo>
                    <a:cubicBezTo>
                      <a:pt x="7632" y="8057"/>
                      <a:pt x="1" y="6256"/>
                      <a:pt x="1" y="4029"/>
                    </a:cubicBezTo>
                    <a:cubicBezTo>
                      <a:pt x="1" y="1807"/>
                      <a:pt x="7632" y="0"/>
                      <a:pt x="17041" y="0"/>
                    </a:cubicBezTo>
                    <a:cubicBezTo>
                      <a:pt x="26444" y="0"/>
                      <a:pt x="34075" y="1807"/>
                      <a:pt x="34075" y="4029"/>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3"/>
              <p:cNvSpPr/>
              <p:nvPr/>
            </p:nvSpPr>
            <p:spPr>
              <a:xfrm>
                <a:off x="1535627" y="4051294"/>
                <a:ext cx="926891" cy="682211"/>
              </a:xfrm>
              <a:custGeom>
                <a:avLst/>
                <a:gdLst/>
                <a:ahLst/>
                <a:cxnLst/>
                <a:rect l="l" t="t" r="r" b="b"/>
                <a:pathLst>
                  <a:path w="12074" h="8887" extrusionOk="0">
                    <a:moveTo>
                      <a:pt x="5151" y="8881"/>
                    </a:moveTo>
                    <a:cubicBezTo>
                      <a:pt x="5013" y="8869"/>
                      <a:pt x="4886" y="8840"/>
                      <a:pt x="4754" y="8800"/>
                    </a:cubicBezTo>
                    <a:lnTo>
                      <a:pt x="1600" y="7707"/>
                    </a:lnTo>
                    <a:cubicBezTo>
                      <a:pt x="599" y="7361"/>
                      <a:pt x="0" y="6435"/>
                      <a:pt x="190" y="5549"/>
                    </a:cubicBezTo>
                    <a:lnTo>
                      <a:pt x="1180" y="858"/>
                    </a:lnTo>
                    <a:cubicBezTo>
                      <a:pt x="1197" y="778"/>
                      <a:pt x="1266" y="720"/>
                      <a:pt x="1358" y="715"/>
                    </a:cubicBezTo>
                    <a:lnTo>
                      <a:pt x="8621" y="7"/>
                    </a:lnTo>
                    <a:cubicBezTo>
                      <a:pt x="8696" y="1"/>
                      <a:pt x="8776" y="30"/>
                      <a:pt x="8828" y="82"/>
                    </a:cubicBezTo>
                    <a:cubicBezTo>
                      <a:pt x="8880" y="133"/>
                      <a:pt x="8897" y="202"/>
                      <a:pt x="8886" y="260"/>
                    </a:cubicBezTo>
                    <a:lnTo>
                      <a:pt x="7591" y="4634"/>
                    </a:lnTo>
                    <a:lnTo>
                      <a:pt x="7591" y="4634"/>
                    </a:lnTo>
                    <a:cubicBezTo>
                      <a:pt x="7366" y="5399"/>
                      <a:pt x="7890" y="6210"/>
                      <a:pt x="8799" y="6498"/>
                    </a:cubicBezTo>
                    <a:lnTo>
                      <a:pt x="11803" y="7448"/>
                    </a:lnTo>
                    <a:cubicBezTo>
                      <a:pt x="11964" y="7499"/>
                      <a:pt x="12074" y="7626"/>
                      <a:pt x="12062" y="7764"/>
                    </a:cubicBezTo>
                    <a:cubicBezTo>
                      <a:pt x="12057" y="7902"/>
                      <a:pt x="11947" y="8006"/>
                      <a:pt x="11786" y="8029"/>
                    </a:cubicBezTo>
                    <a:lnTo>
                      <a:pt x="5438" y="8881"/>
                    </a:lnTo>
                    <a:cubicBezTo>
                      <a:pt x="5352" y="8886"/>
                      <a:pt x="5254" y="8886"/>
                      <a:pt x="5151" y="8881"/>
                    </a:cubicBezTo>
                    <a:close/>
                    <a:moveTo>
                      <a:pt x="1583" y="1071"/>
                    </a:moveTo>
                    <a:lnTo>
                      <a:pt x="610" y="5641"/>
                    </a:lnTo>
                    <a:cubicBezTo>
                      <a:pt x="461" y="6349"/>
                      <a:pt x="944" y="7079"/>
                      <a:pt x="1732" y="7356"/>
                    </a:cubicBezTo>
                    <a:lnTo>
                      <a:pt x="4892" y="8438"/>
                    </a:lnTo>
                    <a:cubicBezTo>
                      <a:pt x="5036" y="8489"/>
                      <a:pt x="5197" y="8507"/>
                      <a:pt x="5346" y="8484"/>
                    </a:cubicBezTo>
                    <a:lnTo>
                      <a:pt x="11257" y="7684"/>
                    </a:lnTo>
                    <a:lnTo>
                      <a:pt x="8667" y="6855"/>
                    </a:lnTo>
                    <a:cubicBezTo>
                      <a:pt x="7533" y="6492"/>
                      <a:pt x="6866" y="5462"/>
                      <a:pt x="7153" y="4507"/>
                    </a:cubicBezTo>
                    <a:lnTo>
                      <a:pt x="8350" y="427"/>
                    </a:lnTo>
                    <a:close/>
                    <a:moveTo>
                      <a:pt x="7366" y="4570"/>
                    </a:moveTo>
                    <a:close/>
                  </a:path>
                </a:pathLst>
              </a:custGeom>
              <a:solidFill>
                <a:srgbClr val="D1E0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3"/>
              <p:cNvSpPr/>
              <p:nvPr/>
            </p:nvSpPr>
            <p:spPr>
              <a:xfrm>
                <a:off x="1553284" y="4069027"/>
                <a:ext cx="908390" cy="648971"/>
              </a:xfrm>
              <a:custGeom>
                <a:avLst/>
                <a:gdLst/>
                <a:ahLst/>
                <a:cxnLst/>
                <a:rect l="l" t="t" r="r" b="b"/>
                <a:pathLst>
                  <a:path w="11833" h="8454" extrusionOk="0">
                    <a:moveTo>
                      <a:pt x="11585" y="7153"/>
                    </a:moveTo>
                    <a:lnTo>
                      <a:pt x="8564" y="6233"/>
                    </a:lnTo>
                    <a:cubicBezTo>
                      <a:pt x="7689" y="5956"/>
                      <a:pt x="7188" y="5174"/>
                      <a:pt x="7401" y="4437"/>
                    </a:cubicBezTo>
                    <a:lnTo>
                      <a:pt x="8638" y="248"/>
                    </a:lnTo>
                    <a:cubicBezTo>
                      <a:pt x="8661" y="190"/>
                      <a:pt x="8638" y="115"/>
                      <a:pt x="8592" y="75"/>
                    </a:cubicBezTo>
                    <a:cubicBezTo>
                      <a:pt x="8541" y="23"/>
                      <a:pt x="8466" y="0"/>
                      <a:pt x="8391" y="6"/>
                    </a:cubicBezTo>
                    <a:lnTo>
                      <a:pt x="1307" y="581"/>
                    </a:lnTo>
                    <a:cubicBezTo>
                      <a:pt x="1226" y="587"/>
                      <a:pt x="1151" y="650"/>
                      <a:pt x="1134" y="725"/>
                    </a:cubicBezTo>
                    <a:lnTo>
                      <a:pt x="179" y="5237"/>
                    </a:lnTo>
                    <a:cubicBezTo>
                      <a:pt x="0" y="6095"/>
                      <a:pt x="576" y="6987"/>
                      <a:pt x="1537" y="7315"/>
                    </a:cubicBezTo>
                    <a:lnTo>
                      <a:pt x="4575" y="8368"/>
                    </a:lnTo>
                    <a:cubicBezTo>
                      <a:pt x="4696" y="8408"/>
                      <a:pt x="4829" y="8437"/>
                      <a:pt x="4955" y="8448"/>
                    </a:cubicBezTo>
                    <a:cubicBezTo>
                      <a:pt x="5047" y="8454"/>
                      <a:pt x="5145" y="8448"/>
                      <a:pt x="5237" y="8437"/>
                    </a:cubicBezTo>
                    <a:lnTo>
                      <a:pt x="11568" y="7597"/>
                    </a:lnTo>
                    <a:cubicBezTo>
                      <a:pt x="11723" y="7573"/>
                      <a:pt x="11832" y="7516"/>
                      <a:pt x="11832" y="7412"/>
                    </a:cubicBezTo>
                    <a:cubicBezTo>
                      <a:pt x="11832" y="7326"/>
                      <a:pt x="11740" y="7194"/>
                      <a:pt x="11585" y="715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3"/>
              <p:cNvSpPr/>
              <p:nvPr/>
            </p:nvSpPr>
            <p:spPr>
              <a:xfrm>
                <a:off x="700629" y="2436189"/>
                <a:ext cx="2361445" cy="1971248"/>
              </a:xfrm>
              <a:custGeom>
                <a:avLst/>
                <a:gdLst/>
                <a:ahLst/>
                <a:cxnLst/>
                <a:rect l="l" t="t" r="r" b="b"/>
                <a:pathLst>
                  <a:path w="30761" h="25679" extrusionOk="0">
                    <a:moveTo>
                      <a:pt x="29931" y="23601"/>
                    </a:moveTo>
                    <a:lnTo>
                      <a:pt x="1474" y="25638"/>
                    </a:lnTo>
                    <a:cubicBezTo>
                      <a:pt x="881" y="25678"/>
                      <a:pt x="375" y="25178"/>
                      <a:pt x="369" y="24516"/>
                    </a:cubicBezTo>
                    <a:lnTo>
                      <a:pt x="6" y="1215"/>
                    </a:lnTo>
                    <a:cubicBezTo>
                      <a:pt x="1" y="559"/>
                      <a:pt x="570" y="12"/>
                      <a:pt x="1635" y="0"/>
                    </a:cubicBezTo>
                    <a:lnTo>
                      <a:pt x="29373" y="1059"/>
                    </a:lnTo>
                    <a:cubicBezTo>
                      <a:pt x="29834" y="1071"/>
                      <a:pt x="30219" y="1548"/>
                      <a:pt x="30236" y="2124"/>
                    </a:cubicBezTo>
                    <a:lnTo>
                      <a:pt x="30754" y="22496"/>
                    </a:lnTo>
                    <a:cubicBezTo>
                      <a:pt x="30760" y="23071"/>
                      <a:pt x="30403" y="23566"/>
                      <a:pt x="29931" y="236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3"/>
              <p:cNvSpPr/>
              <p:nvPr/>
            </p:nvSpPr>
            <p:spPr>
              <a:xfrm>
                <a:off x="754981" y="2433963"/>
                <a:ext cx="2362750" cy="1968178"/>
              </a:xfrm>
              <a:custGeom>
                <a:avLst/>
                <a:gdLst/>
                <a:ahLst/>
                <a:cxnLst/>
                <a:rect l="l" t="t" r="r" b="b"/>
                <a:pathLst>
                  <a:path w="30778" h="25639" extrusionOk="0">
                    <a:moveTo>
                      <a:pt x="29954" y="23572"/>
                    </a:moveTo>
                    <a:lnTo>
                      <a:pt x="1479" y="25592"/>
                    </a:lnTo>
                    <a:cubicBezTo>
                      <a:pt x="875" y="25638"/>
                      <a:pt x="380" y="25132"/>
                      <a:pt x="369" y="24470"/>
                    </a:cubicBezTo>
                    <a:lnTo>
                      <a:pt x="6" y="1163"/>
                    </a:lnTo>
                    <a:cubicBezTo>
                      <a:pt x="0" y="513"/>
                      <a:pt x="472" y="1"/>
                      <a:pt x="1071" y="18"/>
                    </a:cubicBezTo>
                    <a:lnTo>
                      <a:pt x="29385" y="1019"/>
                    </a:lnTo>
                    <a:cubicBezTo>
                      <a:pt x="29845" y="1036"/>
                      <a:pt x="30230" y="1520"/>
                      <a:pt x="30248" y="2084"/>
                    </a:cubicBezTo>
                    <a:lnTo>
                      <a:pt x="30766" y="22462"/>
                    </a:lnTo>
                    <a:cubicBezTo>
                      <a:pt x="30777" y="23049"/>
                      <a:pt x="30415" y="23544"/>
                      <a:pt x="29954" y="23572"/>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3"/>
              <p:cNvSpPr/>
              <p:nvPr/>
            </p:nvSpPr>
            <p:spPr>
              <a:xfrm>
                <a:off x="754059" y="2433963"/>
                <a:ext cx="2359219" cy="1751701"/>
              </a:xfrm>
              <a:custGeom>
                <a:avLst/>
                <a:gdLst/>
                <a:ahLst/>
                <a:cxnLst/>
                <a:rect l="l" t="t" r="r" b="b"/>
                <a:pathLst>
                  <a:path w="30732" h="22819" extrusionOk="0">
                    <a:moveTo>
                      <a:pt x="30732" y="21017"/>
                    </a:moveTo>
                    <a:lnTo>
                      <a:pt x="30254" y="2084"/>
                    </a:lnTo>
                    <a:cubicBezTo>
                      <a:pt x="30237" y="1508"/>
                      <a:pt x="29851" y="1036"/>
                      <a:pt x="29391" y="1019"/>
                    </a:cubicBezTo>
                    <a:lnTo>
                      <a:pt x="1077" y="18"/>
                    </a:lnTo>
                    <a:cubicBezTo>
                      <a:pt x="479" y="1"/>
                      <a:pt x="1" y="507"/>
                      <a:pt x="12" y="1163"/>
                    </a:cubicBezTo>
                    <a:lnTo>
                      <a:pt x="346" y="22818"/>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3"/>
              <p:cNvSpPr/>
              <p:nvPr/>
            </p:nvSpPr>
            <p:spPr>
              <a:xfrm>
                <a:off x="854394" y="2555025"/>
                <a:ext cx="2180274" cy="1505208"/>
              </a:xfrm>
              <a:custGeom>
                <a:avLst/>
                <a:gdLst/>
                <a:ahLst/>
                <a:cxnLst/>
                <a:rect l="l" t="t" r="r" b="b"/>
                <a:pathLst>
                  <a:path w="28401" h="19608" extrusionOk="0">
                    <a:moveTo>
                      <a:pt x="28400" y="18128"/>
                    </a:moveTo>
                    <a:lnTo>
                      <a:pt x="317" y="19607"/>
                    </a:lnTo>
                    <a:lnTo>
                      <a:pt x="0" y="0"/>
                    </a:lnTo>
                    <a:lnTo>
                      <a:pt x="27957" y="806"/>
                    </a:lnTo>
                    <a:close/>
                  </a:path>
                </a:pathLst>
              </a:custGeom>
              <a:solidFill>
                <a:srgbClr val="D1E0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3"/>
              <p:cNvSpPr/>
              <p:nvPr/>
            </p:nvSpPr>
            <p:spPr>
              <a:xfrm>
                <a:off x="861917" y="2562932"/>
                <a:ext cx="2166072" cy="1488013"/>
              </a:xfrm>
              <a:custGeom>
                <a:avLst/>
                <a:gdLst/>
                <a:ahLst/>
                <a:cxnLst/>
                <a:rect l="l" t="t" r="r" b="b"/>
                <a:pathLst>
                  <a:path w="28216" h="19384" extrusionOk="0">
                    <a:moveTo>
                      <a:pt x="317" y="19383"/>
                    </a:moveTo>
                    <a:lnTo>
                      <a:pt x="0" y="1"/>
                    </a:lnTo>
                    <a:lnTo>
                      <a:pt x="27784" y="795"/>
                    </a:lnTo>
                    <a:lnTo>
                      <a:pt x="28216" y="1792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3"/>
              <p:cNvSpPr/>
              <p:nvPr/>
            </p:nvSpPr>
            <p:spPr>
              <a:xfrm>
                <a:off x="946285" y="2963656"/>
                <a:ext cx="1165024" cy="956952"/>
              </a:xfrm>
              <a:custGeom>
                <a:avLst/>
                <a:gdLst/>
                <a:ahLst/>
                <a:cxnLst/>
                <a:rect l="l" t="t" r="r" b="b"/>
                <a:pathLst>
                  <a:path w="15176" h="12466" extrusionOk="0">
                    <a:moveTo>
                      <a:pt x="4621" y="6308"/>
                    </a:moveTo>
                    <a:cubicBezTo>
                      <a:pt x="4621" y="6308"/>
                      <a:pt x="6123" y="12466"/>
                      <a:pt x="10647" y="12132"/>
                    </a:cubicBezTo>
                    <a:cubicBezTo>
                      <a:pt x="15176" y="11804"/>
                      <a:pt x="14698" y="478"/>
                      <a:pt x="14698" y="478"/>
                    </a:cubicBezTo>
                    <a:lnTo>
                      <a:pt x="4829" y="1"/>
                    </a:lnTo>
                    <a:cubicBezTo>
                      <a:pt x="4829" y="1"/>
                      <a:pt x="0" y="5853"/>
                      <a:pt x="892" y="7465"/>
                    </a:cubicBezTo>
                    <a:cubicBezTo>
                      <a:pt x="1784" y="9076"/>
                      <a:pt x="4621" y="6308"/>
                      <a:pt x="4621" y="6308"/>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3"/>
              <p:cNvSpPr/>
              <p:nvPr/>
            </p:nvSpPr>
            <p:spPr>
              <a:xfrm>
                <a:off x="2297236" y="2111003"/>
                <a:ext cx="1038741" cy="893391"/>
              </a:xfrm>
              <a:custGeom>
                <a:avLst/>
                <a:gdLst/>
                <a:ahLst/>
                <a:cxnLst/>
                <a:rect l="l" t="t" r="r" b="b"/>
                <a:pathLst>
                  <a:path w="13531" h="11638" extrusionOk="0">
                    <a:moveTo>
                      <a:pt x="0" y="7137"/>
                    </a:moveTo>
                    <a:cubicBezTo>
                      <a:pt x="0" y="6055"/>
                      <a:pt x="547" y="5048"/>
                      <a:pt x="1445" y="4467"/>
                    </a:cubicBezTo>
                    <a:cubicBezTo>
                      <a:pt x="3827" y="2936"/>
                      <a:pt x="8834" y="1"/>
                      <a:pt x="10848" y="1042"/>
                    </a:cubicBezTo>
                    <a:cubicBezTo>
                      <a:pt x="13530" y="2435"/>
                      <a:pt x="2855" y="11637"/>
                      <a:pt x="1134" y="10348"/>
                    </a:cubicBezTo>
                    <a:cubicBezTo>
                      <a:pt x="225" y="9669"/>
                      <a:pt x="6" y="8276"/>
                      <a:pt x="0" y="713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3"/>
              <p:cNvSpPr/>
              <p:nvPr/>
            </p:nvSpPr>
            <p:spPr>
              <a:xfrm>
                <a:off x="1290433" y="2270065"/>
                <a:ext cx="1332914" cy="1718999"/>
              </a:xfrm>
              <a:custGeom>
                <a:avLst/>
                <a:gdLst/>
                <a:ahLst/>
                <a:cxnLst/>
                <a:rect l="l" t="t" r="r" b="b"/>
                <a:pathLst>
                  <a:path w="17363" h="22393" extrusionOk="0">
                    <a:moveTo>
                      <a:pt x="7890" y="21149"/>
                    </a:moveTo>
                    <a:cubicBezTo>
                      <a:pt x="2331" y="22393"/>
                      <a:pt x="0" y="12563"/>
                      <a:pt x="1577" y="5019"/>
                    </a:cubicBezTo>
                    <a:cubicBezTo>
                      <a:pt x="2049" y="2740"/>
                      <a:pt x="4080" y="1"/>
                      <a:pt x="6647" y="127"/>
                    </a:cubicBezTo>
                    <a:lnTo>
                      <a:pt x="15343" y="1140"/>
                    </a:lnTo>
                    <a:cubicBezTo>
                      <a:pt x="17322" y="2348"/>
                      <a:pt x="17363" y="5353"/>
                      <a:pt x="16747" y="8546"/>
                    </a:cubicBezTo>
                    <a:cubicBezTo>
                      <a:pt x="15768" y="13657"/>
                      <a:pt x="12695" y="20068"/>
                      <a:pt x="7890" y="2114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3"/>
              <p:cNvSpPr/>
              <p:nvPr/>
            </p:nvSpPr>
            <p:spPr>
              <a:xfrm>
                <a:off x="1638956" y="2397268"/>
                <a:ext cx="933109" cy="1358510"/>
              </a:xfrm>
              <a:custGeom>
                <a:avLst/>
                <a:gdLst/>
                <a:ahLst/>
                <a:cxnLst/>
                <a:rect l="l" t="t" r="r" b="b"/>
                <a:pathLst>
                  <a:path w="12155" h="17697" extrusionOk="0">
                    <a:moveTo>
                      <a:pt x="10354" y="628"/>
                    </a:moveTo>
                    <a:cubicBezTo>
                      <a:pt x="9358" y="1313"/>
                      <a:pt x="3005" y="2602"/>
                      <a:pt x="156" y="881"/>
                    </a:cubicBezTo>
                    <a:cubicBezTo>
                      <a:pt x="1" y="2199"/>
                      <a:pt x="1261" y="5198"/>
                      <a:pt x="1854" y="8052"/>
                    </a:cubicBezTo>
                    <a:cubicBezTo>
                      <a:pt x="2775" y="12426"/>
                      <a:pt x="4864" y="17697"/>
                      <a:pt x="6630" y="16114"/>
                    </a:cubicBezTo>
                    <a:cubicBezTo>
                      <a:pt x="10072" y="13036"/>
                      <a:pt x="11608" y="7770"/>
                      <a:pt x="11908" y="4616"/>
                    </a:cubicBezTo>
                    <a:cubicBezTo>
                      <a:pt x="12155" y="1923"/>
                      <a:pt x="11263" y="1"/>
                      <a:pt x="10354" y="628"/>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3"/>
              <p:cNvSpPr/>
              <p:nvPr/>
            </p:nvSpPr>
            <p:spPr>
              <a:xfrm>
                <a:off x="1597121" y="2215241"/>
                <a:ext cx="891876" cy="343381"/>
              </a:xfrm>
              <a:custGeom>
                <a:avLst/>
                <a:gdLst/>
                <a:ahLst/>
                <a:cxnLst/>
                <a:rect l="l" t="t" r="r" b="b"/>
                <a:pathLst>
                  <a:path w="13237" h="4473" extrusionOk="0">
                    <a:moveTo>
                      <a:pt x="13237" y="2539"/>
                    </a:moveTo>
                    <a:cubicBezTo>
                      <a:pt x="13237" y="3609"/>
                      <a:pt x="10676" y="4472"/>
                      <a:pt x="7229" y="4467"/>
                    </a:cubicBezTo>
                    <a:cubicBezTo>
                      <a:pt x="3407" y="4461"/>
                      <a:pt x="1" y="3408"/>
                      <a:pt x="1" y="2124"/>
                    </a:cubicBezTo>
                    <a:cubicBezTo>
                      <a:pt x="1" y="835"/>
                      <a:pt x="3407" y="1"/>
                      <a:pt x="7229" y="231"/>
                    </a:cubicBezTo>
                    <a:cubicBezTo>
                      <a:pt x="10676" y="438"/>
                      <a:pt x="13237" y="1468"/>
                      <a:pt x="13237" y="253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3"/>
              <p:cNvSpPr/>
              <p:nvPr/>
            </p:nvSpPr>
            <p:spPr>
              <a:xfrm>
                <a:off x="1464925" y="1398911"/>
                <a:ext cx="1239718" cy="1054521"/>
              </a:xfrm>
              <a:custGeom>
                <a:avLst/>
                <a:gdLst/>
                <a:ahLst/>
                <a:cxnLst/>
                <a:rect l="l" t="t" r="r" b="b"/>
                <a:pathLst>
                  <a:path w="16149" h="13737" extrusionOk="0">
                    <a:moveTo>
                      <a:pt x="16148" y="8074"/>
                    </a:moveTo>
                    <a:cubicBezTo>
                      <a:pt x="16148" y="11233"/>
                      <a:pt x="13127" y="13737"/>
                      <a:pt x="8978" y="13656"/>
                    </a:cubicBezTo>
                    <a:cubicBezTo>
                      <a:pt x="4282" y="13570"/>
                      <a:pt x="0" y="10272"/>
                      <a:pt x="0" y="6319"/>
                    </a:cubicBezTo>
                    <a:cubicBezTo>
                      <a:pt x="0" y="2359"/>
                      <a:pt x="4288" y="0"/>
                      <a:pt x="8978" y="927"/>
                    </a:cubicBezTo>
                    <a:cubicBezTo>
                      <a:pt x="13121" y="1755"/>
                      <a:pt x="16148" y="4915"/>
                      <a:pt x="16148" y="807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3"/>
              <p:cNvSpPr/>
              <p:nvPr/>
            </p:nvSpPr>
            <p:spPr>
              <a:xfrm>
                <a:off x="1566948" y="1676347"/>
                <a:ext cx="1070523" cy="622487"/>
              </a:xfrm>
              <a:custGeom>
                <a:avLst/>
                <a:gdLst/>
                <a:ahLst/>
                <a:cxnLst/>
                <a:rect l="l" t="t" r="r" b="b"/>
                <a:pathLst>
                  <a:path w="13945" h="8109" extrusionOk="0">
                    <a:moveTo>
                      <a:pt x="12241" y="1634"/>
                    </a:moveTo>
                    <a:lnTo>
                      <a:pt x="2372" y="184"/>
                    </a:lnTo>
                    <a:cubicBezTo>
                      <a:pt x="1083" y="0"/>
                      <a:pt x="1" y="875"/>
                      <a:pt x="1" y="2158"/>
                    </a:cubicBezTo>
                    <a:lnTo>
                      <a:pt x="1" y="3205"/>
                    </a:lnTo>
                    <a:cubicBezTo>
                      <a:pt x="1" y="4489"/>
                      <a:pt x="1083" y="5611"/>
                      <a:pt x="2372" y="5703"/>
                    </a:cubicBezTo>
                    <a:lnTo>
                      <a:pt x="2832" y="5738"/>
                    </a:lnTo>
                    <a:cubicBezTo>
                      <a:pt x="3644" y="5795"/>
                      <a:pt x="4392" y="6209"/>
                      <a:pt x="4875" y="6825"/>
                    </a:cubicBezTo>
                    <a:cubicBezTo>
                      <a:pt x="5405" y="7510"/>
                      <a:pt x="6463" y="8005"/>
                      <a:pt x="7643" y="8057"/>
                    </a:cubicBezTo>
                    <a:cubicBezTo>
                      <a:pt x="8788" y="8109"/>
                      <a:pt x="9744" y="7740"/>
                      <a:pt x="10210" y="7159"/>
                    </a:cubicBezTo>
                    <a:cubicBezTo>
                      <a:pt x="10618" y="6641"/>
                      <a:pt x="11240" y="6365"/>
                      <a:pt x="11879" y="6417"/>
                    </a:cubicBezTo>
                    <a:lnTo>
                      <a:pt x="12230" y="6445"/>
                    </a:lnTo>
                    <a:cubicBezTo>
                      <a:pt x="13179" y="6514"/>
                      <a:pt x="13927" y="5720"/>
                      <a:pt x="13927" y="4661"/>
                    </a:cubicBezTo>
                    <a:lnTo>
                      <a:pt x="13927" y="3798"/>
                    </a:lnTo>
                    <a:cubicBezTo>
                      <a:pt x="13945" y="2739"/>
                      <a:pt x="13191" y="1767"/>
                      <a:pt x="12241" y="1634"/>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3"/>
              <p:cNvSpPr/>
              <p:nvPr/>
            </p:nvSpPr>
            <p:spPr>
              <a:xfrm>
                <a:off x="1659760" y="1744209"/>
                <a:ext cx="912305" cy="381906"/>
              </a:xfrm>
              <a:custGeom>
                <a:avLst/>
                <a:gdLst/>
                <a:ahLst/>
                <a:cxnLst/>
                <a:rect l="l" t="t" r="r" b="b"/>
                <a:pathLst>
                  <a:path w="11884" h="4975" extrusionOk="0">
                    <a:moveTo>
                      <a:pt x="1663" y="1"/>
                    </a:moveTo>
                    <a:cubicBezTo>
                      <a:pt x="732" y="1"/>
                      <a:pt x="0" y="655"/>
                      <a:pt x="0" y="1568"/>
                    </a:cubicBezTo>
                    <a:lnTo>
                      <a:pt x="0" y="2298"/>
                    </a:lnTo>
                    <a:cubicBezTo>
                      <a:pt x="0" y="3300"/>
                      <a:pt x="881" y="4186"/>
                      <a:pt x="1940" y="4272"/>
                    </a:cubicBezTo>
                    <a:lnTo>
                      <a:pt x="10428" y="4969"/>
                    </a:lnTo>
                    <a:cubicBezTo>
                      <a:pt x="10471" y="4973"/>
                      <a:pt x="10514" y="4975"/>
                      <a:pt x="10557" y="4975"/>
                    </a:cubicBezTo>
                    <a:cubicBezTo>
                      <a:pt x="11306" y="4975"/>
                      <a:pt x="11884" y="4359"/>
                      <a:pt x="11878" y="3553"/>
                    </a:cubicBezTo>
                    <a:lnTo>
                      <a:pt x="11878" y="2931"/>
                    </a:lnTo>
                    <a:cubicBezTo>
                      <a:pt x="11878" y="2091"/>
                      <a:pt x="11239" y="1314"/>
                      <a:pt x="10428" y="1199"/>
                    </a:cubicBezTo>
                    <a:lnTo>
                      <a:pt x="1940" y="20"/>
                    </a:lnTo>
                    <a:cubicBezTo>
                      <a:pt x="1846" y="7"/>
                      <a:pt x="1753" y="1"/>
                      <a:pt x="1663" y="1"/>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3"/>
              <p:cNvSpPr/>
              <p:nvPr/>
            </p:nvSpPr>
            <p:spPr>
              <a:xfrm>
                <a:off x="1869181" y="1868649"/>
                <a:ext cx="542977" cy="150920"/>
              </a:xfrm>
              <a:custGeom>
                <a:avLst/>
                <a:gdLst/>
                <a:ahLst/>
                <a:cxnLst/>
                <a:rect l="l" t="t" r="r" b="b"/>
                <a:pathLst>
                  <a:path w="7073" h="1966" extrusionOk="0">
                    <a:moveTo>
                      <a:pt x="816" y="1"/>
                    </a:moveTo>
                    <a:cubicBezTo>
                      <a:pt x="355" y="1"/>
                      <a:pt x="0" y="251"/>
                      <a:pt x="0" y="608"/>
                    </a:cubicBezTo>
                    <a:cubicBezTo>
                      <a:pt x="0" y="1005"/>
                      <a:pt x="437" y="1368"/>
                      <a:pt x="973" y="1420"/>
                    </a:cubicBezTo>
                    <a:cubicBezTo>
                      <a:pt x="1020" y="1425"/>
                      <a:pt x="1067" y="1428"/>
                      <a:pt x="1112" y="1428"/>
                    </a:cubicBezTo>
                    <a:cubicBezTo>
                      <a:pt x="1570" y="1428"/>
                      <a:pt x="1922" y="1173"/>
                      <a:pt x="1922" y="827"/>
                    </a:cubicBezTo>
                    <a:cubicBezTo>
                      <a:pt x="1922" y="442"/>
                      <a:pt x="1502" y="85"/>
                      <a:pt x="973" y="10"/>
                    </a:cubicBezTo>
                    <a:cubicBezTo>
                      <a:pt x="919" y="4"/>
                      <a:pt x="867" y="1"/>
                      <a:pt x="816" y="1"/>
                    </a:cubicBezTo>
                    <a:close/>
                    <a:moveTo>
                      <a:pt x="6129" y="642"/>
                    </a:moveTo>
                    <a:cubicBezTo>
                      <a:pt x="5726" y="642"/>
                      <a:pt x="5415" y="877"/>
                      <a:pt x="5415" y="1213"/>
                    </a:cubicBezTo>
                    <a:cubicBezTo>
                      <a:pt x="5415" y="1581"/>
                      <a:pt x="5789" y="1909"/>
                      <a:pt x="6250" y="1961"/>
                    </a:cubicBezTo>
                    <a:cubicBezTo>
                      <a:pt x="6282" y="1964"/>
                      <a:pt x="6314" y="1965"/>
                      <a:pt x="6346" y="1965"/>
                    </a:cubicBezTo>
                    <a:cubicBezTo>
                      <a:pt x="6755" y="1965"/>
                      <a:pt x="7073" y="1728"/>
                      <a:pt x="7073" y="1403"/>
                    </a:cubicBezTo>
                    <a:cubicBezTo>
                      <a:pt x="7067" y="1040"/>
                      <a:pt x="6704" y="712"/>
                      <a:pt x="6250" y="649"/>
                    </a:cubicBezTo>
                    <a:cubicBezTo>
                      <a:pt x="6209" y="644"/>
                      <a:pt x="6169" y="642"/>
                      <a:pt x="6129" y="64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p:cNvSpPr/>
              <p:nvPr/>
            </p:nvSpPr>
            <p:spPr>
              <a:xfrm>
                <a:off x="1638572" y="1464239"/>
                <a:ext cx="1018781" cy="568215"/>
              </a:xfrm>
              <a:custGeom>
                <a:avLst/>
                <a:gdLst/>
                <a:ahLst/>
                <a:cxnLst/>
                <a:rect l="l" t="t" r="r" b="b"/>
                <a:pathLst>
                  <a:path w="13271" h="7402" extrusionOk="0">
                    <a:moveTo>
                      <a:pt x="6768" y="524"/>
                    </a:moveTo>
                    <a:cubicBezTo>
                      <a:pt x="4028" y="1"/>
                      <a:pt x="1456" y="732"/>
                      <a:pt x="0" y="2337"/>
                    </a:cubicBezTo>
                    <a:cubicBezTo>
                      <a:pt x="414" y="3655"/>
                      <a:pt x="2503" y="5497"/>
                      <a:pt x="5812" y="6486"/>
                    </a:cubicBezTo>
                    <a:cubicBezTo>
                      <a:pt x="8839" y="7401"/>
                      <a:pt x="10934" y="7355"/>
                      <a:pt x="13271" y="6964"/>
                    </a:cubicBezTo>
                    <a:cubicBezTo>
                      <a:pt x="13271" y="4092"/>
                      <a:pt x="10514" y="1244"/>
                      <a:pt x="6768" y="524"/>
                    </a:cubicBez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3"/>
              <p:cNvSpPr/>
              <p:nvPr/>
            </p:nvSpPr>
            <p:spPr>
              <a:xfrm>
                <a:off x="1435753" y="1242075"/>
                <a:ext cx="1302054" cy="651197"/>
              </a:xfrm>
              <a:custGeom>
                <a:avLst/>
                <a:gdLst/>
                <a:ahLst/>
                <a:cxnLst/>
                <a:rect l="l" t="t" r="r" b="b"/>
                <a:pathLst>
                  <a:path w="16961" h="8483" extrusionOk="0">
                    <a:moveTo>
                      <a:pt x="16960" y="8483"/>
                    </a:moveTo>
                    <a:lnTo>
                      <a:pt x="16442" y="8414"/>
                    </a:lnTo>
                    <a:cubicBezTo>
                      <a:pt x="16442" y="5594"/>
                      <a:pt x="13501" y="2659"/>
                      <a:pt x="9496" y="1778"/>
                    </a:cubicBezTo>
                    <a:cubicBezTo>
                      <a:pt x="4961" y="788"/>
                      <a:pt x="818" y="2745"/>
                      <a:pt x="818" y="6267"/>
                    </a:cubicBezTo>
                    <a:lnTo>
                      <a:pt x="1" y="6152"/>
                    </a:lnTo>
                    <a:cubicBezTo>
                      <a:pt x="1" y="2187"/>
                      <a:pt x="4558" y="0"/>
                      <a:pt x="9496" y="1122"/>
                    </a:cubicBezTo>
                    <a:cubicBezTo>
                      <a:pt x="13818" y="2118"/>
                      <a:pt x="16960" y="5369"/>
                      <a:pt x="16960" y="84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3"/>
              <p:cNvSpPr/>
              <p:nvPr/>
            </p:nvSpPr>
            <p:spPr>
              <a:xfrm>
                <a:off x="2731048" y="1636121"/>
                <a:ext cx="31014" cy="285412"/>
              </a:xfrm>
              <a:custGeom>
                <a:avLst/>
                <a:gdLst/>
                <a:ahLst/>
                <a:cxnLst/>
                <a:rect l="l" t="t" r="r" b="b"/>
                <a:pathLst>
                  <a:path w="404" h="3718" extrusionOk="0">
                    <a:moveTo>
                      <a:pt x="202" y="3701"/>
                    </a:moveTo>
                    <a:lnTo>
                      <a:pt x="202" y="3701"/>
                    </a:lnTo>
                    <a:cubicBezTo>
                      <a:pt x="99" y="3689"/>
                      <a:pt x="1" y="3580"/>
                      <a:pt x="1" y="3453"/>
                    </a:cubicBezTo>
                    <a:lnTo>
                      <a:pt x="1" y="208"/>
                    </a:lnTo>
                    <a:cubicBezTo>
                      <a:pt x="1" y="87"/>
                      <a:pt x="87" y="0"/>
                      <a:pt x="202" y="18"/>
                    </a:cubicBezTo>
                    <a:lnTo>
                      <a:pt x="202" y="18"/>
                    </a:lnTo>
                    <a:cubicBezTo>
                      <a:pt x="311" y="41"/>
                      <a:pt x="404" y="156"/>
                      <a:pt x="404" y="277"/>
                    </a:cubicBezTo>
                    <a:lnTo>
                      <a:pt x="404" y="3511"/>
                    </a:lnTo>
                    <a:cubicBezTo>
                      <a:pt x="404" y="3626"/>
                      <a:pt x="311" y="3718"/>
                      <a:pt x="202" y="370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3"/>
              <p:cNvSpPr/>
              <p:nvPr/>
            </p:nvSpPr>
            <p:spPr>
              <a:xfrm>
                <a:off x="2356884" y="2088971"/>
                <a:ext cx="391898" cy="288483"/>
              </a:xfrm>
              <a:custGeom>
                <a:avLst/>
                <a:gdLst/>
                <a:ahLst/>
                <a:cxnLst/>
                <a:rect l="l" t="t" r="r" b="b"/>
                <a:pathLst>
                  <a:path w="5105" h="3758" extrusionOk="0">
                    <a:moveTo>
                      <a:pt x="259" y="3758"/>
                    </a:moveTo>
                    <a:cubicBezTo>
                      <a:pt x="127" y="3752"/>
                      <a:pt x="12" y="3643"/>
                      <a:pt x="6" y="3499"/>
                    </a:cubicBezTo>
                    <a:cubicBezTo>
                      <a:pt x="0" y="3355"/>
                      <a:pt x="110" y="3234"/>
                      <a:pt x="242" y="3234"/>
                    </a:cubicBezTo>
                    <a:cubicBezTo>
                      <a:pt x="4155" y="3177"/>
                      <a:pt x="4633" y="328"/>
                      <a:pt x="4656" y="207"/>
                    </a:cubicBezTo>
                    <a:cubicBezTo>
                      <a:pt x="4673" y="75"/>
                      <a:pt x="4783" y="0"/>
                      <a:pt x="4903" y="29"/>
                    </a:cubicBezTo>
                    <a:cubicBezTo>
                      <a:pt x="5019" y="63"/>
                      <a:pt x="5105" y="190"/>
                      <a:pt x="5088" y="322"/>
                    </a:cubicBezTo>
                    <a:cubicBezTo>
                      <a:pt x="5076" y="357"/>
                      <a:pt x="4547" y="3660"/>
                      <a:pt x="271" y="3752"/>
                    </a:cubicBezTo>
                    <a:cubicBezTo>
                      <a:pt x="265" y="3758"/>
                      <a:pt x="265" y="3758"/>
                      <a:pt x="259" y="37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3"/>
              <p:cNvSpPr/>
              <p:nvPr/>
            </p:nvSpPr>
            <p:spPr>
              <a:xfrm>
                <a:off x="2671016" y="1833566"/>
                <a:ext cx="141406" cy="306676"/>
              </a:xfrm>
              <a:custGeom>
                <a:avLst/>
                <a:gdLst/>
                <a:ahLst/>
                <a:cxnLst/>
                <a:rect l="l" t="t" r="r" b="b"/>
                <a:pathLst>
                  <a:path w="1842" h="3995" extrusionOk="0">
                    <a:moveTo>
                      <a:pt x="1209" y="3972"/>
                    </a:moveTo>
                    <a:lnTo>
                      <a:pt x="345" y="3903"/>
                    </a:lnTo>
                    <a:cubicBezTo>
                      <a:pt x="161" y="3885"/>
                      <a:pt x="259" y="3822"/>
                      <a:pt x="259" y="3621"/>
                    </a:cubicBezTo>
                    <a:cubicBezTo>
                      <a:pt x="259" y="3621"/>
                      <a:pt x="691" y="1837"/>
                      <a:pt x="0" y="306"/>
                    </a:cubicBezTo>
                    <a:cubicBezTo>
                      <a:pt x="0" y="133"/>
                      <a:pt x="52" y="35"/>
                      <a:pt x="150" y="1"/>
                    </a:cubicBezTo>
                    <a:lnTo>
                      <a:pt x="1209" y="81"/>
                    </a:lnTo>
                    <a:cubicBezTo>
                      <a:pt x="1387" y="110"/>
                      <a:pt x="1491" y="294"/>
                      <a:pt x="1531" y="490"/>
                    </a:cubicBezTo>
                    <a:cubicBezTo>
                      <a:pt x="1813" y="1693"/>
                      <a:pt x="1842" y="2809"/>
                      <a:pt x="1531" y="3644"/>
                    </a:cubicBezTo>
                    <a:cubicBezTo>
                      <a:pt x="1462" y="3828"/>
                      <a:pt x="1387" y="3995"/>
                      <a:pt x="1209" y="39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2282650" y="2306759"/>
                <a:ext cx="140561" cy="98566"/>
              </a:xfrm>
              <a:custGeom>
                <a:avLst/>
                <a:gdLst/>
                <a:ahLst/>
                <a:cxnLst/>
                <a:rect l="l" t="t" r="r" b="b"/>
                <a:pathLst>
                  <a:path w="1831" h="1284" extrusionOk="0">
                    <a:moveTo>
                      <a:pt x="1" y="616"/>
                    </a:moveTo>
                    <a:lnTo>
                      <a:pt x="1" y="616"/>
                    </a:lnTo>
                    <a:cubicBezTo>
                      <a:pt x="1" y="271"/>
                      <a:pt x="277" y="0"/>
                      <a:pt x="605" y="23"/>
                    </a:cubicBezTo>
                    <a:lnTo>
                      <a:pt x="1249" y="52"/>
                    </a:lnTo>
                    <a:cubicBezTo>
                      <a:pt x="1572" y="69"/>
                      <a:pt x="1831" y="345"/>
                      <a:pt x="1831" y="685"/>
                    </a:cubicBezTo>
                    <a:lnTo>
                      <a:pt x="1831" y="685"/>
                    </a:lnTo>
                    <a:cubicBezTo>
                      <a:pt x="1831" y="1019"/>
                      <a:pt x="1572" y="1283"/>
                      <a:pt x="1249" y="1278"/>
                    </a:cubicBezTo>
                    <a:lnTo>
                      <a:pt x="605" y="1260"/>
                    </a:lnTo>
                    <a:cubicBezTo>
                      <a:pt x="271" y="1249"/>
                      <a:pt x="1" y="961"/>
                      <a:pt x="1" y="6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1327972" y="1655083"/>
                <a:ext cx="269147" cy="433953"/>
              </a:xfrm>
              <a:custGeom>
                <a:avLst/>
                <a:gdLst/>
                <a:ahLst/>
                <a:cxnLst/>
                <a:rect l="l" t="t" r="r" b="b"/>
                <a:pathLst>
                  <a:path w="3506" h="5653" extrusionOk="0">
                    <a:moveTo>
                      <a:pt x="3355" y="3080"/>
                    </a:moveTo>
                    <a:cubicBezTo>
                      <a:pt x="3212" y="4570"/>
                      <a:pt x="2492" y="5652"/>
                      <a:pt x="1733" y="5635"/>
                    </a:cubicBezTo>
                    <a:cubicBezTo>
                      <a:pt x="1232" y="5629"/>
                      <a:pt x="426" y="5635"/>
                      <a:pt x="426" y="5635"/>
                    </a:cubicBezTo>
                    <a:cubicBezTo>
                      <a:pt x="0" y="5169"/>
                      <a:pt x="541" y="3903"/>
                      <a:pt x="651" y="2815"/>
                    </a:cubicBezTo>
                    <a:cubicBezTo>
                      <a:pt x="754" y="1739"/>
                      <a:pt x="162" y="335"/>
                      <a:pt x="979" y="1"/>
                    </a:cubicBezTo>
                    <a:cubicBezTo>
                      <a:pt x="979" y="1"/>
                      <a:pt x="1876" y="139"/>
                      <a:pt x="2268" y="260"/>
                    </a:cubicBezTo>
                    <a:cubicBezTo>
                      <a:pt x="2987" y="473"/>
                      <a:pt x="3505" y="1595"/>
                      <a:pt x="3355" y="30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1266558" y="1649786"/>
                <a:ext cx="231147" cy="443625"/>
              </a:xfrm>
              <a:custGeom>
                <a:avLst/>
                <a:gdLst/>
                <a:ahLst/>
                <a:cxnLst/>
                <a:rect l="l" t="t" r="r" b="b"/>
                <a:pathLst>
                  <a:path w="3011" h="5779" extrusionOk="0">
                    <a:moveTo>
                      <a:pt x="2861" y="3022"/>
                    </a:moveTo>
                    <a:cubicBezTo>
                      <a:pt x="2705" y="4576"/>
                      <a:pt x="1974" y="5779"/>
                      <a:pt x="1232" y="5704"/>
                    </a:cubicBezTo>
                    <a:cubicBezTo>
                      <a:pt x="484" y="5635"/>
                      <a:pt x="0" y="4311"/>
                      <a:pt x="162" y="2757"/>
                    </a:cubicBezTo>
                    <a:cubicBezTo>
                      <a:pt x="311" y="1204"/>
                      <a:pt x="1048" y="1"/>
                      <a:pt x="1784" y="70"/>
                    </a:cubicBezTo>
                    <a:cubicBezTo>
                      <a:pt x="2527" y="145"/>
                      <a:pt x="3010" y="1462"/>
                      <a:pt x="2861" y="30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936535" y="2478564"/>
                <a:ext cx="957444" cy="1122611"/>
              </a:xfrm>
              <a:custGeom>
                <a:avLst/>
                <a:gdLst/>
                <a:ahLst/>
                <a:cxnLst/>
                <a:rect l="l" t="t" r="r" b="b"/>
                <a:pathLst>
                  <a:path w="12472" h="14624" extrusionOk="0">
                    <a:moveTo>
                      <a:pt x="7908" y="47"/>
                    </a:moveTo>
                    <a:cubicBezTo>
                      <a:pt x="6774" y="1"/>
                      <a:pt x="5698" y="565"/>
                      <a:pt x="5042" y="1520"/>
                    </a:cubicBezTo>
                    <a:cubicBezTo>
                      <a:pt x="3321" y="4052"/>
                      <a:pt x="1" y="9404"/>
                      <a:pt x="990" y="11643"/>
                    </a:cubicBezTo>
                    <a:cubicBezTo>
                      <a:pt x="2314" y="14624"/>
                      <a:pt x="12471" y="3333"/>
                      <a:pt x="11211" y="1405"/>
                    </a:cubicBezTo>
                    <a:cubicBezTo>
                      <a:pt x="10543" y="381"/>
                      <a:pt x="9105" y="93"/>
                      <a:pt x="7908" y="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2974297" y="4595200"/>
                <a:ext cx="715241" cy="165725"/>
              </a:xfrm>
              <a:custGeom>
                <a:avLst/>
                <a:gdLst/>
                <a:ahLst/>
                <a:cxnLst/>
                <a:rect l="l" t="t" r="r" b="b"/>
                <a:pathLst>
                  <a:path w="18704" h="2159" extrusionOk="0">
                    <a:moveTo>
                      <a:pt x="18704" y="1082"/>
                    </a:moveTo>
                    <a:cubicBezTo>
                      <a:pt x="18704" y="1675"/>
                      <a:pt x="14520" y="2158"/>
                      <a:pt x="9352" y="2158"/>
                    </a:cubicBezTo>
                    <a:cubicBezTo>
                      <a:pt x="4190" y="2158"/>
                      <a:pt x="1" y="1675"/>
                      <a:pt x="1" y="1082"/>
                    </a:cubicBezTo>
                    <a:cubicBezTo>
                      <a:pt x="1" y="484"/>
                      <a:pt x="4190" y="0"/>
                      <a:pt x="9352" y="0"/>
                    </a:cubicBezTo>
                    <a:cubicBezTo>
                      <a:pt x="14520" y="0"/>
                      <a:pt x="18704" y="484"/>
                      <a:pt x="18704" y="1082"/>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3386257" y="3189429"/>
                <a:ext cx="41992" cy="47364"/>
              </a:xfrm>
              <a:custGeom>
                <a:avLst/>
                <a:gdLst/>
                <a:ahLst/>
                <a:cxnLst/>
                <a:rect l="l" t="t" r="r" b="b"/>
                <a:pathLst>
                  <a:path w="547" h="617" extrusionOk="0">
                    <a:moveTo>
                      <a:pt x="0" y="311"/>
                    </a:moveTo>
                    <a:cubicBezTo>
                      <a:pt x="0" y="484"/>
                      <a:pt x="121" y="616"/>
                      <a:pt x="271" y="616"/>
                    </a:cubicBezTo>
                    <a:cubicBezTo>
                      <a:pt x="426" y="616"/>
                      <a:pt x="547" y="484"/>
                      <a:pt x="547" y="311"/>
                    </a:cubicBezTo>
                    <a:cubicBezTo>
                      <a:pt x="547" y="138"/>
                      <a:pt x="426" y="0"/>
                      <a:pt x="271" y="0"/>
                    </a:cubicBezTo>
                    <a:cubicBezTo>
                      <a:pt x="121" y="0"/>
                      <a:pt x="0" y="138"/>
                      <a:pt x="0" y="311"/>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3"/>
              <p:cNvSpPr/>
              <p:nvPr/>
            </p:nvSpPr>
            <p:spPr>
              <a:xfrm>
                <a:off x="3298282" y="3187203"/>
                <a:ext cx="108780" cy="291170"/>
              </a:xfrm>
              <a:custGeom>
                <a:avLst/>
                <a:gdLst/>
                <a:ahLst/>
                <a:cxnLst/>
                <a:rect l="l" t="t" r="r" b="b"/>
                <a:pathLst>
                  <a:path w="1417" h="3793" extrusionOk="0">
                    <a:moveTo>
                      <a:pt x="1" y="1951"/>
                    </a:moveTo>
                    <a:cubicBezTo>
                      <a:pt x="1" y="1951"/>
                      <a:pt x="122" y="3684"/>
                      <a:pt x="496" y="3718"/>
                    </a:cubicBezTo>
                    <a:cubicBezTo>
                      <a:pt x="1215" y="3793"/>
                      <a:pt x="1417" y="1951"/>
                      <a:pt x="1417" y="1951"/>
                    </a:cubicBezTo>
                    <a:lnTo>
                      <a:pt x="1417" y="1"/>
                    </a:lnTo>
                    <a:lnTo>
                      <a:pt x="1" y="1"/>
                    </a:lnTo>
                    <a:lnTo>
                      <a:pt x="1" y="1951"/>
                    </a:ln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3298282" y="3185897"/>
                <a:ext cx="109701" cy="129963"/>
              </a:xfrm>
              <a:custGeom>
                <a:avLst/>
                <a:gdLst/>
                <a:ahLst/>
                <a:cxnLst/>
                <a:rect l="l" t="t" r="r" b="b"/>
                <a:pathLst>
                  <a:path w="1429" h="1693" extrusionOk="0">
                    <a:moveTo>
                      <a:pt x="398" y="1692"/>
                    </a:moveTo>
                    <a:lnTo>
                      <a:pt x="398" y="1692"/>
                    </a:lnTo>
                    <a:cubicBezTo>
                      <a:pt x="254" y="1692"/>
                      <a:pt x="122" y="1663"/>
                      <a:pt x="1" y="1606"/>
                    </a:cubicBezTo>
                    <a:lnTo>
                      <a:pt x="1" y="0"/>
                    </a:lnTo>
                    <a:lnTo>
                      <a:pt x="1417" y="0"/>
                    </a:lnTo>
                    <a:lnTo>
                      <a:pt x="1417" y="645"/>
                    </a:lnTo>
                    <a:cubicBezTo>
                      <a:pt x="1428" y="1226"/>
                      <a:pt x="956" y="1692"/>
                      <a:pt x="398" y="1692"/>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3254140" y="3084258"/>
                <a:ext cx="153842" cy="216554"/>
              </a:xfrm>
              <a:custGeom>
                <a:avLst/>
                <a:gdLst/>
                <a:ahLst/>
                <a:cxnLst/>
                <a:rect l="l" t="t" r="r" b="b"/>
                <a:pathLst>
                  <a:path w="2004" h="2821" extrusionOk="0">
                    <a:moveTo>
                      <a:pt x="973" y="2821"/>
                    </a:moveTo>
                    <a:lnTo>
                      <a:pt x="973" y="2821"/>
                    </a:lnTo>
                    <a:cubicBezTo>
                      <a:pt x="1531" y="2821"/>
                      <a:pt x="2003" y="2349"/>
                      <a:pt x="2003" y="1779"/>
                    </a:cubicBezTo>
                    <a:lnTo>
                      <a:pt x="2003" y="944"/>
                    </a:lnTo>
                    <a:cubicBezTo>
                      <a:pt x="2003" y="403"/>
                      <a:pt x="1560" y="1"/>
                      <a:pt x="1031" y="29"/>
                    </a:cubicBezTo>
                    <a:lnTo>
                      <a:pt x="1031" y="29"/>
                    </a:lnTo>
                    <a:cubicBezTo>
                      <a:pt x="513" y="58"/>
                      <a:pt x="81" y="490"/>
                      <a:pt x="58" y="1008"/>
                    </a:cubicBezTo>
                    <a:lnTo>
                      <a:pt x="23" y="1813"/>
                    </a:lnTo>
                    <a:cubicBezTo>
                      <a:pt x="0" y="2372"/>
                      <a:pt x="421" y="2821"/>
                      <a:pt x="973" y="2821"/>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a:off x="3247538" y="3022844"/>
                <a:ext cx="193531" cy="195367"/>
              </a:xfrm>
              <a:custGeom>
                <a:avLst/>
                <a:gdLst/>
                <a:ahLst/>
                <a:cxnLst/>
                <a:rect l="l" t="t" r="r" b="b"/>
                <a:pathLst>
                  <a:path w="2521" h="2545" extrusionOk="0">
                    <a:moveTo>
                      <a:pt x="1473" y="1405"/>
                    </a:moveTo>
                    <a:cubicBezTo>
                      <a:pt x="1560" y="1319"/>
                      <a:pt x="1801" y="1911"/>
                      <a:pt x="1893" y="2055"/>
                    </a:cubicBezTo>
                    <a:cubicBezTo>
                      <a:pt x="1986" y="2199"/>
                      <a:pt x="1957" y="2544"/>
                      <a:pt x="1957" y="2544"/>
                    </a:cubicBezTo>
                    <a:lnTo>
                      <a:pt x="2089" y="2544"/>
                    </a:lnTo>
                    <a:lnTo>
                      <a:pt x="2089" y="2170"/>
                    </a:lnTo>
                    <a:cubicBezTo>
                      <a:pt x="2089" y="2170"/>
                      <a:pt x="2181" y="2147"/>
                      <a:pt x="2250" y="2228"/>
                    </a:cubicBezTo>
                    <a:cubicBezTo>
                      <a:pt x="2250" y="2228"/>
                      <a:pt x="2521" y="1652"/>
                      <a:pt x="2452" y="1336"/>
                    </a:cubicBezTo>
                    <a:cubicBezTo>
                      <a:pt x="2377" y="904"/>
                      <a:pt x="2262" y="893"/>
                      <a:pt x="2106" y="617"/>
                    </a:cubicBezTo>
                    <a:cubicBezTo>
                      <a:pt x="1784" y="24"/>
                      <a:pt x="6" y="1"/>
                      <a:pt x="6" y="1687"/>
                    </a:cubicBezTo>
                    <a:cubicBezTo>
                      <a:pt x="0" y="1693"/>
                      <a:pt x="1042" y="1854"/>
                      <a:pt x="1473" y="14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a:off x="2855641" y="3298515"/>
                <a:ext cx="353054" cy="306216"/>
              </a:xfrm>
              <a:custGeom>
                <a:avLst/>
                <a:gdLst/>
                <a:ahLst/>
                <a:cxnLst/>
                <a:rect l="l" t="t" r="r" b="b"/>
                <a:pathLst>
                  <a:path w="4599" h="3989" extrusionOk="0">
                    <a:moveTo>
                      <a:pt x="449" y="329"/>
                    </a:moveTo>
                    <a:cubicBezTo>
                      <a:pt x="996" y="709"/>
                      <a:pt x="1399" y="588"/>
                      <a:pt x="1399" y="588"/>
                    </a:cubicBezTo>
                    <a:cubicBezTo>
                      <a:pt x="1399" y="588"/>
                      <a:pt x="1341" y="444"/>
                      <a:pt x="1313" y="231"/>
                    </a:cubicBezTo>
                    <a:cubicBezTo>
                      <a:pt x="1284" y="1"/>
                      <a:pt x="1577" y="133"/>
                      <a:pt x="1641" y="519"/>
                    </a:cubicBezTo>
                    <a:cubicBezTo>
                      <a:pt x="1681" y="789"/>
                      <a:pt x="2492" y="2360"/>
                      <a:pt x="3125" y="2763"/>
                    </a:cubicBezTo>
                    <a:lnTo>
                      <a:pt x="3586" y="2130"/>
                    </a:lnTo>
                    <a:lnTo>
                      <a:pt x="4599" y="2636"/>
                    </a:lnTo>
                    <a:cubicBezTo>
                      <a:pt x="4599" y="2636"/>
                      <a:pt x="3730" y="3989"/>
                      <a:pt x="3223" y="3960"/>
                    </a:cubicBezTo>
                    <a:cubicBezTo>
                      <a:pt x="2458" y="3914"/>
                      <a:pt x="1324" y="1439"/>
                      <a:pt x="1324" y="1439"/>
                    </a:cubicBezTo>
                    <a:cubicBezTo>
                      <a:pt x="939" y="916"/>
                      <a:pt x="214" y="916"/>
                      <a:pt x="104" y="801"/>
                    </a:cubicBezTo>
                    <a:cubicBezTo>
                      <a:pt x="1" y="674"/>
                      <a:pt x="208" y="156"/>
                      <a:pt x="449" y="329"/>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3091087" y="3331678"/>
                <a:ext cx="532459" cy="433876"/>
              </a:xfrm>
              <a:custGeom>
                <a:avLst/>
                <a:gdLst/>
                <a:ahLst/>
                <a:cxnLst/>
                <a:rect l="l" t="t" r="r" b="b"/>
                <a:pathLst>
                  <a:path w="6936" h="5652" extrusionOk="0">
                    <a:moveTo>
                      <a:pt x="6935" y="2492"/>
                    </a:moveTo>
                    <a:lnTo>
                      <a:pt x="5756" y="472"/>
                    </a:lnTo>
                    <a:cubicBezTo>
                      <a:pt x="5727" y="415"/>
                      <a:pt x="5687" y="357"/>
                      <a:pt x="5641" y="305"/>
                    </a:cubicBezTo>
                    <a:cubicBezTo>
                      <a:pt x="5635" y="300"/>
                      <a:pt x="5629" y="288"/>
                      <a:pt x="5629" y="282"/>
                    </a:cubicBezTo>
                    <a:lnTo>
                      <a:pt x="5595" y="248"/>
                    </a:lnTo>
                    <a:lnTo>
                      <a:pt x="5554" y="213"/>
                    </a:lnTo>
                    <a:lnTo>
                      <a:pt x="5543" y="196"/>
                    </a:lnTo>
                    <a:cubicBezTo>
                      <a:pt x="5428" y="104"/>
                      <a:pt x="5249" y="0"/>
                      <a:pt x="4996" y="0"/>
                    </a:cubicBezTo>
                    <a:lnTo>
                      <a:pt x="4087" y="0"/>
                    </a:lnTo>
                    <a:cubicBezTo>
                      <a:pt x="4087" y="0"/>
                      <a:pt x="3972" y="950"/>
                      <a:pt x="3091" y="731"/>
                    </a:cubicBezTo>
                    <a:cubicBezTo>
                      <a:pt x="2671" y="622"/>
                      <a:pt x="2706" y="0"/>
                      <a:pt x="2706" y="0"/>
                    </a:cubicBezTo>
                    <a:lnTo>
                      <a:pt x="2096" y="0"/>
                    </a:lnTo>
                    <a:cubicBezTo>
                      <a:pt x="1796" y="0"/>
                      <a:pt x="1526" y="161"/>
                      <a:pt x="1371" y="392"/>
                    </a:cubicBezTo>
                    <a:lnTo>
                      <a:pt x="53" y="1899"/>
                    </a:lnTo>
                    <a:cubicBezTo>
                      <a:pt x="1" y="2009"/>
                      <a:pt x="904" y="3189"/>
                      <a:pt x="1140" y="2930"/>
                    </a:cubicBezTo>
                    <a:lnTo>
                      <a:pt x="1227" y="2814"/>
                    </a:lnTo>
                    <a:lnTo>
                      <a:pt x="1227" y="5652"/>
                    </a:lnTo>
                    <a:lnTo>
                      <a:pt x="5859" y="5652"/>
                    </a:lnTo>
                    <a:lnTo>
                      <a:pt x="5859" y="3096"/>
                    </a:lnTo>
                    <a:lnTo>
                      <a:pt x="5859" y="3327"/>
                    </a:lnTo>
                    <a:cubicBezTo>
                      <a:pt x="6182" y="3235"/>
                      <a:pt x="6792" y="2907"/>
                      <a:pt x="6935" y="249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3170618" y="3763724"/>
                <a:ext cx="221014" cy="831518"/>
              </a:xfrm>
              <a:custGeom>
                <a:avLst/>
                <a:gdLst/>
                <a:ahLst/>
                <a:cxnLst/>
                <a:rect l="l" t="t" r="r" b="b"/>
                <a:pathLst>
                  <a:path w="2879" h="10832" extrusionOk="0">
                    <a:moveTo>
                      <a:pt x="1" y="10831"/>
                    </a:moveTo>
                    <a:lnTo>
                      <a:pt x="1324" y="10831"/>
                    </a:lnTo>
                    <a:lnTo>
                      <a:pt x="2878" y="1"/>
                    </a:lnTo>
                    <a:lnTo>
                      <a:pt x="2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3"/>
              <p:cNvSpPr/>
              <p:nvPr/>
            </p:nvSpPr>
            <p:spPr>
              <a:xfrm>
                <a:off x="3236484" y="3763724"/>
                <a:ext cx="155147" cy="831518"/>
              </a:xfrm>
              <a:custGeom>
                <a:avLst/>
                <a:gdLst/>
                <a:ahLst/>
                <a:cxnLst/>
                <a:rect l="l" t="t" r="r" b="b"/>
                <a:pathLst>
                  <a:path w="2021" h="10832" extrusionOk="0">
                    <a:moveTo>
                      <a:pt x="1554" y="1"/>
                    </a:moveTo>
                    <a:lnTo>
                      <a:pt x="0" y="10831"/>
                    </a:lnTo>
                    <a:lnTo>
                      <a:pt x="466" y="10831"/>
                    </a:lnTo>
                    <a:lnTo>
                      <a:pt x="2020" y="1"/>
                    </a:ln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3"/>
              <p:cNvSpPr/>
              <p:nvPr/>
            </p:nvSpPr>
            <p:spPr>
              <a:xfrm>
                <a:off x="3316015" y="3763724"/>
                <a:ext cx="222703" cy="831518"/>
              </a:xfrm>
              <a:custGeom>
                <a:avLst/>
                <a:gdLst/>
                <a:ahLst/>
                <a:cxnLst/>
                <a:rect l="l" t="t" r="r" b="b"/>
                <a:pathLst>
                  <a:path w="2901" h="10832" extrusionOk="0">
                    <a:moveTo>
                      <a:pt x="1600" y="10831"/>
                    </a:moveTo>
                    <a:lnTo>
                      <a:pt x="2901" y="10831"/>
                    </a:lnTo>
                    <a:lnTo>
                      <a:pt x="2849" y="1"/>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3"/>
              <p:cNvSpPr/>
              <p:nvPr/>
            </p:nvSpPr>
            <p:spPr>
              <a:xfrm>
                <a:off x="3427328" y="3763724"/>
                <a:ext cx="111390" cy="831518"/>
              </a:xfrm>
              <a:custGeom>
                <a:avLst/>
                <a:gdLst/>
                <a:ahLst/>
                <a:cxnLst/>
                <a:rect l="l" t="t" r="r" b="b"/>
                <a:pathLst>
                  <a:path w="1451" h="10832" extrusionOk="0">
                    <a:moveTo>
                      <a:pt x="0" y="1"/>
                    </a:moveTo>
                    <a:cubicBezTo>
                      <a:pt x="0" y="1100"/>
                      <a:pt x="829" y="1129"/>
                      <a:pt x="818" y="2210"/>
                    </a:cubicBezTo>
                    <a:cubicBezTo>
                      <a:pt x="766" y="5531"/>
                      <a:pt x="818" y="10831"/>
                      <a:pt x="818" y="10831"/>
                    </a:cubicBezTo>
                    <a:lnTo>
                      <a:pt x="1451" y="10831"/>
                    </a:lnTo>
                    <a:lnTo>
                      <a:pt x="1399" y="1"/>
                    </a:lnTo>
                    <a:close/>
                  </a:path>
                </a:pathLst>
              </a:custGeom>
              <a:solidFill>
                <a:srgbClr val="FFFFFF">
                  <a:alpha val="29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3"/>
              <p:cNvSpPr/>
              <p:nvPr/>
            </p:nvSpPr>
            <p:spPr>
              <a:xfrm>
                <a:off x="3185203" y="3415201"/>
                <a:ext cx="51357" cy="255858"/>
              </a:xfrm>
              <a:custGeom>
                <a:avLst/>
                <a:gdLst/>
                <a:ahLst/>
                <a:cxnLst/>
                <a:rect l="l" t="t" r="r" b="b"/>
                <a:pathLst>
                  <a:path w="669" h="3333" extrusionOk="0">
                    <a:moveTo>
                      <a:pt x="668" y="0"/>
                    </a:moveTo>
                    <a:lnTo>
                      <a:pt x="668" y="0"/>
                    </a:lnTo>
                    <a:cubicBezTo>
                      <a:pt x="404" y="46"/>
                      <a:pt x="317" y="512"/>
                      <a:pt x="1" y="806"/>
                    </a:cubicBezTo>
                    <a:lnTo>
                      <a:pt x="1" y="3332"/>
                    </a:lnTo>
                    <a:cubicBezTo>
                      <a:pt x="58" y="3102"/>
                      <a:pt x="317" y="1514"/>
                      <a:pt x="668" y="0"/>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3450742" y="4594729"/>
                <a:ext cx="213414" cy="86207"/>
              </a:xfrm>
              <a:custGeom>
                <a:avLst/>
                <a:gdLst/>
                <a:ahLst/>
                <a:cxnLst/>
                <a:rect l="l" t="t" r="r" b="b"/>
                <a:pathLst>
                  <a:path w="2780" h="1123" extrusionOk="0">
                    <a:moveTo>
                      <a:pt x="0" y="6"/>
                    </a:moveTo>
                    <a:lnTo>
                      <a:pt x="0" y="1123"/>
                    </a:lnTo>
                    <a:lnTo>
                      <a:pt x="2671" y="1123"/>
                    </a:lnTo>
                    <a:cubicBezTo>
                      <a:pt x="2671" y="1123"/>
                      <a:pt x="2780" y="564"/>
                      <a:pt x="1802" y="518"/>
                    </a:cubicBezTo>
                    <a:cubicBezTo>
                      <a:pt x="1088" y="490"/>
                      <a:pt x="1007" y="0"/>
                      <a:pt x="1007" y="0"/>
                    </a:cubicBez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3"/>
              <p:cNvSpPr/>
              <p:nvPr/>
            </p:nvSpPr>
            <p:spPr>
              <a:xfrm>
                <a:off x="3170618" y="4595190"/>
                <a:ext cx="87592" cy="86207"/>
              </a:xfrm>
              <a:custGeom>
                <a:avLst/>
                <a:gdLst/>
                <a:ahLst/>
                <a:cxnLst/>
                <a:rect l="l" t="t" r="r" b="b"/>
                <a:pathLst>
                  <a:path w="1141" h="1123" extrusionOk="0">
                    <a:moveTo>
                      <a:pt x="1" y="1122"/>
                    </a:moveTo>
                    <a:lnTo>
                      <a:pt x="1140" y="1122"/>
                    </a:lnTo>
                    <a:lnTo>
                      <a:pt x="1140" y="0"/>
                    </a:lnTo>
                    <a:lnTo>
                      <a:pt x="3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3"/>
              <p:cNvSpPr/>
              <p:nvPr/>
            </p:nvSpPr>
            <p:spPr>
              <a:xfrm>
                <a:off x="3132234" y="4622979"/>
                <a:ext cx="113155" cy="58418"/>
              </a:xfrm>
              <a:custGeom>
                <a:avLst/>
                <a:gdLst/>
                <a:ahLst/>
                <a:cxnLst/>
                <a:rect l="l" t="t" r="r" b="b"/>
                <a:pathLst>
                  <a:path w="1474" h="761" extrusionOk="0">
                    <a:moveTo>
                      <a:pt x="0" y="760"/>
                    </a:moveTo>
                    <a:lnTo>
                      <a:pt x="1473" y="760"/>
                    </a:lnTo>
                    <a:lnTo>
                      <a:pt x="1473" y="398"/>
                    </a:lnTo>
                    <a:cubicBezTo>
                      <a:pt x="1473" y="173"/>
                      <a:pt x="1295" y="1"/>
                      <a:pt x="1076" y="1"/>
                    </a:cubicBezTo>
                    <a:lnTo>
                      <a:pt x="397" y="1"/>
                    </a:lnTo>
                    <a:cubicBezTo>
                      <a:pt x="173" y="1"/>
                      <a:pt x="0" y="179"/>
                      <a:pt x="0" y="3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3"/>
              <p:cNvSpPr/>
              <p:nvPr/>
            </p:nvSpPr>
            <p:spPr>
              <a:xfrm>
                <a:off x="3408750" y="3388179"/>
                <a:ext cx="129967" cy="375611"/>
              </a:xfrm>
              <a:custGeom>
                <a:avLst/>
                <a:gdLst/>
                <a:ahLst/>
                <a:cxnLst/>
                <a:rect l="l" t="t" r="r" b="b"/>
                <a:pathLst>
                  <a:path w="1693" h="4893" extrusionOk="0">
                    <a:moveTo>
                      <a:pt x="1290" y="1"/>
                    </a:moveTo>
                    <a:lnTo>
                      <a:pt x="1290" y="1"/>
                    </a:lnTo>
                    <a:cubicBezTo>
                      <a:pt x="1272" y="864"/>
                      <a:pt x="1301" y="2424"/>
                      <a:pt x="1226" y="2907"/>
                    </a:cubicBezTo>
                    <a:cubicBezTo>
                      <a:pt x="985" y="4415"/>
                      <a:pt x="1" y="4893"/>
                      <a:pt x="1" y="4893"/>
                    </a:cubicBezTo>
                    <a:lnTo>
                      <a:pt x="1693" y="4893"/>
                    </a:lnTo>
                    <a:lnTo>
                      <a:pt x="1693" y="1969"/>
                    </a:lnTo>
                    <a:cubicBezTo>
                      <a:pt x="1693" y="1497"/>
                      <a:pt x="1503" y="519"/>
                      <a:pt x="1290" y="1"/>
                    </a:cubicBezTo>
                    <a:close/>
                  </a:path>
                </a:pathLst>
              </a:custGeom>
              <a:solidFill>
                <a:srgbClr val="134F5C">
                  <a:alpha val="50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3"/>
              <p:cNvSpPr/>
              <p:nvPr/>
            </p:nvSpPr>
            <p:spPr>
              <a:xfrm>
                <a:off x="3481679" y="3541099"/>
                <a:ext cx="160828" cy="295622"/>
              </a:xfrm>
              <a:custGeom>
                <a:avLst/>
                <a:gdLst/>
                <a:ahLst/>
                <a:cxnLst/>
                <a:rect l="l" t="t" r="r" b="b"/>
                <a:pathLst>
                  <a:path w="2095" h="3851" extrusionOk="0">
                    <a:moveTo>
                      <a:pt x="1715" y="0"/>
                    </a:moveTo>
                    <a:cubicBezTo>
                      <a:pt x="1715" y="0"/>
                      <a:pt x="1324" y="409"/>
                      <a:pt x="823" y="593"/>
                    </a:cubicBezTo>
                    <a:cubicBezTo>
                      <a:pt x="863" y="639"/>
                      <a:pt x="984" y="863"/>
                      <a:pt x="1042" y="1024"/>
                    </a:cubicBezTo>
                    <a:lnTo>
                      <a:pt x="363" y="2935"/>
                    </a:lnTo>
                    <a:cubicBezTo>
                      <a:pt x="363" y="2935"/>
                      <a:pt x="104" y="2941"/>
                      <a:pt x="0" y="3079"/>
                    </a:cubicBezTo>
                    <a:lnTo>
                      <a:pt x="484" y="3850"/>
                    </a:lnTo>
                    <a:lnTo>
                      <a:pt x="806" y="3229"/>
                    </a:lnTo>
                    <a:lnTo>
                      <a:pt x="1980" y="1347"/>
                    </a:lnTo>
                    <a:cubicBezTo>
                      <a:pt x="2072" y="1157"/>
                      <a:pt x="2095" y="909"/>
                      <a:pt x="1715" y="0"/>
                    </a:cubicBezTo>
                    <a:close/>
                  </a:path>
                </a:pathLst>
              </a:custGeom>
              <a:solidFill>
                <a:srgbClr val="6E3E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3"/>
              <p:cNvSpPr/>
              <p:nvPr/>
            </p:nvSpPr>
            <p:spPr>
              <a:xfrm>
                <a:off x="2824704" y="1073725"/>
                <a:ext cx="979553" cy="884026"/>
              </a:xfrm>
              <a:custGeom>
                <a:avLst/>
                <a:gdLst/>
                <a:ahLst/>
                <a:cxnLst/>
                <a:rect l="l" t="t" r="r" b="b"/>
                <a:pathLst>
                  <a:path w="12760" h="11516" extrusionOk="0">
                    <a:moveTo>
                      <a:pt x="6377" y="0"/>
                    </a:moveTo>
                    <a:cubicBezTo>
                      <a:pt x="2855" y="0"/>
                      <a:pt x="1" y="2274"/>
                      <a:pt x="1" y="5076"/>
                    </a:cubicBezTo>
                    <a:cubicBezTo>
                      <a:pt x="1" y="6877"/>
                      <a:pt x="1169" y="8460"/>
                      <a:pt x="2947" y="9358"/>
                    </a:cubicBezTo>
                    <a:cubicBezTo>
                      <a:pt x="2717" y="9847"/>
                      <a:pt x="2303" y="10474"/>
                      <a:pt x="1601" y="10739"/>
                    </a:cubicBezTo>
                    <a:cubicBezTo>
                      <a:pt x="852" y="11027"/>
                      <a:pt x="3828" y="11516"/>
                      <a:pt x="5387" y="10094"/>
                    </a:cubicBezTo>
                    <a:cubicBezTo>
                      <a:pt x="5710" y="10135"/>
                      <a:pt x="6043" y="10158"/>
                      <a:pt x="6377" y="10158"/>
                    </a:cubicBezTo>
                    <a:cubicBezTo>
                      <a:pt x="9905" y="10158"/>
                      <a:pt x="12759" y="7885"/>
                      <a:pt x="12759" y="5082"/>
                    </a:cubicBezTo>
                    <a:cubicBezTo>
                      <a:pt x="12759" y="2274"/>
                      <a:pt x="9905" y="0"/>
                      <a:pt x="63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33"/>
              <p:cNvGrpSpPr/>
              <p:nvPr/>
            </p:nvGrpSpPr>
            <p:grpSpPr>
              <a:xfrm>
                <a:off x="3050673" y="1341842"/>
                <a:ext cx="527533" cy="273512"/>
                <a:chOff x="7999109" y="908965"/>
                <a:chExt cx="502460" cy="260513"/>
              </a:xfrm>
            </p:grpSpPr>
            <p:sp>
              <p:nvSpPr>
                <p:cNvPr id="426" name="Google Shape;426;p33"/>
                <p:cNvSpPr/>
                <p:nvPr/>
              </p:nvSpPr>
              <p:spPr>
                <a:xfrm>
                  <a:off x="7999109" y="908965"/>
                  <a:ext cx="178480" cy="31220"/>
                </a:xfrm>
                <a:custGeom>
                  <a:avLst/>
                  <a:gdLst/>
                  <a:ahLst/>
                  <a:cxnLst/>
                  <a:rect l="l" t="t" r="r" b="b"/>
                  <a:pathLst>
                    <a:path w="2441" h="427" extrusionOk="0">
                      <a:moveTo>
                        <a:pt x="0" y="1"/>
                      </a:moveTo>
                      <a:lnTo>
                        <a:pt x="2440" y="1"/>
                      </a:lnTo>
                      <a:lnTo>
                        <a:pt x="2440" y="426"/>
                      </a:lnTo>
                      <a:lnTo>
                        <a:pt x="0"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3"/>
                <p:cNvSpPr/>
                <p:nvPr/>
              </p:nvSpPr>
              <p:spPr>
                <a:xfrm>
                  <a:off x="7999109" y="1061705"/>
                  <a:ext cx="234853" cy="31220"/>
                </a:xfrm>
                <a:custGeom>
                  <a:avLst/>
                  <a:gdLst/>
                  <a:ahLst/>
                  <a:cxnLst/>
                  <a:rect l="l" t="t" r="r" b="b"/>
                  <a:pathLst>
                    <a:path w="3212" h="427" extrusionOk="0">
                      <a:moveTo>
                        <a:pt x="0" y="1"/>
                      </a:moveTo>
                      <a:lnTo>
                        <a:pt x="3211" y="1"/>
                      </a:lnTo>
                      <a:lnTo>
                        <a:pt x="3211" y="426"/>
                      </a:lnTo>
                      <a:lnTo>
                        <a:pt x="0"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3"/>
                <p:cNvSpPr/>
                <p:nvPr/>
              </p:nvSpPr>
              <p:spPr>
                <a:xfrm>
                  <a:off x="8266715" y="1061705"/>
                  <a:ext cx="234853" cy="31220"/>
                </a:xfrm>
                <a:custGeom>
                  <a:avLst/>
                  <a:gdLst/>
                  <a:ahLst/>
                  <a:cxnLst/>
                  <a:rect l="l" t="t" r="r" b="b"/>
                  <a:pathLst>
                    <a:path w="3212" h="427" extrusionOk="0">
                      <a:moveTo>
                        <a:pt x="0" y="1"/>
                      </a:moveTo>
                      <a:lnTo>
                        <a:pt x="3211" y="1"/>
                      </a:lnTo>
                      <a:lnTo>
                        <a:pt x="3211" y="426"/>
                      </a:lnTo>
                      <a:lnTo>
                        <a:pt x="0"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29" name="Google Shape;429;p33"/>
                <p:cNvSpPr/>
                <p:nvPr/>
              </p:nvSpPr>
              <p:spPr>
                <a:xfrm>
                  <a:off x="8216192" y="908965"/>
                  <a:ext cx="285378" cy="31220"/>
                </a:xfrm>
                <a:custGeom>
                  <a:avLst/>
                  <a:gdLst/>
                  <a:ahLst/>
                  <a:cxnLst/>
                  <a:rect l="l" t="t" r="r" b="b"/>
                  <a:pathLst>
                    <a:path w="3903" h="427" extrusionOk="0">
                      <a:moveTo>
                        <a:pt x="1" y="1"/>
                      </a:moveTo>
                      <a:lnTo>
                        <a:pt x="3902" y="1"/>
                      </a:lnTo>
                      <a:lnTo>
                        <a:pt x="3902" y="426"/>
                      </a:lnTo>
                      <a:lnTo>
                        <a:pt x="1" y="42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3"/>
                <p:cNvSpPr/>
                <p:nvPr/>
              </p:nvSpPr>
              <p:spPr>
                <a:xfrm>
                  <a:off x="7999109" y="985591"/>
                  <a:ext cx="104412" cy="30781"/>
                </a:xfrm>
                <a:custGeom>
                  <a:avLst/>
                  <a:gdLst/>
                  <a:ahLst/>
                  <a:cxnLst/>
                  <a:rect l="l" t="t" r="r" b="b"/>
                  <a:pathLst>
                    <a:path w="1428" h="421" extrusionOk="0">
                      <a:moveTo>
                        <a:pt x="0" y="0"/>
                      </a:moveTo>
                      <a:lnTo>
                        <a:pt x="1427" y="0"/>
                      </a:lnTo>
                      <a:lnTo>
                        <a:pt x="1427" y="420"/>
                      </a:lnTo>
                      <a:lnTo>
                        <a:pt x="0" y="4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3"/>
                <p:cNvSpPr/>
                <p:nvPr/>
              </p:nvSpPr>
              <p:spPr>
                <a:xfrm>
                  <a:off x="8141759" y="985591"/>
                  <a:ext cx="144334" cy="30781"/>
                </a:xfrm>
                <a:custGeom>
                  <a:avLst/>
                  <a:gdLst/>
                  <a:ahLst/>
                  <a:cxnLst/>
                  <a:rect l="l" t="t" r="r" b="b"/>
                  <a:pathLst>
                    <a:path w="1974" h="421" extrusionOk="0">
                      <a:moveTo>
                        <a:pt x="0" y="0"/>
                      </a:moveTo>
                      <a:lnTo>
                        <a:pt x="1974" y="0"/>
                      </a:lnTo>
                      <a:lnTo>
                        <a:pt x="1974" y="420"/>
                      </a:lnTo>
                      <a:lnTo>
                        <a:pt x="0" y="4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3"/>
                <p:cNvSpPr/>
                <p:nvPr/>
              </p:nvSpPr>
              <p:spPr>
                <a:xfrm>
                  <a:off x="8328937" y="985591"/>
                  <a:ext cx="172630" cy="30781"/>
                </a:xfrm>
                <a:custGeom>
                  <a:avLst/>
                  <a:gdLst/>
                  <a:ahLst/>
                  <a:cxnLst/>
                  <a:rect l="l" t="t" r="r" b="b"/>
                  <a:pathLst>
                    <a:path w="2361" h="421" extrusionOk="0">
                      <a:moveTo>
                        <a:pt x="1" y="0"/>
                      </a:moveTo>
                      <a:lnTo>
                        <a:pt x="2360" y="0"/>
                      </a:lnTo>
                      <a:lnTo>
                        <a:pt x="2360" y="420"/>
                      </a:lnTo>
                      <a:lnTo>
                        <a:pt x="1" y="42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3"/>
                <p:cNvSpPr/>
                <p:nvPr/>
              </p:nvSpPr>
              <p:spPr>
                <a:xfrm>
                  <a:off x="7999109" y="1138696"/>
                  <a:ext cx="142287" cy="30781"/>
                </a:xfrm>
                <a:custGeom>
                  <a:avLst/>
                  <a:gdLst/>
                  <a:ahLst/>
                  <a:cxnLst/>
                  <a:rect l="l" t="t" r="r" b="b"/>
                  <a:pathLst>
                    <a:path w="1946" h="421" extrusionOk="0">
                      <a:moveTo>
                        <a:pt x="0" y="1"/>
                      </a:moveTo>
                      <a:lnTo>
                        <a:pt x="1945" y="1"/>
                      </a:lnTo>
                      <a:lnTo>
                        <a:pt x="1945" y="421"/>
                      </a:lnTo>
                      <a:lnTo>
                        <a:pt x="0" y="42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34" name="Google Shape;434;p33"/>
            <p:cNvSpPr/>
            <p:nvPr/>
          </p:nvSpPr>
          <p:spPr>
            <a:xfrm>
              <a:off x="1049321" y="900579"/>
              <a:ext cx="136492" cy="136492"/>
            </a:xfrm>
            <a:custGeom>
              <a:avLst/>
              <a:gdLst/>
              <a:ahLst/>
              <a:cxnLst/>
              <a:rect l="l" t="t" r="r" b="b"/>
              <a:pathLst>
                <a:path w="4231" h="4231" extrusionOk="0">
                  <a:moveTo>
                    <a:pt x="4231" y="2118"/>
                  </a:moveTo>
                  <a:cubicBezTo>
                    <a:pt x="4231" y="3287"/>
                    <a:pt x="3287" y="4230"/>
                    <a:pt x="2119" y="4230"/>
                  </a:cubicBezTo>
                  <a:cubicBezTo>
                    <a:pt x="950" y="4230"/>
                    <a:pt x="1" y="3287"/>
                    <a:pt x="1" y="2118"/>
                  </a:cubicBezTo>
                  <a:cubicBezTo>
                    <a:pt x="1" y="950"/>
                    <a:pt x="950" y="1"/>
                    <a:pt x="2119" y="1"/>
                  </a:cubicBezTo>
                  <a:cubicBezTo>
                    <a:pt x="3287" y="1"/>
                    <a:pt x="4231" y="950"/>
                    <a:pt x="4231" y="211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4">
          <a:extLst>
            <a:ext uri="{FF2B5EF4-FFF2-40B4-BE49-F238E27FC236}">
              <a16:creationId xmlns:a16="http://schemas.microsoft.com/office/drawing/2014/main" id="{06A00201-5826-67AD-9D17-2E5D9463AFCF}"/>
            </a:ext>
          </a:extLst>
        </p:cNvPr>
        <p:cNvGrpSpPr/>
        <p:nvPr/>
      </p:nvGrpSpPr>
      <p:grpSpPr>
        <a:xfrm>
          <a:off x="0" y="0"/>
          <a:ext cx="0" cy="0"/>
          <a:chOff x="0" y="0"/>
          <a:chExt cx="0" cy="0"/>
        </a:xfrm>
      </p:grpSpPr>
      <p:sp>
        <p:nvSpPr>
          <p:cNvPr id="825" name="Google Shape;825;p47">
            <a:extLst>
              <a:ext uri="{FF2B5EF4-FFF2-40B4-BE49-F238E27FC236}">
                <a16:creationId xmlns:a16="http://schemas.microsoft.com/office/drawing/2014/main" id="{33A1911D-DCC8-AB8C-92E6-FF04287ADE14}"/>
              </a:ext>
            </a:extLst>
          </p:cNvPr>
          <p:cNvSpPr txBox="1">
            <a:spLocks noGrp="1"/>
          </p:cNvSpPr>
          <p:nvPr>
            <p:ph type="title"/>
          </p:nvPr>
        </p:nvSpPr>
        <p:spPr>
          <a:xfrm>
            <a:off x="838649" y="1518450"/>
            <a:ext cx="5106051" cy="2106600"/>
          </a:xfrm>
          <a:prstGeom prst="rect">
            <a:avLst/>
          </a:prstGeom>
        </p:spPr>
        <p:txBody>
          <a:bodyPr spcFirstLastPara="1" wrap="square" lIns="91425" tIns="91425" rIns="91425" bIns="91425" anchor="ctr" anchorCtr="0">
            <a:noAutofit/>
          </a:bodyPr>
          <a:lstStyle/>
          <a:p>
            <a:pPr lvl="0" algn="l"/>
            <a:r>
              <a:rPr lang="en-US" sz="4000" dirty="0" err="1"/>
              <a:t>MLGym</a:t>
            </a:r>
            <a:r>
              <a:rPr lang="en-US" sz="2400" dirty="0"/>
              <a:t>:</a:t>
            </a:r>
            <a:br>
              <a:rPr lang="en-US" sz="2400" dirty="0"/>
            </a:br>
            <a:r>
              <a:rPr lang="en-US" sz="2000" dirty="0"/>
              <a:t>A New Framework and Benchmark</a:t>
            </a:r>
            <a:br>
              <a:rPr lang="en-US" sz="2000" dirty="0"/>
            </a:br>
            <a:r>
              <a:rPr lang="en-US" sz="2000" dirty="0"/>
              <a:t> for Advancing AI Research Agents</a:t>
            </a:r>
            <a:br>
              <a:rPr lang="en-US" sz="2000" dirty="0"/>
            </a:b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 Deepak Nathani, Lovish Madaan, Nicholas Roberts, Nikolay </a:t>
            </a:r>
            <a:r>
              <a:rPr kumimoji="0" lang="en-US" altLang="ko-Kore-KR" sz="800" b="1" i="0" u="none" strike="noStrike" kern="0" cap="none" spc="0" normalizeH="0" baseline="0" noProof="0" dirty="0" err="1">
                <a:ln>
                  <a:noFill/>
                </a:ln>
                <a:solidFill>
                  <a:srgbClr val="0C343D"/>
                </a:solidFill>
                <a:effectLst/>
                <a:uLnTx/>
                <a:uFillTx/>
                <a:latin typeface="Sora"/>
                <a:cs typeface="Sora"/>
                <a:sym typeface="Sora"/>
              </a:rPr>
              <a:t>Bashlykov</a:t>
            </a: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 Ajay Menon,</a:t>
            </a:r>
            <a:br>
              <a:rPr kumimoji="0" lang="en-US" altLang="ko-Kore-KR" sz="800" b="1" i="0" u="none" strike="noStrike" kern="0" cap="none" spc="0" normalizeH="0" baseline="0" noProof="0" dirty="0">
                <a:ln>
                  <a:noFill/>
                </a:ln>
                <a:solidFill>
                  <a:srgbClr val="0C343D"/>
                </a:solidFill>
                <a:effectLst/>
                <a:uLnTx/>
                <a:uFillTx/>
                <a:latin typeface="Sora"/>
                <a:cs typeface="Sora"/>
                <a:sym typeface="Sora"/>
              </a:rPr>
            </a:b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 Vincent Moens, Amar Budhiraja, Despoina </a:t>
            </a:r>
            <a:r>
              <a:rPr kumimoji="0" lang="en-US" altLang="ko-Kore-KR" sz="800" b="1" i="0" u="none" strike="noStrike" kern="0" cap="none" spc="0" normalizeH="0" baseline="0" noProof="0" dirty="0" err="1">
                <a:ln>
                  <a:noFill/>
                </a:ln>
                <a:solidFill>
                  <a:srgbClr val="0C343D"/>
                </a:solidFill>
                <a:effectLst/>
                <a:uLnTx/>
                <a:uFillTx/>
                <a:latin typeface="Sora"/>
                <a:cs typeface="Sora"/>
                <a:sym typeface="Sora"/>
              </a:rPr>
              <a:t>Magka</a:t>
            </a: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 Vladislav </a:t>
            </a:r>
            <a:r>
              <a:rPr kumimoji="0" lang="en-US" altLang="ko-Kore-KR" sz="800" b="1" i="0" u="none" strike="noStrike" kern="0" cap="none" spc="0" normalizeH="0" baseline="0" noProof="0" dirty="0" err="1">
                <a:ln>
                  <a:noFill/>
                </a:ln>
                <a:solidFill>
                  <a:srgbClr val="0C343D"/>
                </a:solidFill>
                <a:effectLst/>
                <a:uLnTx/>
                <a:uFillTx/>
                <a:latin typeface="Sora"/>
                <a:cs typeface="Sora"/>
                <a:sym typeface="Sora"/>
              </a:rPr>
              <a:t>Vorotilov</a:t>
            </a: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 Gaurav Chaurasia,</a:t>
            </a:r>
            <a:br>
              <a:rPr kumimoji="0" lang="en-US" altLang="ko-Kore-KR" sz="800" b="1" i="0" u="none" strike="noStrike" kern="0" cap="none" spc="0" normalizeH="0" baseline="0" noProof="0" dirty="0">
                <a:ln>
                  <a:noFill/>
                </a:ln>
                <a:solidFill>
                  <a:srgbClr val="0C343D"/>
                </a:solidFill>
                <a:effectLst/>
                <a:uLnTx/>
                <a:uFillTx/>
                <a:latin typeface="Sora"/>
                <a:cs typeface="Sora"/>
                <a:sym typeface="Sora"/>
              </a:rPr>
            </a:b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 Dieuwke </a:t>
            </a:r>
            <a:r>
              <a:rPr kumimoji="0" lang="en-US" altLang="ko-Kore-KR" sz="800" b="1" i="0" u="none" strike="noStrike" kern="0" cap="none" spc="0" normalizeH="0" baseline="0" noProof="0" dirty="0" err="1">
                <a:ln>
                  <a:noFill/>
                </a:ln>
                <a:solidFill>
                  <a:srgbClr val="0C343D"/>
                </a:solidFill>
                <a:effectLst/>
                <a:uLnTx/>
                <a:uFillTx/>
                <a:latin typeface="Sora"/>
                <a:cs typeface="Sora"/>
                <a:sym typeface="Sora"/>
              </a:rPr>
              <a:t>Hupkes</a:t>
            </a: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 Ricardo Silveira Cabral, Tatiana </a:t>
            </a:r>
            <a:r>
              <a:rPr kumimoji="0" lang="en-US" altLang="ko-Kore-KR" sz="800" b="1" i="0" u="none" strike="noStrike" kern="0" cap="none" spc="0" normalizeH="0" baseline="0" noProof="0" dirty="0" err="1">
                <a:ln>
                  <a:noFill/>
                </a:ln>
                <a:solidFill>
                  <a:srgbClr val="0C343D"/>
                </a:solidFill>
                <a:effectLst/>
                <a:uLnTx/>
                <a:uFillTx/>
                <a:latin typeface="Sora"/>
                <a:cs typeface="Sora"/>
                <a:sym typeface="Sora"/>
              </a:rPr>
              <a:t>Shavrina</a:t>
            </a: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 Jakob Foerster, Yoram</a:t>
            </a:r>
            <a:br>
              <a:rPr kumimoji="0" lang="en-US" altLang="ko-Kore-KR" sz="800" b="1" i="0" u="none" strike="noStrike" kern="0" cap="none" spc="0" normalizeH="0" baseline="0" noProof="0" dirty="0">
                <a:ln>
                  <a:noFill/>
                </a:ln>
                <a:solidFill>
                  <a:srgbClr val="0C343D"/>
                </a:solidFill>
                <a:effectLst/>
                <a:uLnTx/>
                <a:uFillTx/>
                <a:latin typeface="Sora"/>
                <a:cs typeface="Sora"/>
                <a:sym typeface="Sora"/>
              </a:rPr>
            </a:b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 Bachrach, William Yang Wang, Roberta Raileanu</a:t>
            </a:r>
            <a:br>
              <a:rPr kumimoji="0" lang="en-US" altLang="ko-Kore-KR" sz="800" b="1" i="0" u="none" strike="noStrike" kern="0" cap="none" spc="0" normalizeH="0" baseline="0" noProof="0" dirty="0">
                <a:ln>
                  <a:noFill/>
                </a:ln>
                <a:solidFill>
                  <a:srgbClr val="0C343D"/>
                </a:solidFill>
                <a:effectLst/>
                <a:uLnTx/>
                <a:uFillTx/>
                <a:latin typeface="Sora"/>
                <a:cs typeface="Sora"/>
                <a:sym typeface="Sora"/>
              </a:rPr>
            </a:br>
            <a:br>
              <a:rPr kumimoji="0" lang="en-US" altLang="ko-Kore-KR" sz="800" b="0" i="0" u="sng" strike="noStrike" kern="0" cap="none" spc="0" normalizeH="0" baseline="0" noProof="0" dirty="0">
                <a:ln>
                  <a:noFill/>
                </a:ln>
                <a:solidFill>
                  <a:srgbClr val="0C343D"/>
                </a:solidFill>
                <a:effectLst/>
                <a:uLnTx/>
                <a:uFillTx/>
                <a:latin typeface="Sora"/>
                <a:cs typeface="Sora"/>
                <a:sym typeface="Sora"/>
                <a:hlinkClick r:id="rId3"/>
              </a:rPr>
            </a:br>
            <a:r>
              <a:rPr lang="en-US" altLang="ko-Kore-KR" sz="800" b="0" u="sng" dirty="0">
                <a:solidFill>
                  <a:srgbClr val="0C343D"/>
                </a:solidFill>
              </a:rPr>
              <a:t>https://arxiv.org/abs/2502.14499</a:t>
            </a:r>
            <a:br>
              <a:rPr kumimoji="0" lang="en-US" altLang="ko-Kore-KR" sz="800" b="0" i="0" u="sng" strike="noStrike" kern="0" cap="none" spc="0" normalizeH="0" baseline="0" noProof="0" dirty="0">
                <a:ln>
                  <a:noFill/>
                </a:ln>
                <a:solidFill>
                  <a:srgbClr val="0C343D"/>
                </a:solidFill>
                <a:effectLst/>
                <a:uLnTx/>
                <a:uFillTx/>
                <a:latin typeface="Sora"/>
                <a:cs typeface="Sora"/>
                <a:sym typeface="Sora"/>
              </a:rPr>
            </a:br>
            <a:br>
              <a:rPr kumimoji="0" lang="en-US" altLang="ko-Kore-KR" sz="800" b="0" i="0" u="sng" strike="noStrike" kern="0" cap="none" spc="0" normalizeH="0" baseline="0" noProof="0" dirty="0">
                <a:ln>
                  <a:noFill/>
                </a:ln>
                <a:solidFill>
                  <a:srgbClr val="0C343D"/>
                </a:solidFill>
                <a:effectLst/>
                <a:uLnTx/>
                <a:uFillTx/>
                <a:latin typeface="Sora"/>
                <a:cs typeface="Sora"/>
                <a:sym typeface="Sora"/>
              </a:rPr>
            </a:br>
            <a:r>
              <a:rPr kumimoji="0" lang="en-US" altLang="ko-Kore-KR" sz="800" b="1" i="0" u="none" strike="noStrike" kern="0" cap="none" spc="0" normalizeH="0" baseline="0" noProof="0" dirty="0">
                <a:ln>
                  <a:noFill/>
                </a:ln>
                <a:solidFill>
                  <a:srgbClr val="0C343D"/>
                </a:solidFill>
                <a:effectLst/>
                <a:uLnTx/>
                <a:uFillTx/>
                <a:latin typeface="Sora"/>
                <a:cs typeface="Sora"/>
                <a:sym typeface="Sora"/>
              </a:rPr>
              <a:t>21 Feb 2025</a:t>
            </a:r>
            <a:endParaRPr lang="en-US" sz="2400" dirty="0"/>
          </a:p>
        </p:txBody>
      </p:sp>
      <p:grpSp>
        <p:nvGrpSpPr>
          <p:cNvPr id="826" name="Google Shape;826;p47">
            <a:extLst>
              <a:ext uri="{FF2B5EF4-FFF2-40B4-BE49-F238E27FC236}">
                <a16:creationId xmlns:a16="http://schemas.microsoft.com/office/drawing/2014/main" id="{34785412-3AB8-3F33-77C6-948169472FBA}"/>
              </a:ext>
            </a:extLst>
          </p:cNvPr>
          <p:cNvGrpSpPr/>
          <p:nvPr/>
        </p:nvGrpSpPr>
        <p:grpSpPr>
          <a:xfrm>
            <a:off x="5577299" y="769535"/>
            <a:ext cx="3338639" cy="3282989"/>
            <a:chOff x="5577299" y="769535"/>
            <a:chExt cx="3338639" cy="3282989"/>
          </a:xfrm>
        </p:grpSpPr>
        <p:grpSp>
          <p:nvGrpSpPr>
            <p:cNvPr id="827" name="Google Shape;827;p47">
              <a:extLst>
                <a:ext uri="{FF2B5EF4-FFF2-40B4-BE49-F238E27FC236}">
                  <a16:creationId xmlns:a16="http://schemas.microsoft.com/office/drawing/2014/main" id="{AB14FDE8-3BA3-05EC-4DE5-C5F3EF2D8F6D}"/>
                </a:ext>
              </a:extLst>
            </p:cNvPr>
            <p:cNvGrpSpPr/>
            <p:nvPr/>
          </p:nvGrpSpPr>
          <p:grpSpPr>
            <a:xfrm>
              <a:off x="5577299" y="1652817"/>
              <a:ext cx="3338639" cy="2399708"/>
              <a:chOff x="5577299" y="1652817"/>
              <a:chExt cx="3338639" cy="2399708"/>
            </a:xfrm>
          </p:grpSpPr>
          <p:sp>
            <p:nvSpPr>
              <p:cNvPr id="828" name="Google Shape;828;p47">
                <a:extLst>
                  <a:ext uri="{FF2B5EF4-FFF2-40B4-BE49-F238E27FC236}">
                    <a16:creationId xmlns:a16="http://schemas.microsoft.com/office/drawing/2014/main" id="{2A67D580-BE22-A65E-18A2-5E891C81831E}"/>
                  </a:ext>
                </a:extLst>
              </p:cNvPr>
              <p:cNvSpPr/>
              <p:nvPr/>
            </p:nvSpPr>
            <p:spPr>
              <a:xfrm>
                <a:off x="5577299" y="3926350"/>
                <a:ext cx="3338639" cy="126175"/>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7">
                <a:extLst>
                  <a:ext uri="{FF2B5EF4-FFF2-40B4-BE49-F238E27FC236}">
                    <a16:creationId xmlns:a16="http://schemas.microsoft.com/office/drawing/2014/main" id="{9B53D9F4-1C1A-5D57-1777-C87AABB5ED27}"/>
                  </a:ext>
                </a:extLst>
              </p:cNvPr>
              <p:cNvSpPr/>
              <p:nvPr/>
            </p:nvSpPr>
            <p:spPr>
              <a:xfrm>
                <a:off x="6228754" y="2129902"/>
                <a:ext cx="1911687" cy="1257580"/>
              </a:xfrm>
              <a:custGeom>
                <a:avLst/>
                <a:gdLst/>
                <a:ahLst/>
                <a:cxnLst/>
                <a:rect l="l" t="t" r="r" b="b"/>
                <a:pathLst>
                  <a:path w="32885" h="21633" extrusionOk="0">
                    <a:moveTo>
                      <a:pt x="32309" y="21633"/>
                    </a:moveTo>
                    <a:lnTo>
                      <a:pt x="576" y="21633"/>
                    </a:lnTo>
                    <a:cubicBezTo>
                      <a:pt x="260" y="21633"/>
                      <a:pt x="1" y="21374"/>
                      <a:pt x="1" y="21057"/>
                    </a:cubicBezTo>
                    <a:lnTo>
                      <a:pt x="1" y="576"/>
                    </a:lnTo>
                    <a:cubicBezTo>
                      <a:pt x="1" y="259"/>
                      <a:pt x="260" y="0"/>
                      <a:pt x="576" y="0"/>
                    </a:cubicBezTo>
                    <a:lnTo>
                      <a:pt x="32309" y="0"/>
                    </a:lnTo>
                    <a:cubicBezTo>
                      <a:pt x="32625" y="0"/>
                      <a:pt x="32884" y="259"/>
                      <a:pt x="32884" y="576"/>
                    </a:cubicBezTo>
                    <a:lnTo>
                      <a:pt x="32884" y="21057"/>
                    </a:lnTo>
                    <a:cubicBezTo>
                      <a:pt x="32884" y="21374"/>
                      <a:pt x="32625" y="21633"/>
                      <a:pt x="32309" y="21633"/>
                    </a:cubicBezTo>
                    <a:close/>
                  </a:path>
                </a:pathLst>
              </a:custGeom>
              <a:solidFill>
                <a:srgbClr val="C9C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7">
                <a:extLst>
                  <a:ext uri="{FF2B5EF4-FFF2-40B4-BE49-F238E27FC236}">
                    <a16:creationId xmlns:a16="http://schemas.microsoft.com/office/drawing/2014/main" id="{516CA21F-1330-C80A-5F30-A08E81DA2990}"/>
                  </a:ext>
                </a:extLst>
              </p:cNvPr>
              <p:cNvSpPr/>
              <p:nvPr/>
            </p:nvSpPr>
            <p:spPr>
              <a:xfrm>
                <a:off x="6233463" y="2134553"/>
                <a:ext cx="1901921" cy="1247930"/>
              </a:xfrm>
              <a:custGeom>
                <a:avLst/>
                <a:gdLst/>
                <a:ahLst/>
                <a:cxnLst/>
                <a:rect l="l" t="t" r="r" b="b"/>
                <a:pathLst>
                  <a:path w="32717" h="21467" extrusionOk="0">
                    <a:moveTo>
                      <a:pt x="1" y="20937"/>
                    </a:moveTo>
                    <a:lnTo>
                      <a:pt x="1" y="525"/>
                    </a:lnTo>
                    <a:cubicBezTo>
                      <a:pt x="1" y="237"/>
                      <a:pt x="236" y="1"/>
                      <a:pt x="524" y="1"/>
                    </a:cubicBezTo>
                    <a:lnTo>
                      <a:pt x="32187" y="1"/>
                    </a:lnTo>
                    <a:cubicBezTo>
                      <a:pt x="32475" y="1"/>
                      <a:pt x="32717" y="237"/>
                      <a:pt x="32717" y="525"/>
                    </a:cubicBezTo>
                    <a:lnTo>
                      <a:pt x="32717" y="20937"/>
                    </a:lnTo>
                    <a:cubicBezTo>
                      <a:pt x="32717" y="21225"/>
                      <a:pt x="32475" y="21466"/>
                      <a:pt x="32187" y="21466"/>
                    </a:cubicBezTo>
                    <a:lnTo>
                      <a:pt x="524" y="21466"/>
                    </a:lnTo>
                    <a:cubicBezTo>
                      <a:pt x="231" y="21466"/>
                      <a:pt x="1" y="21225"/>
                      <a:pt x="1" y="209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47">
                <a:extLst>
                  <a:ext uri="{FF2B5EF4-FFF2-40B4-BE49-F238E27FC236}">
                    <a16:creationId xmlns:a16="http://schemas.microsoft.com/office/drawing/2014/main" id="{81F2EF59-0683-FB30-A584-6B5F37AA5512}"/>
                  </a:ext>
                </a:extLst>
              </p:cNvPr>
              <p:cNvSpPr/>
              <p:nvPr/>
            </p:nvSpPr>
            <p:spPr>
              <a:xfrm>
                <a:off x="6339203" y="2238608"/>
                <a:ext cx="1689796" cy="1052547"/>
              </a:xfrm>
              <a:custGeom>
                <a:avLst/>
                <a:gdLst/>
                <a:ahLst/>
                <a:cxnLst/>
                <a:rect l="l" t="t" r="r" b="b"/>
                <a:pathLst>
                  <a:path w="29068" h="18106" extrusionOk="0">
                    <a:moveTo>
                      <a:pt x="0" y="1"/>
                    </a:moveTo>
                    <a:lnTo>
                      <a:pt x="29068" y="1"/>
                    </a:lnTo>
                    <a:lnTo>
                      <a:pt x="29068" y="18105"/>
                    </a:lnTo>
                    <a:lnTo>
                      <a:pt x="0" y="1810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7">
                <a:extLst>
                  <a:ext uri="{FF2B5EF4-FFF2-40B4-BE49-F238E27FC236}">
                    <a16:creationId xmlns:a16="http://schemas.microsoft.com/office/drawing/2014/main" id="{0A9C7979-A41F-C112-04C0-7299A51D3A18}"/>
                  </a:ext>
                </a:extLst>
              </p:cNvPr>
              <p:cNvSpPr/>
              <p:nvPr/>
            </p:nvSpPr>
            <p:spPr>
              <a:xfrm>
                <a:off x="5966524" y="3910297"/>
                <a:ext cx="2435868" cy="92721"/>
              </a:xfrm>
              <a:custGeom>
                <a:avLst/>
                <a:gdLst/>
                <a:ahLst/>
                <a:cxnLst/>
                <a:rect l="l" t="t" r="r" b="b"/>
                <a:pathLst>
                  <a:path w="41902" h="1595" extrusionOk="0">
                    <a:moveTo>
                      <a:pt x="40888" y="1595"/>
                    </a:moveTo>
                    <a:lnTo>
                      <a:pt x="1007" y="1595"/>
                    </a:lnTo>
                    <a:cubicBezTo>
                      <a:pt x="581" y="1595"/>
                      <a:pt x="173" y="1169"/>
                      <a:pt x="92" y="634"/>
                    </a:cubicBezTo>
                    <a:lnTo>
                      <a:pt x="0" y="0"/>
                    </a:lnTo>
                    <a:lnTo>
                      <a:pt x="41901" y="0"/>
                    </a:lnTo>
                    <a:lnTo>
                      <a:pt x="41809" y="634"/>
                    </a:lnTo>
                    <a:cubicBezTo>
                      <a:pt x="41723" y="1169"/>
                      <a:pt x="41314" y="1595"/>
                      <a:pt x="40888" y="159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7">
                <a:extLst>
                  <a:ext uri="{FF2B5EF4-FFF2-40B4-BE49-F238E27FC236}">
                    <a16:creationId xmlns:a16="http://schemas.microsoft.com/office/drawing/2014/main" id="{7923904D-1F00-7232-5516-2A267DFA74A3}"/>
                  </a:ext>
                </a:extLst>
              </p:cNvPr>
              <p:cNvSpPr/>
              <p:nvPr/>
            </p:nvSpPr>
            <p:spPr>
              <a:xfrm>
                <a:off x="5956467" y="3385718"/>
                <a:ext cx="2455575" cy="537377"/>
              </a:xfrm>
              <a:custGeom>
                <a:avLst/>
                <a:gdLst/>
                <a:ahLst/>
                <a:cxnLst/>
                <a:rect l="l" t="t" r="r" b="b"/>
                <a:pathLst>
                  <a:path w="42241" h="9244" extrusionOk="0">
                    <a:moveTo>
                      <a:pt x="41487" y="9243"/>
                    </a:moveTo>
                    <a:lnTo>
                      <a:pt x="754" y="9243"/>
                    </a:lnTo>
                    <a:cubicBezTo>
                      <a:pt x="231" y="9243"/>
                      <a:pt x="1" y="9076"/>
                      <a:pt x="288" y="8581"/>
                    </a:cubicBezTo>
                    <a:lnTo>
                      <a:pt x="4489" y="317"/>
                    </a:lnTo>
                    <a:cubicBezTo>
                      <a:pt x="4604" y="116"/>
                      <a:pt x="4783" y="1"/>
                      <a:pt x="4984" y="1"/>
                    </a:cubicBezTo>
                    <a:lnTo>
                      <a:pt x="37263" y="1"/>
                    </a:lnTo>
                    <a:cubicBezTo>
                      <a:pt x="37464" y="1"/>
                      <a:pt x="37643" y="116"/>
                      <a:pt x="37758" y="317"/>
                    </a:cubicBezTo>
                    <a:lnTo>
                      <a:pt x="41959" y="8576"/>
                    </a:lnTo>
                    <a:cubicBezTo>
                      <a:pt x="42241" y="9076"/>
                      <a:pt x="42011" y="9243"/>
                      <a:pt x="41487" y="9243"/>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7">
                <a:extLst>
                  <a:ext uri="{FF2B5EF4-FFF2-40B4-BE49-F238E27FC236}">
                    <a16:creationId xmlns:a16="http://schemas.microsoft.com/office/drawing/2014/main" id="{BE7FAEA7-EFD6-DCF9-0227-C80744DB90B8}"/>
                  </a:ext>
                </a:extLst>
              </p:cNvPr>
              <p:cNvSpPr/>
              <p:nvPr/>
            </p:nvSpPr>
            <p:spPr>
              <a:xfrm>
                <a:off x="6169228" y="3416876"/>
                <a:ext cx="2030045" cy="256946"/>
              </a:xfrm>
              <a:custGeom>
                <a:avLst/>
                <a:gdLst/>
                <a:ahLst/>
                <a:cxnLst/>
                <a:rect l="l" t="t" r="r" b="b"/>
                <a:pathLst>
                  <a:path w="34921" h="4420" extrusionOk="0">
                    <a:moveTo>
                      <a:pt x="34432" y="4420"/>
                    </a:moveTo>
                    <a:lnTo>
                      <a:pt x="490" y="4420"/>
                    </a:lnTo>
                    <a:cubicBezTo>
                      <a:pt x="196" y="4420"/>
                      <a:pt x="1" y="4328"/>
                      <a:pt x="58" y="4218"/>
                    </a:cubicBezTo>
                    <a:lnTo>
                      <a:pt x="2032" y="161"/>
                    </a:lnTo>
                    <a:cubicBezTo>
                      <a:pt x="2072" y="75"/>
                      <a:pt x="2320" y="0"/>
                      <a:pt x="2579" y="0"/>
                    </a:cubicBezTo>
                    <a:lnTo>
                      <a:pt x="32366" y="0"/>
                    </a:lnTo>
                    <a:cubicBezTo>
                      <a:pt x="32625" y="0"/>
                      <a:pt x="32866" y="75"/>
                      <a:pt x="32912" y="161"/>
                    </a:cubicBezTo>
                    <a:lnTo>
                      <a:pt x="34881" y="4218"/>
                    </a:lnTo>
                    <a:cubicBezTo>
                      <a:pt x="34921" y="4328"/>
                      <a:pt x="34725" y="4420"/>
                      <a:pt x="34432" y="442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5" name="Google Shape;835;p47">
                <a:extLst>
                  <a:ext uri="{FF2B5EF4-FFF2-40B4-BE49-F238E27FC236}">
                    <a16:creationId xmlns:a16="http://schemas.microsoft.com/office/drawing/2014/main" id="{2D27FA5E-9A6E-4ABF-00E9-B00A8FDE34B3}"/>
                  </a:ext>
                </a:extLst>
              </p:cNvPr>
              <p:cNvGrpSpPr/>
              <p:nvPr/>
            </p:nvGrpSpPr>
            <p:grpSpPr>
              <a:xfrm>
                <a:off x="6239159" y="3429258"/>
                <a:ext cx="1890236" cy="221485"/>
                <a:chOff x="6239159" y="3429258"/>
                <a:chExt cx="1890236" cy="221485"/>
              </a:xfrm>
            </p:grpSpPr>
            <p:sp>
              <p:nvSpPr>
                <p:cNvPr id="836" name="Google Shape;836;p47">
                  <a:extLst>
                    <a:ext uri="{FF2B5EF4-FFF2-40B4-BE49-F238E27FC236}">
                      <a16:creationId xmlns:a16="http://schemas.microsoft.com/office/drawing/2014/main" id="{7D7A4120-9648-2BF3-5BCE-34398FBC8AFF}"/>
                    </a:ext>
                  </a:extLst>
                </p:cNvPr>
                <p:cNvSpPr/>
                <p:nvPr/>
              </p:nvSpPr>
              <p:spPr>
                <a:xfrm>
                  <a:off x="6239508" y="3431932"/>
                  <a:ext cx="1888841" cy="218811"/>
                </a:xfrm>
                <a:custGeom>
                  <a:avLst/>
                  <a:gdLst/>
                  <a:ahLst/>
                  <a:cxnLst/>
                  <a:rect l="l" t="t" r="r" b="b"/>
                  <a:pathLst>
                    <a:path w="32492" h="3764" extrusionOk="0">
                      <a:moveTo>
                        <a:pt x="2860" y="248"/>
                      </a:moveTo>
                      <a:lnTo>
                        <a:pt x="1801" y="248"/>
                      </a:lnTo>
                      <a:cubicBezTo>
                        <a:pt x="1681" y="248"/>
                        <a:pt x="1600" y="213"/>
                        <a:pt x="1611" y="173"/>
                      </a:cubicBezTo>
                      <a:lnTo>
                        <a:pt x="1658" y="81"/>
                      </a:lnTo>
                      <a:cubicBezTo>
                        <a:pt x="1681" y="40"/>
                        <a:pt x="1784" y="12"/>
                        <a:pt x="1911" y="12"/>
                      </a:cubicBezTo>
                      <a:lnTo>
                        <a:pt x="2958" y="12"/>
                      </a:lnTo>
                      <a:cubicBezTo>
                        <a:pt x="3079" y="12"/>
                        <a:pt x="3160" y="46"/>
                        <a:pt x="3148" y="81"/>
                      </a:cubicBezTo>
                      <a:lnTo>
                        <a:pt x="3102" y="173"/>
                      </a:lnTo>
                      <a:cubicBezTo>
                        <a:pt x="3085" y="213"/>
                        <a:pt x="2981" y="248"/>
                        <a:pt x="2860" y="248"/>
                      </a:cubicBezTo>
                      <a:close/>
                      <a:moveTo>
                        <a:pt x="5087" y="0"/>
                      </a:moveTo>
                      <a:lnTo>
                        <a:pt x="4040" y="0"/>
                      </a:lnTo>
                      <a:cubicBezTo>
                        <a:pt x="3913" y="0"/>
                        <a:pt x="3810" y="40"/>
                        <a:pt x="3793" y="75"/>
                      </a:cubicBezTo>
                      <a:lnTo>
                        <a:pt x="3758" y="167"/>
                      </a:lnTo>
                      <a:cubicBezTo>
                        <a:pt x="3741" y="213"/>
                        <a:pt x="3827" y="242"/>
                        <a:pt x="3942" y="242"/>
                      </a:cubicBezTo>
                      <a:lnTo>
                        <a:pt x="5001" y="242"/>
                      </a:lnTo>
                      <a:cubicBezTo>
                        <a:pt x="5122" y="242"/>
                        <a:pt x="5231" y="202"/>
                        <a:pt x="5243" y="167"/>
                      </a:cubicBezTo>
                      <a:lnTo>
                        <a:pt x="5283" y="75"/>
                      </a:lnTo>
                      <a:cubicBezTo>
                        <a:pt x="5289" y="29"/>
                        <a:pt x="5202" y="0"/>
                        <a:pt x="5087" y="0"/>
                      </a:cubicBezTo>
                      <a:close/>
                      <a:moveTo>
                        <a:pt x="7211" y="0"/>
                      </a:moveTo>
                      <a:lnTo>
                        <a:pt x="6169" y="0"/>
                      </a:lnTo>
                      <a:cubicBezTo>
                        <a:pt x="6043" y="0"/>
                        <a:pt x="5945" y="40"/>
                        <a:pt x="5928" y="75"/>
                      </a:cubicBezTo>
                      <a:lnTo>
                        <a:pt x="5899" y="167"/>
                      </a:lnTo>
                      <a:cubicBezTo>
                        <a:pt x="5887" y="213"/>
                        <a:pt x="5974" y="242"/>
                        <a:pt x="6094" y="242"/>
                      </a:cubicBezTo>
                      <a:lnTo>
                        <a:pt x="7153" y="242"/>
                      </a:lnTo>
                      <a:cubicBezTo>
                        <a:pt x="7274" y="242"/>
                        <a:pt x="7372" y="202"/>
                        <a:pt x="7389" y="167"/>
                      </a:cubicBezTo>
                      <a:lnTo>
                        <a:pt x="7418" y="75"/>
                      </a:lnTo>
                      <a:cubicBezTo>
                        <a:pt x="7418" y="29"/>
                        <a:pt x="7332" y="0"/>
                        <a:pt x="7211" y="0"/>
                      </a:cubicBezTo>
                      <a:close/>
                      <a:moveTo>
                        <a:pt x="9340" y="0"/>
                      </a:moveTo>
                      <a:lnTo>
                        <a:pt x="8287" y="0"/>
                      </a:lnTo>
                      <a:cubicBezTo>
                        <a:pt x="8166" y="0"/>
                        <a:pt x="8068" y="40"/>
                        <a:pt x="8051" y="75"/>
                      </a:cubicBezTo>
                      <a:lnTo>
                        <a:pt x="8028" y="167"/>
                      </a:lnTo>
                      <a:cubicBezTo>
                        <a:pt x="8022" y="213"/>
                        <a:pt x="8109" y="242"/>
                        <a:pt x="8230" y="242"/>
                      </a:cubicBezTo>
                      <a:lnTo>
                        <a:pt x="9288" y="242"/>
                      </a:lnTo>
                      <a:cubicBezTo>
                        <a:pt x="9409" y="242"/>
                        <a:pt x="9513" y="202"/>
                        <a:pt x="9519" y="167"/>
                      </a:cubicBezTo>
                      <a:lnTo>
                        <a:pt x="9542" y="75"/>
                      </a:lnTo>
                      <a:cubicBezTo>
                        <a:pt x="9547" y="29"/>
                        <a:pt x="9455" y="0"/>
                        <a:pt x="9340" y="0"/>
                      </a:cubicBezTo>
                      <a:close/>
                      <a:moveTo>
                        <a:pt x="11464" y="0"/>
                      </a:moveTo>
                      <a:lnTo>
                        <a:pt x="10411" y="0"/>
                      </a:lnTo>
                      <a:cubicBezTo>
                        <a:pt x="10290" y="0"/>
                        <a:pt x="10186" y="40"/>
                        <a:pt x="10180" y="75"/>
                      </a:cubicBezTo>
                      <a:lnTo>
                        <a:pt x="10157" y="167"/>
                      </a:lnTo>
                      <a:cubicBezTo>
                        <a:pt x="10152" y="213"/>
                        <a:pt x="10244" y="242"/>
                        <a:pt x="10359" y="242"/>
                      </a:cubicBezTo>
                      <a:lnTo>
                        <a:pt x="11418" y="242"/>
                      </a:lnTo>
                      <a:cubicBezTo>
                        <a:pt x="11539" y="242"/>
                        <a:pt x="11642" y="202"/>
                        <a:pt x="11648" y="167"/>
                      </a:cubicBezTo>
                      <a:lnTo>
                        <a:pt x="11659" y="75"/>
                      </a:lnTo>
                      <a:cubicBezTo>
                        <a:pt x="11677" y="29"/>
                        <a:pt x="11585" y="0"/>
                        <a:pt x="11464" y="0"/>
                      </a:cubicBezTo>
                      <a:close/>
                      <a:moveTo>
                        <a:pt x="13587" y="0"/>
                      </a:moveTo>
                      <a:lnTo>
                        <a:pt x="12540" y="0"/>
                      </a:lnTo>
                      <a:cubicBezTo>
                        <a:pt x="12419" y="0"/>
                        <a:pt x="12315" y="40"/>
                        <a:pt x="12315" y="75"/>
                      </a:cubicBezTo>
                      <a:lnTo>
                        <a:pt x="12304" y="167"/>
                      </a:lnTo>
                      <a:cubicBezTo>
                        <a:pt x="12298" y="213"/>
                        <a:pt x="12390" y="242"/>
                        <a:pt x="12511" y="242"/>
                      </a:cubicBezTo>
                      <a:lnTo>
                        <a:pt x="13570" y="242"/>
                      </a:lnTo>
                      <a:cubicBezTo>
                        <a:pt x="13691" y="242"/>
                        <a:pt x="13794" y="202"/>
                        <a:pt x="13794" y="167"/>
                      </a:cubicBezTo>
                      <a:lnTo>
                        <a:pt x="13800" y="75"/>
                      </a:lnTo>
                      <a:cubicBezTo>
                        <a:pt x="13800" y="29"/>
                        <a:pt x="13708" y="0"/>
                        <a:pt x="13587" y="0"/>
                      </a:cubicBezTo>
                      <a:close/>
                      <a:moveTo>
                        <a:pt x="15711" y="0"/>
                      </a:moveTo>
                      <a:lnTo>
                        <a:pt x="14663" y="0"/>
                      </a:lnTo>
                      <a:cubicBezTo>
                        <a:pt x="14543" y="0"/>
                        <a:pt x="14445" y="40"/>
                        <a:pt x="14439" y="75"/>
                      </a:cubicBezTo>
                      <a:lnTo>
                        <a:pt x="14433" y="167"/>
                      </a:lnTo>
                      <a:cubicBezTo>
                        <a:pt x="14433" y="213"/>
                        <a:pt x="14525" y="242"/>
                        <a:pt x="14646" y="242"/>
                      </a:cubicBezTo>
                      <a:lnTo>
                        <a:pt x="15705" y="242"/>
                      </a:lnTo>
                      <a:cubicBezTo>
                        <a:pt x="15826" y="242"/>
                        <a:pt x="15924" y="202"/>
                        <a:pt x="15924" y="167"/>
                      </a:cubicBezTo>
                      <a:lnTo>
                        <a:pt x="15924" y="75"/>
                      </a:lnTo>
                      <a:cubicBezTo>
                        <a:pt x="15929" y="29"/>
                        <a:pt x="15837" y="0"/>
                        <a:pt x="15711" y="0"/>
                      </a:cubicBezTo>
                      <a:close/>
                      <a:moveTo>
                        <a:pt x="17834" y="0"/>
                      </a:moveTo>
                      <a:lnTo>
                        <a:pt x="16787" y="0"/>
                      </a:lnTo>
                      <a:cubicBezTo>
                        <a:pt x="16660" y="0"/>
                        <a:pt x="16568" y="40"/>
                        <a:pt x="16568" y="75"/>
                      </a:cubicBezTo>
                      <a:lnTo>
                        <a:pt x="16568" y="167"/>
                      </a:lnTo>
                      <a:cubicBezTo>
                        <a:pt x="16568" y="213"/>
                        <a:pt x="16672" y="242"/>
                        <a:pt x="16787" y="242"/>
                      </a:cubicBezTo>
                      <a:lnTo>
                        <a:pt x="17840" y="242"/>
                      </a:lnTo>
                      <a:cubicBezTo>
                        <a:pt x="17961" y="242"/>
                        <a:pt x="18059" y="202"/>
                        <a:pt x="18059" y="167"/>
                      </a:cubicBezTo>
                      <a:lnTo>
                        <a:pt x="18047" y="75"/>
                      </a:lnTo>
                      <a:cubicBezTo>
                        <a:pt x="18059" y="29"/>
                        <a:pt x="17955" y="0"/>
                        <a:pt x="17834" y="0"/>
                      </a:cubicBezTo>
                      <a:close/>
                      <a:moveTo>
                        <a:pt x="19964" y="0"/>
                      </a:moveTo>
                      <a:lnTo>
                        <a:pt x="18916" y="0"/>
                      </a:lnTo>
                      <a:cubicBezTo>
                        <a:pt x="18790" y="0"/>
                        <a:pt x="18698" y="40"/>
                        <a:pt x="18703" y="75"/>
                      </a:cubicBezTo>
                      <a:lnTo>
                        <a:pt x="18715" y="167"/>
                      </a:lnTo>
                      <a:cubicBezTo>
                        <a:pt x="18715" y="213"/>
                        <a:pt x="18813" y="242"/>
                        <a:pt x="18933" y="242"/>
                      </a:cubicBezTo>
                      <a:lnTo>
                        <a:pt x="19992" y="242"/>
                      </a:lnTo>
                      <a:cubicBezTo>
                        <a:pt x="20113" y="242"/>
                        <a:pt x="20211" y="202"/>
                        <a:pt x="20200" y="167"/>
                      </a:cubicBezTo>
                      <a:lnTo>
                        <a:pt x="20188" y="75"/>
                      </a:lnTo>
                      <a:cubicBezTo>
                        <a:pt x="20182" y="29"/>
                        <a:pt x="20079" y="0"/>
                        <a:pt x="19964" y="0"/>
                      </a:cubicBezTo>
                      <a:close/>
                      <a:moveTo>
                        <a:pt x="22087" y="0"/>
                      </a:moveTo>
                      <a:lnTo>
                        <a:pt x="21034" y="0"/>
                      </a:lnTo>
                      <a:cubicBezTo>
                        <a:pt x="20913" y="0"/>
                        <a:pt x="20827" y="40"/>
                        <a:pt x="20827" y="75"/>
                      </a:cubicBezTo>
                      <a:lnTo>
                        <a:pt x="20844" y="167"/>
                      </a:lnTo>
                      <a:cubicBezTo>
                        <a:pt x="20850" y="213"/>
                        <a:pt x="20948" y="242"/>
                        <a:pt x="21074" y="242"/>
                      </a:cubicBezTo>
                      <a:lnTo>
                        <a:pt x="22127" y="242"/>
                      </a:lnTo>
                      <a:cubicBezTo>
                        <a:pt x="22248" y="242"/>
                        <a:pt x="22340" y="202"/>
                        <a:pt x="22329" y="167"/>
                      </a:cubicBezTo>
                      <a:lnTo>
                        <a:pt x="22306" y="75"/>
                      </a:lnTo>
                      <a:cubicBezTo>
                        <a:pt x="22312" y="29"/>
                        <a:pt x="22208" y="0"/>
                        <a:pt x="22087" y="0"/>
                      </a:cubicBezTo>
                      <a:close/>
                      <a:moveTo>
                        <a:pt x="24216" y="0"/>
                      </a:moveTo>
                      <a:lnTo>
                        <a:pt x="23163" y="0"/>
                      </a:lnTo>
                      <a:cubicBezTo>
                        <a:pt x="23042" y="0"/>
                        <a:pt x="22956" y="40"/>
                        <a:pt x="22962" y="75"/>
                      </a:cubicBezTo>
                      <a:lnTo>
                        <a:pt x="22985" y="167"/>
                      </a:lnTo>
                      <a:cubicBezTo>
                        <a:pt x="22991" y="213"/>
                        <a:pt x="23100" y="242"/>
                        <a:pt x="23215" y="242"/>
                      </a:cubicBezTo>
                      <a:lnTo>
                        <a:pt x="24274" y="242"/>
                      </a:lnTo>
                      <a:cubicBezTo>
                        <a:pt x="24395" y="242"/>
                        <a:pt x="24481" y="202"/>
                        <a:pt x="24475" y="167"/>
                      </a:cubicBezTo>
                      <a:lnTo>
                        <a:pt x="24452" y="75"/>
                      </a:lnTo>
                      <a:cubicBezTo>
                        <a:pt x="24441" y="29"/>
                        <a:pt x="24332" y="0"/>
                        <a:pt x="24216" y="0"/>
                      </a:cubicBezTo>
                      <a:close/>
                      <a:moveTo>
                        <a:pt x="26340" y="0"/>
                      </a:moveTo>
                      <a:lnTo>
                        <a:pt x="25287" y="0"/>
                      </a:lnTo>
                      <a:cubicBezTo>
                        <a:pt x="25166" y="0"/>
                        <a:pt x="25080" y="40"/>
                        <a:pt x="25091" y="75"/>
                      </a:cubicBezTo>
                      <a:lnTo>
                        <a:pt x="25120" y="167"/>
                      </a:lnTo>
                      <a:cubicBezTo>
                        <a:pt x="25137" y="213"/>
                        <a:pt x="25235" y="242"/>
                        <a:pt x="25362" y="242"/>
                      </a:cubicBezTo>
                      <a:lnTo>
                        <a:pt x="26415" y="242"/>
                      </a:lnTo>
                      <a:cubicBezTo>
                        <a:pt x="26541" y="242"/>
                        <a:pt x="26628" y="202"/>
                        <a:pt x="26610" y="167"/>
                      </a:cubicBezTo>
                      <a:lnTo>
                        <a:pt x="26582" y="75"/>
                      </a:lnTo>
                      <a:cubicBezTo>
                        <a:pt x="26570" y="29"/>
                        <a:pt x="26461" y="0"/>
                        <a:pt x="26340" y="0"/>
                      </a:cubicBezTo>
                      <a:close/>
                      <a:moveTo>
                        <a:pt x="28469" y="0"/>
                      </a:moveTo>
                      <a:lnTo>
                        <a:pt x="27416" y="0"/>
                      </a:lnTo>
                      <a:cubicBezTo>
                        <a:pt x="27295" y="0"/>
                        <a:pt x="27215" y="40"/>
                        <a:pt x="27220" y="75"/>
                      </a:cubicBezTo>
                      <a:lnTo>
                        <a:pt x="27261" y="167"/>
                      </a:lnTo>
                      <a:cubicBezTo>
                        <a:pt x="27272" y="213"/>
                        <a:pt x="27382" y="242"/>
                        <a:pt x="27502" y="242"/>
                      </a:cubicBezTo>
                      <a:lnTo>
                        <a:pt x="28561" y="242"/>
                      </a:lnTo>
                      <a:cubicBezTo>
                        <a:pt x="28682" y="242"/>
                        <a:pt x="28763" y="202"/>
                        <a:pt x="28745" y="167"/>
                      </a:cubicBezTo>
                      <a:lnTo>
                        <a:pt x="28711" y="75"/>
                      </a:lnTo>
                      <a:cubicBezTo>
                        <a:pt x="28688" y="29"/>
                        <a:pt x="28584" y="0"/>
                        <a:pt x="28469" y="0"/>
                      </a:cubicBezTo>
                      <a:close/>
                      <a:moveTo>
                        <a:pt x="30587" y="0"/>
                      </a:moveTo>
                      <a:lnTo>
                        <a:pt x="29540" y="0"/>
                      </a:lnTo>
                      <a:cubicBezTo>
                        <a:pt x="29419" y="0"/>
                        <a:pt x="29338" y="40"/>
                        <a:pt x="29350" y="75"/>
                      </a:cubicBezTo>
                      <a:lnTo>
                        <a:pt x="29396" y="167"/>
                      </a:lnTo>
                      <a:cubicBezTo>
                        <a:pt x="29407" y="213"/>
                        <a:pt x="29522" y="242"/>
                        <a:pt x="29637" y="242"/>
                      </a:cubicBezTo>
                      <a:lnTo>
                        <a:pt x="30696" y="242"/>
                      </a:lnTo>
                      <a:cubicBezTo>
                        <a:pt x="30817" y="242"/>
                        <a:pt x="30898" y="202"/>
                        <a:pt x="30886" y="167"/>
                      </a:cubicBezTo>
                      <a:lnTo>
                        <a:pt x="30840" y="75"/>
                      </a:lnTo>
                      <a:cubicBezTo>
                        <a:pt x="30817" y="29"/>
                        <a:pt x="30714" y="0"/>
                        <a:pt x="30587" y="0"/>
                      </a:cubicBezTo>
                      <a:close/>
                      <a:moveTo>
                        <a:pt x="2751" y="391"/>
                      </a:moveTo>
                      <a:lnTo>
                        <a:pt x="1744" y="391"/>
                      </a:lnTo>
                      <a:cubicBezTo>
                        <a:pt x="1623" y="391"/>
                        <a:pt x="1514" y="426"/>
                        <a:pt x="1491" y="460"/>
                      </a:cubicBezTo>
                      <a:lnTo>
                        <a:pt x="1335" y="817"/>
                      </a:lnTo>
                      <a:cubicBezTo>
                        <a:pt x="1312" y="858"/>
                        <a:pt x="1399" y="892"/>
                        <a:pt x="1519" y="892"/>
                      </a:cubicBezTo>
                      <a:lnTo>
                        <a:pt x="2550" y="892"/>
                      </a:lnTo>
                      <a:cubicBezTo>
                        <a:pt x="2670" y="892"/>
                        <a:pt x="2785" y="858"/>
                        <a:pt x="2803" y="817"/>
                      </a:cubicBezTo>
                      <a:lnTo>
                        <a:pt x="2947" y="460"/>
                      </a:lnTo>
                      <a:cubicBezTo>
                        <a:pt x="2952" y="420"/>
                        <a:pt x="2872" y="391"/>
                        <a:pt x="2751" y="391"/>
                      </a:cubicBezTo>
                      <a:close/>
                      <a:moveTo>
                        <a:pt x="4828" y="391"/>
                      </a:moveTo>
                      <a:lnTo>
                        <a:pt x="3821" y="391"/>
                      </a:lnTo>
                      <a:cubicBezTo>
                        <a:pt x="3700" y="391"/>
                        <a:pt x="3591" y="426"/>
                        <a:pt x="3580" y="460"/>
                      </a:cubicBezTo>
                      <a:lnTo>
                        <a:pt x="3442" y="817"/>
                      </a:lnTo>
                      <a:cubicBezTo>
                        <a:pt x="3424" y="858"/>
                        <a:pt x="3511" y="892"/>
                        <a:pt x="3631" y="892"/>
                      </a:cubicBezTo>
                      <a:lnTo>
                        <a:pt x="4662" y="892"/>
                      </a:lnTo>
                      <a:cubicBezTo>
                        <a:pt x="4782" y="892"/>
                        <a:pt x="4892" y="858"/>
                        <a:pt x="4915" y="817"/>
                      </a:cubicBezTo>
                      <a:lnTo>
                        <a:pt x="5036" y="460"/>
                      </a:lnTo>
                      <a:cubicBezTo>
                        <a:pt x="5036" y="420"/>
                        <a:pt x="4949" y="391"/>
                        <a:pt x="4828" y="391"/>
                      </a:cubicBezTo>
                      <a:close/>
                      <a:moveTo>
                        <a:pt x="6906" y="391"/>
                      </a:moveTo>
                      <a:lnTo>
                        <a:pt x="5899" y="391"/>
                      </a:lnTo>
                      <a:cubicBezTo>
                        <a:pt x="5778" y="391"/>
                        <a:pt x="5669" y="426"/>
                        <a:pt x="5657" y="460"/>
                      </a:cubicBezTo>
                      <a:lnTo>
                        <a:pt x="5542" y="817"/>
                      </a:lnTo>
                      <a:cubicBezTo>
                        <a:pt x="5525" y="858"/>
                        <a:pt x="5611" y="892"/>
                        <a:pt x="5738" y="892"/>
                      </a:cubicBezTo>
                      <a:lnTo>
                        <a:pt x="6762" y="892"/>
                      </a:lnTo>
                      <a:cubicBezTo>
                        <a:pt x="6889" y="892"/>
                        <a:pt x="6992" y="858"/>
                        <a:pt x="7009" y="817"/>
                      </a:cubicBezTo>
                      <a:lnTo>
                        <a:pt x="7107" y="460"/>
                      </a:lnTo>
                      <a:cubicBezTo>
                        <a:pt x="7113" y="420"/>
                        <a:pt x="7021" y="391"/>
                        <a:pt x="6906" y="391"/>
                      </a:cubicBezTo>
                      <a:close/>
                      <a:moveTo>
                        <a:pt x="8978" y="391"/>
                      </a:moveTo>
                      <a:lnTo>
                        <a:pt x="7971" y="391"/>
                      </a:lnTo>
                      <a:cubicBezTo>
                        <a:pt x="7850" y="391"/>
                        <a:pt x="7740" y="426"/>
                        <a:pt x="7735" y="460"/>
                      </a:cubicBezTo>
                      <a:lnTo>
                        <a:pt x="7643" y="817"/>
                      </a:lnTo>
                      <a:cubicBezTo>
                        <a:pt x="7625" y="858"/>
                        <a:pt x="7717" y="892"/>
                        <a:pt x="7844" y="892"/>
                      </a:cubicBezTo>
                      <a:lnTo>
                        <a:pt x="8874" y="892"/>
                      </a:lnTo>
                      <a:cubicBezTo>
                        <a:pt x="8995" y="892"/>
                        <a:pt x="9098" y="858"/>
                        <a:pt x="9110" y="817"/>
                      </a:cubicBezTo>
                      <a:lnTo>
                        <a:pt x="9191" y="460"/>
                      </a:lnTo>
                      <a:cubicBezTo>
                        <a:pt x="9196" y="420"/>
                        <a:pt x="9104" y="391"/>
                        <a:pt x="8978" y="391"/>
                      </a:cubicBezTo>
                      <a:close/>
                      <a:moveTo>
                        <a:pt x="11061" y="391"/>
                      </a:moveTo>
                      <a:lnTo>
                        <a:pt x="10054" y="391"/>
                      </a:lnTo>
                      <a:cubicBezTo>
                        <a:pt x="9927" y="391"/>
                        <a:pt x="9829" y="426"/>
                        <a:pt x="9824" y="460"/>
                      </a:cubicBezTo>
                      <a:lnTo>
                        <a:pt x="9749" y="817"/>
                      </a:lnTo>
                      <a:cubicBezTo>
                        <a:pt x="9743" y="858"/>
                        <a:pt x="9835" y="892"/>
                        <a:pt x="9956" y="892"/>
                      </a:cubicBezTo>
                      <a:lnTo>
                        <a:pt x="10986" y="892"/>
                      </a:lnTo>
                      <a:cubicBezTo>
                        <a:pt x="11107" y="892"/>
                        <a:pt x="11216" y="858"/>
                        <a:pt x="11216" y="817"/>
                      </a:cubicBezTo>
                      <a:lnTo>
                        <a:pt x="11274" y="460"/>
                      </a:lnTo>
                      <a:cubicBezTo>
                        <a:pt x="11274" y="420"/>
                        <a:pt x="11182" y="391"/>
                        <a:pt x="11061" y="391"/>
                      </a:cubicBezTo>
                      <a:close/>
                      <a:moveTo>
                        <a:pt x="13138" y="391"/>
                      </a:moveTo>
                      <a:lnTo>
                        <a:pt x="12131" y="391"/>
                      </a:lnTo>
                      <a:cubicBezTo>
                        <a:pt x="12010" y="391"/>
                        <a:pt x="11907" y="426"/>
                        <a:pt x="11901" y="460"/>
                      </a:cubicBezTo>
                      <a:lnTo>
                        <a:pt x="11849" y="817"/>
                      </a:lnTo>
                      <a:cubicBezTo>
                        <a:pt x="11844" y="858"/>
                        <a:pt x="11936" y="892"/>
                        <a:pt x="12056" y="892"/>
                      </a:cubicBezTo>
                      <a:lnTo>
                        <a:pt x="13087" y="892"/>
                      </a:lnTo>
                      <a:cubicBezTo>
                        <a:pt x="13207" y="892"/>
                        <a:pt x="13311" y="858"/>
                        <a:pt x="13317" y="817"/>
                      </a:cubicBezTo>
                      <a:lnTo>
                        <a:pt x="13346" y="460"/>
                      </a:lnTo>
                      <a:cubicBezTo>
                        <a:pt x="13351" y="420"/>
                        <a:pt x="13259" y="391"/>
                        <a:pt x="13138" y="391"/>
                      </a:cubicBezTo>
                      <a:close/>
                      <a:moveTo>
                        <a:pt x="15216" y="391"/>
                      </a:moveTo>
                      <a:lnTo>
                        <a:pt x="14209" y="391"/>
                      </a:lnTo>
                      <a:cubicBezTo>
                        <a:pt x="14088" y="391"/>
                        <a:pt x="13984" y="426"/>
                        <a:pt x="13984" y="460"/>
                      </a:cubicBezTo>
                      <a:lnTo>
                        <a:pt x="13967" y="817"/>
                      </a:lnTo>
                      <a:cubicBezTo>
                        <a:pt x="13967" y="858"/>
                        <a:pt x="14059" y="892"/>
                        <a:pt x="14180" y="892"/>
                      </a:cubicBezTo>
                      <a:lnTo>
                        <a:pt x="15210" y="892"/>
                      </a:lnTo>
                      <a:cubicBezTo>
                        <a:pt x="15331" y="892"/>
                        <a:pt x="15435" y="858"/>
                        <a:pt x="15435" y="817"/>
                      </a:cubicBezTo>
                      <a:lnTo>
                        <a:pt x="15440" y="460"/>
                      </a:lnTo>
                      <a:cubicBezTo>
                        <a:pt x="15435" y="420"/>
                        <a:pt x="15337" y="391"/>
                        <a:pt x="15216" y="391"/>
                      </a:cubicBezTo>
                      <a:close/>
                      <a:moveTo>
                        <a:pt x="17293" y="391"/>
                      </a:moveTo>
                      <a:lnTo>
                        <a:pt x="16286" y="391"/>
                      </a:lnTo>
                      <a:cubicBezTo>
                        <a:pt x="16165" y="391"/>
                        <a:pt x="16073" y="426"/>
                        <a:pt x="16073" y="460"/>
                      </a:cubicBezTo>
                      <a:lnTo>
                        <a:pt x="16073" y="817"/>
                      </a:lnTo>
                      <a:cubicBezTo>
                        <a:pt x="16073" y="858"/>
                        <a:pt x="16171" y="892"/>
                        <a:pt x="16292" y="892"/>
                      </a:cubicBezTo>
                      <a:lnTo>
                        <a:pt x="17322" y="892"/>
                      </a:lnTo>
                      <a:cubicBezTo>
                        <a:pt x="17443" y="892"/>
                        <a:pt x="17547" y="858"/>
                        <a:pt x="17541" y="817"/>
                      </a:cubicBezTo>
                      <a:lnTo>
                        <a:pt x="17524" y="460"/>
                      </a:lnTo>
                      <a:cubicBezTo>
                        <a:pt x="17512" y="420"/>
                        <a:pt x="17408" y="391"/>
                        <a:pt x="17293" y="391"/>
                      </a:cubicBezTo>
                      <a:close/>
                      <a:moveTo>
                        <a:pt x="19377" y="391"/>
                      </a:moveTo>
                      <a:lnTo>
                        <a:pt x="18370" y="391"/>
                      </a:lnTo>
                      <a:cubicBezTo>
                        <a:pt x="18243" y="391"/>
                        <a:pt x="18151" y="426"/>
                        <a:pt x="18151" y="460"/>
                      </a:cubicBezTo>
                      <a:lnTo>
                        <a:pt x="18174" y="817"/>
                      </a:lnTo>
                      <a:cubicBezTo>
                        <a:pt x="18174" y="858"/>
                        <a:pt x="18272" y="892"/>
                        <a:pt x="18398" y="892"/>
                      </a:cubicBezTo>
                      <a:lnTo>
                        <a:pt x="19423" y="892"/>
                      </a:lnTo>
                      <a:cubicBezTo>
                        <a:pt x="19549" y="892"/>
                        <a:pt x="19641" y="858"/>
                        <a:pt x="19641" y="817"/>
                      </a:cubicBezTo>
                      <a:lnTo>
                        <a:pt x="19607" y="460"/>
                      </a:lnTo>
                      <a:cubicBezTo>
                        <a:pt x="19590" y="420"/>
                        <a:pt x="19492" y="391"/>
                        <a:pt x="19377" y="391"/>
                      </a:cubicBezTo>
                      <a:close/>
                      <a:moveTo>
                        <a:pt x="21448" y="391"/>
                      </a:moveTo>
                      <a:lnTo>
                        <a:pt x="20441" y="391"/>
                      </a:lnTo>
                      <a:cubicBezTo>
                        <a:pt x="20315" y="391"/>
                        <a:pt x="20223" y="426"/>
                        <a:pt x="20228" y="460"/>
                      </a:cubicBezTo>
                      <a:lnTo>
                        <a:pt x="20274" y="817"/>
                      </a:lnTo>
                      <a:cubicBezTo>
                        <a:pt x="20280" y="858"/>
                        <a:pt x="20384" y="892"/>
                        <a:pt x="20505" y="892"/>
                      </a:cubicBezTo>
                      <a:lnTo>
                        <a:pt x="21535" y="892"/>
                      </a:lnTo>
                      <a:cubicBezTo>
                        <a:pt x="21656" y="892"/>
                        <a:pt x="21748" y="858"/>
                        <a:pt x="21742" y="817"/>
                      </a:cubicBezTo>
                      <a:lnTo>
                        <a:pt x="21684" y="460"/>
                      </a:lnTo>
                      <a:cubicBezTo>
                        <a:pt x="21679" y="420"/>
                        <a:pt x="21569" y="391"/>
                        <a:pt x="21448" y="391"/>
                      </a:cubicBezTo>
                      <a:close/>
                      <a:moveTo>
                        <a:pt x="23526" y="391"/>
                      </a:moveTo>
                      <a:lnTo>
                        <a:pt x="22519" y="391"/>
                      </a:lnTo>
                      <a:cubicBezTo>
                        <a:pt x="22398" y="391"/>
                        <a:pt x="22312" y="426"/>
                        <a:pt x="22317" y="460"/>
                      </a:cubicBezTo>
                      <a:lnTo>
                        <a:pt x="22381" y="817"/>
                      </a:lnTo>
                      <a:cubicBezTo>
                        <a:pt x="22386" y="858"/>
                        <a:pt x="22496" y="892"/>
                        <a:pt x="22617" y="892"/>
                      </a:cubicBezTo>
                      <a:lnTo>
                        <a:pt x="23647" y="892"/>
                      </a:lnTo>
                      <a:cubicBezTo>
                        <a:pt x="23768" y="892"/>
                        <a:pt x="23865" y="858"/>
                        <a:pt x="23848" y="817"/>
                      </a:cubicBezTo>
                      <a:lnTo>
                        <a:pt x="23768" y="460"/>
                      </a:lnTo>
                      <a:cubicBezTo>
                        <a:pt x="23756" y="420"/>
                        <a:pt x="23647" y="391"/>
                        <a:pt x="23526" y="391"/>
                      </a:cubicBezTo>
                      <a:close/>
                      <a:moveTo>
                        <a:pt x="25603" y="391"/>
                      </a:moveTo>
                      <a:lnTo>
                        <a:pt x="24596" y="391"/>
                      </a:lnTo>
                      <a:cubicBezTo>
                        <a:pt x="24475" y="391"/>
                        <a:pt x="24389" y="426"/>
                        <a:pt x="24395" y="460"/>
                      </a:cubicBezTo>
                      <a:lnTo>
                        <a:pt x="24481" y="817"/>
                      </a:lnTo>
                      <a:cubicBezTo>
                        <a:pt x="24487" y="858"/>
                        <a:pt x="24596" y="892"/>
                        <a:pt x="24723" y="892"/>
                      </a:cubicBezTo>
                      <a:lnTo>
                        <a:pt x="25753" y="892"/>
                      </a:lnTo>
                      <a:cubicBezTo>
                        <a:pt x="25874" y="892"/>
                        <a:pt x="25966" y="858"/>
                        <a:pt x="25954" y="817"/>
                      </a:cubicBezTo>
                      <a:lnTo>
                        <a:pt x="25857" y="460"/>
                      </a:lnTo>
                      <a:cubicBezTo>
                        <a:pt x="25834" y="420"/>
                        <a:pt x="25724" y="391"/>
                        <a:pt x="25603" y="391"/>
                      </a:cubicBezTo>
                      <a:close/>
                      <a:moveTo>
                        <a:pt x="27681" y="391"/>
                      </a:moveTo>
                      <a:lnTo>
                        <a:pt x="26674" y="391"/>
                      </a:lnTo>
                      <a:cubicBezTo>
                        <a:pt x="26553" y="391"/>
                        <a:pt x="26467" y="426"/>
                        <a:pt x="26484" y="460"/>
                      </a:cubicBezTo>
                      <a:lnTo>
                        <a:pt x="26587" y="817"/>
                      </a:lnTo>
                      <a:cubicBezTo>
                        <a:pt x="26605" y="858"/>
                        <a:pt x="26714" y="892"/>
                        <a:pt x="26835" y="892"/>
                      </a:cubicBezTo>
                      <a:lnTo>
                        <a:pt x="27865" y="892"/>
                      </a:lnTo>
                      <a:cubicBezTo>
                        <a:pt x="27986" y="892"/>
                        <a:pt x="28072" y="858"/>
                        <a:pt x="28055" y="817"/>
                      </a:cubicBezTo>
                      <a:lnTo>
                        <a:pt x="27928" y="460"/>
                      </a:lnTo>
                      <a:cubicBezTo>
                        <a:pt x="27911" y="420"/>
                        <a:pt x="27807" y="391"/>
                        <a:pt x="27681" y="391"/>
                      </a:cubicBezTo>
                      <a:close/>
                      <a:moveTo>
                        <a:pt x="30760" y="391"/>
                      </a:moveTo>
                      <a:lnTo>
                        <a:pt x="28745" y="391"/>
                      </a:lnTo>
                      <a:cubicBezTo>
                        <a:pt x="28625" y="391"/>
                        <a:pt x="28538" y="426"/>
                        <a:pt x="28561" y="460"/>
                      </a:cubicBezTo>
                      <a:lnTo>
                        <a:pt x="28699" y="817"/>
                      </a:lnTo>
                      <a:cubicBezTo>
                        <a:pt x="28711" y="858"/>
                        <a:pt x="28826" y="892"/>
                        <a:pt x="28947" y="892"/>
                      </a:cubicBezTo>
                      <a:lnTo>
                        <a:pt x="30990" y="892"/>
                      </a:lnTo>
                      <a:cubicBezTo>
                        <a:pt x="31116" y="892"/>
                        <a:pt x="31203" y="858"/>
                        <a:pt x="31180" y="817"/>
                      </a:cubicBezTo>
                      <a:lnTo>
                        <a:pt x="31019" y="460"/>
                      </a:lnTo>
                      <a:cubicBezTo>
                        <a:pt x="31001" y="420"/>
                        <a:pt x="30886" y="391"/>
                        <a:pt x="30760" y="391"/>
                      </a:cubicBezTo>
                      <a:close/>
                      <a:moveTo>
                        <a:pt x="30242" y="1565"/>
                      </a:moveTo>
                      <a:lnTo>
                        <a:pt x="31295" y="1565"/>
                      </a:lnTo>
                      <a:cubicBezTo>
                        <a:pt x="31416" y="1565"/>
                        <a:pt x="31502" y="1525"/>
                        <a:pt x="31479" y="1485"/>
                      </a:cubicBezTo>
                      <a:lnTo>
                        <a:pt x="31312" y="1117"/>
                      </a:lnTo>
                      <a:cubicBezTo>
                        <a:pt x="31295" y="1070"/>
                        <a:pt x="31180" y="1036"/>
                        <a:pt x="31053" y="1036"/>
                      </a:cubicBezTo>
                      <a:lnTo>
                        <a:pt x="30029" y="1036"/>
                      </a:lnTo>
                      <a:cubicBezTo>
                        <a:pt x="29902" y="1036"/>
                        <a:pt x="29816" y="1070"/>
                        <a:pt x="29833" y="1117"/>
                      </a:cubicBezTo>
                      <a:lnTo>
                        <a:pt x="29983" y="1485"/>
                      </a:lnTo>
                      <a:cubicBezTo>
                        <a:pt x="30006" y="1525"/>
                        <a:pt x="30121" y="1565"/>
                        <a:pt x="30242" y="1565"/>
                      </a:cubicBezTo>
                      <a:close/>
                      <a:moveTo>
                        <a:pt x="28095" y="1565"/>
                      </a:moveTo>
                      <a:lnTo>
                        <a:pt x="29143" y="1565"/>
                      </a:lnTo>
                      <a:cubicBezTo>
                        <a:pt x="29263" y="1565"/>
                        <a:pt x="29361" y="1525"/>
                        <a:pt x="29338" y="1485"/>
                      </a:cubicBezTo>
                      <a:lnTo>
                        <a:pt x="29194" y="1117"/>
                      </a:lnTo>
                      <a:cubicBezTo>
                        <a:pt x="29177" y="1070"/>
                        <a:pt x="29062" y="1036"/>
                        <a:pt x="28941" y="1036"/>
                      </a:cubicBezTo>
                      <a:lnTo>
                        <a:pt x="27911" y="1036"/>
                      </a:lnTo>
                      <a:cubicBezTo>
                        <a:pt x="27790" y="1036"/>
                        <a:pt x="27704" y="1070"/>
                        <a:pt x="27721" y="1117"/>
                      </a:cubicBezTo>
                      <a:lnTo>
                        <a:pt x="27848" y="1485"/>
                      </a:lnTo>
                      <a:cubicBezTo>
                        <a:pt x="27853" y="1525"/>
                        <a:pt x="27963" y="1565"/>
                        <a:pt x="28095" y="1565"/>
                      </a:cubicBezTo>
                      <a:close/>
                      <a:moveTo>
                        <a:pt x="25937" y="1565"/>
                      </a:moveTo>
                      <a:lnTo>
                        <a:pt x="26984" y="1565"/>
                      </a:lnTo>
                      <a:cubicBezTo>
                        <a:pt x="27105" y="1565"/>
                        <a:pt x="27203" y="1525"/>
                        <a:pt x="27186" y="1485"/>
                      </a:cubicBezTo>
                      <a:lnTo>
                        <a:pt x="27065" y="1117"/>
                      </a:lnTo>
                      <a:cubicBezTo>
                        <a:pt x="27048" y="1070"/>
                        <a:pt x="26944" y="1036"/>
                        <a:pt x="26812" y="1036"/>
                      </a:cubicBezTo>
                      <a:lnTo>
                        <a:pt x="25782" y="1036"/>
                      </a:lnTo>
                      <a:cubicBezTo>
                        <a:pt x="25661" y="1036"/>
                        <a:pt x="25569" y="1070"/>
                        <a:pt x="25580" y="1117"/>
                      </a:cubicBezTo>
                      <a:lnTo>
                        <a:pt x="25684" y="1485"/>
                      </a:lnTo>
                      <a:cubicBezTo>
                        <a:pt x="25707" y="1525"/>
                        <a:pt x="25810" y="1565"/>
                        <a:pt x="25937" y="1565"/>
                      </a:cubicBezTo>
                      <a:close/>
                      <a:moveTo>
                        <a:pt x="23785" y="1565"/>
                      </a:moveTo>
                      <a:lnTo>
                        <a:pt x="24832" y="1565"/>
                      </a:lnTo>
                      <a:cubicBezTo>
                        <a:pt x="24959" y="1565"/>
                        <a:pt x="25051" y="1525"/>
                        <a:pt x="25045" y="1485"/>
                      </a:cubicBezTo>
                      <a:lnTo>
                        <a:pt x="24947" y="1117"/>
                      </a:lnTo>
                      <a:cubicBezTo>
                        <a:pt x="24936" y="1070"/>
                        <a:pt x="24826" y="1036"/>
                        <a:pt x="24706" y="1036"/>
                      </a:cubicBezTo>
                      <a:lnTo>
                        <a:pt x="23675" y="1036"/>
                      </a:lnTo>
                      <a:cubicBezTo>
                        <a:pt x="23555" y="1036"/>
                        <a:pt x="23457" y="1070"/>
                        <a:pt x="23468" y="1117"/>
                      </a:cubicBezTo>
                      <a:lnTo>
                        <a:pt x="23543" y="1485"/>
                      </a:lnTo>
                      <a:cubicBezTo>
                        <a:pt x="23555" y="1525"/>
                        <a:pt x="23664" y="1565"/>
                        <a:pt x="23785" y="1565"/>
                      </a:cubicBezTo>
                      <a:close/>
                      <a:moveTo>
                        <a:pt x="21632" y="1565"/>
                      </a:moveTo>
                      <a:lnTo>
                        <a:pt x="22686" y="1565"/>
                      </a:lnTo>
                      <a:cubicBezTo>
                        <a:pt x="22806" y="1565"/>
                        <a:pt x="22899" y="1525"/>
                        <a:pt x="22893" y="1485"/>
                      </a:cubicBezTo>
                      <a:lnTo>
                        <a:pt x="22818" y="1117"/>
                      </a:lnTo>
                      <a:cubicBezTo>
                        <a:pt x="22812" y="1070"/>
                        <a:pt x="22703" y="1036"/>
                        <a:pt x="22582" y="1036"/>
                      </a:cubicBezTo>
                      <a:lnTo>
                        <a:pt x="21552" y="1036"/>
                      </a:lnTo>
                      <a:cubicBezTo>
                        <a:pt x="21431" y="1036"/>
                        <a:pt x="21339" y="1070"/>
                        <a:pt x="21345" y="1117"/>
                      </a:cubicBezTo>
                      <a:lnTo>
                        <a:pt x="21402" y="1485"/>
                      </a:lnTo>
                      <a:cubicBezTo>
                        <a:pt x="21397" y="1525"/>
                        <a:pt x="21506" y="1565"/>
                        <a:pt x="21632" y="1565"/>
                      </a:cubicBezTo>
                      <a:close/>
                      <a:moveTo>
                        <a:pt x="19474" y="1565"/>
                      </a:moveTo>
                      <a:lnTo>
                        <a:pt x="20528" y="1565"/>
                      </a:lnTo>
                      <a:cubicBezTo>
                        <a:pt x="20648" y="1565"/>
                        <a:pt x="20746" y="1525"/>
                        <a:pt x="20740" y="1485"/>
                      </a:cubicBezTo>
                      <a:lnTo>
                        <a:pt x="20689" y="1117"/>
                      </a:lnTo>
                      <a:cubicBezTo>
                        <a:pt x="20683" y="1070"/>
                        <a:pt x="20585" y="1036"/>
                        <a:pt x="20459" y="1036"/>
                      </a:cubicBezTo>
                      <a:lnTo>
                        <a:pt x="19434" y="1036"/>
                      </a:lnTo>
                      <a:cubicBezTo>
                        <a:pt x="19308" y="1036"/>
                        <a:pt x="19210" y="1070"/>
                        <a:pt x="19215" y="1117"/>
                      </a:cubicBezTo>
                      <a:lnTo>
                        <a:pt x="19250" y="1485"/>
                      </a:lnTo>
                      <a:cubicBezTo>
                        <a:pt x="19244" y="1525"/>
                        <a:pt x="19354" y="1565"/>
                        <a:pt x="19474" y="1565"/>
                      </a:cubicBezTo>
                      <a:close/>
                      <a:moveTo>
                        <a:pt x="17322" y="1565"/>
                      </a:moveTo>
                      <a:lnTo>
                        <a:pt x="18375" y="1565"/>
                      </a:lnTo>
                      <a:cubicBezTo>
                        <a:pt x="18496" y="1565"/>
                        <a:pt x="18600" y="1525"/>
                        <a:pt x="18600" y="1485"/>
                      </a:cubicBezTo>
                      <a:lnTo>
                        <a:pt x="18565" y="1117"/>
                      </a:lnTo>
                      <a:cubicBezTo>
                        <a:pt x="18565" y="1070"/>
                        <a:pt x="18462" y="1036"/>
                        <a:pt x="18335" y="1036"/>
                      </a:cubicBezTo>
                      <a:lnTo>
                        <a:pt x="17311" y="1036"/>
                      </a:lnTo>
                      <a:cubicBezTo>
                        <a:pt x="17184" y="1036"/>
                        <a:pt x="17086" y="1070"/>
                        <a:pt x="17086" y="1117"/>
                      </a:cubicBezTo>
                      <a:lnTo>
                        <a:pt x="17092" y="1485"/>
                      </a:lnTo>
                      <a:cubicBezTo>
                        <a:pt x="17092" y="1525"/>
                        <a:pt x="17201" y="1565"/>
                        <a:pt x="17322" y="1565"/>
                      </a:cubicBezTo>
                      <a:close/>
                      <a:moveTo>
                        <a:pt x="15170" y="1565"/>
                      </a:moveTo>
                      <a:lnTo>
                        <a:pt x="16223" y="1565"/>
                      </a:lnTo>
                      <a:cubicBezTo>
                        <a:pt x="16344" y="1565"/>
                        <a:pt x="16447" y="1525"/>
                        <a:pt x="16447" y="1485"/>
                      </a:cubicBezTo>
                      <a:lnTo>
                        <a:pt x="16447" y="1117"/>
                      </a:lnTo>
                      <a:cubicBezTo>
                        <a:pt x="16447" y="1070"/>
                        <a:pt x="16344" y="1036"/>
                        <a:pt x="16223" y="1036"/>
                      </a:cubicBezTo>
                      <a:lnTo>
                        <a:pt x="15193" y="1036"/>
                      </a:lnTo>
                      <a:cubicBezTo>
                        <a:pt x="15072" y="1036"/>
                        <a:pt x="14968" y="1070"/>
                        <a:pt x="14968" y="1117"/>
                      </a:cubicBezTo>
                      <a:lnTo>
                        <a:pt x="14957" y="1485"/>
                      </a:lnTo>
                      <a:cubicBezTo>
                        <a:pt x="14945" y="1525"/>
                        <a:pt x="15043" y="1565"/>
                        <a:pt x="15170" y="1565"/>
                      </a:cubicBezTo>
                      <a:close/>
                      <a:moveTo>
                        <a:pt x="13012" y="1565"/>
                      </a:moveTo>
                      <a:lnTo>
                        <a:pt x="14065" y="1565"/>
                      </a:lnTo>
                      <a:cubicBezTo>
                        <a:pt x="14186" y="1565"/>
                        <a:pt x="14295" y="1525"/>
                        <a:pt x="14295" y="1485"/>
                      </a:cubicBezTo>
                      <a:lnTo>
                        <a:pt x="14318" y="1117"/>
                      </a:lnTo>
                      <a:cubicBezTo>
                        <a:pt x="14318" y="1070"/>
                        <a:pt x="14220" y="1036"/>
                        <a:pt x="14099" y="1036"/>
                      </a:cubicBezTo>
                      <a:lnTo>
                        <a:pt x="13069" y="1036"/>
                      </a:lnTo>
                      <a:cubicBezTo>
                        <a:pt x="12948" y="1036"/>
                        <a:pt x="12851" y="1070"/>
                        <a:pt x="12839" y="1117"/>
                      </a:cubicBezTo>
                      <a:lnTo>
                        <a:pt x="12805" y="1485"/>
                      </a:lnTo>
                      <a:cubicBezTo>
                        <a:pt x="12793" y="1525"/>
                        <a:pt x="12891" y="1565"/>
                        <a:pt x="13012" y="1565"/>
                      </a:cubicBezTo>
                      <a:close/>
                      <a:moveTo>
                        <a:pt x="10865" y="1565"/>
                      </a:moveTo>
                      <a:lnTo>
                        <a:pt x="11913" y="1565"/>
                      </a:lnTo>
                      <a:cubicBezTo>
                        <a:pt x="12039" y="1565"/>
                        <a:pt x="12143" y="1525"/>
                        <a:pt x="12154" y="1485"/>
                      </a:cubicBezTo>
                      <a:lnTo>
                        <a:pt x="12195" y="1117"/>
                      </a:lnTo>
                      <a:cubicBezTo>
                        <a:pt x="12200" y="1070"/>
                        <a:pt x="12103" y="1036"/>
                        <a:pt x="11982" y="1036"/>
                      </a:cubicBezTo>
                      <a:lnTo>
                        <a:pt x="10952" y="1036"/>
                      </a:lnTo>
                      <a:cubicBezTo>
                        <a:pt x="10831" y="1036"/>
                        <a:pt x="10721" y="1070"/>
                        <a:pt x="10710" y="1117"/>
                      </a:cubicBezTo>
                      <a:lnTo>
                        <a:pt x="10647" y="1485"/>
                      </a:lnTo>
                      <a:cubicBezTo>
                        <a:pt x="10641" y="1525"/>
                        <a:pt x="10744" y="1565"/>
                        <a:pt x="10865" y="1565"/>
                      </a:cubicBezTo>
                      <a:close/>
                      <a:moveTo>
                        <a:pt x="8713" y="1565"/>
                      </a:moveTo>
                      <a:lnTo>
                        <a:pt x="9766" y="1565"/>
                      </a:lnTo>
                      <a:cubicBezTo>
                        <a:pt x="9887" y="1565"/>
                        <a:pt x="9990" y="1525"/>
                        <a:pt x="10008" y="1485"/>
                      </a:cubicBezTo>
                      <a:lnTo>
                        <a:pt x="10083" y="1117"/>
                      </a:lnTo>
                      <a:cubicBezTo>
                        <a:pt x="10088" y="1070"/>
                        <a:pt x="9996" y="1036"/>
                        <a:pt x="9870" y="1036"/>
                      </a:cubicBezTo>
                      <a:lnTo>
                        <a:pt x="8828" y="1036"/>
                      </a:lnTo>
                      <a:cubicBezTo>
                        <a:pt x="8707" y="1036"/>
                        <a:pt x="8598" y="1070"/>
                        <a:pt x="8592" y="1117"/>
                      </a:cubicBezTo>
                      <a:lnTo>
                        <a:pt x="8506" y="1485"/>
                      </a:lnTo>
                      <a:cubicBezTo>
                        <a:pt x="8488" y="1525"/>
                        <a:pt x="8586" y="1565"/>
                        <a:pt x="8713" y="1565"/>
                      </a:cubicBezTo>
                      <a:close/>
                      <a:moveTo>
                        <a:pt x="6555" y="1565"/>
                      </a:moveTo>
                      <a:lnTo>
                        <a:pt x="7608" y="1565"/>
                      </a:lnTo>
                      <a:cubicBezTo>
                        <a:pt x="7729" y="1565"/>
                        <a:pt x="7844" y="1525"/>
                        <a:pt x="7850" y="1485"/>
                      </a:cubicBezTo>
                      <a:lnTo>
                        <a:pt x="7942" y="1117"/>
                      </a:lnTo>
                      <a:cubicBezTo>
                        <a:pt x="7959" y="1070"/>
                        <a:pt x="7867" y="1036"/>
                        <a:pt x="7740" y="1036"/>
                      </a:cubicBezTo>
                      <a:lnTo>
                        <a:pt x="6716" y="1036"/>
                      </a:lnTo>
                      <a:cubicBezTo>
                        <a:pt x="6589" y="1036"/>
                        <a:pt x="6486" y="1070"/>
                        <a:pt x="6469" y="1117"/>
                      </a:cubicBezTo>
                      <a:lnTo>
                        <a:pt x="6359" y="1485"/>
                      </a:lnTo>
                      <a:cubicBezTo>
                        <a:pt x="6342" y="1525"/>
                        <a:pt x="6434" y="1565"/>
                        <a:pt x="6555" y="1565"/>
                      </a:cubicBezTo>
                      <a:close/>
                      <a:moveTo>
                        <a:pt x="4403" y="1565"/>
                      </a:moveTo>
                      <a:lnTo>
                        <a:pt x="5456" y="1565"/>
                      </a:lnTo>
                      <a:cubicBezTo>
                        <a:pt x="5577" y="1565"/>
                        <a:pt x="5692" y="1525"/>
                        <a:pt x="5709" y="1485"/>
                      </a:cubicBezTo>
                      <a:lnTo>
                        <a:pt x="5818" y="1117"/>
                      </a:lnTo>
                      <a:cubicBezTo>
                        <a:pt x="5836" y="1070"/>
                        <a:pt x="5749" y="1036"/>
                        <a:pt x="5617" y="1036"/>
                      </a:cubicBezTo>
                      <a:lnTo>
                        <a:pt x="4592" y="1036"/>
                      </a:lnTo>
                      <a:cubicBezTo>
                        <a:pt x="4466" y="1036"/>
                        <a:pt x="4351" y="1070"/>
                        <a:pt x="4339" y="1117"/>
                      </a:cubicBezTo>
                      <a:lnTo>
                        <a:pt x="4207" y="1485"/>
                      </a:lnTo>
                      <a:cubicBezTo>
                        <a:pt x="4190" y="1525"/>
                        <a:pt x="4282" y="1565"/>
                        <a:pt x="4403" y="1565"/>
                      </a:cubicBezTo>
                      <a:close/>
                      <a:moveTo>
                        <a:pt x="1209" y="1565"/>
                      </a:moveTo>
                      <a:lnTo>
                        <a:pt x="3298" y="1565"/>
                      </a:lnTo>
                      <a:cubicBezTo>
                        <a:pt x="3418" y="1565"/>
                        <a:pt x="3534" y="1525"/>
                        <a:pt x="3557" y="1485"/>
                      </a:cubicBezTo>
                      <a:lnTo>
                        <a:pt x="3695" y="1117"/>
                      </a:lnTo>
                      <a:cubicBezTo>
                        <a:pt x="3706" y="1070"/>
                        <a:pt x="3620" y="1036"/>
                        <a:pt x="3499" y="1036"/>
                      </a:cubicBezTo>
                      <a:lnTo>
                        <a:pt x="1439" y="1036"/>
                      </a:lnTo>
                      <a:cubicBezTo>
                        <a:pt x="1318" y="1036"/>
                        <a:pt x="1203" y="1070"/>
                        <a:pt x="1180" y="1117"/>
                      </a:cubicBezTo>
                      <a:lnTo>
                        <a:pt x="1019" y="1485"/>
                      </a:lnTo>
                      <a:cubicBezTo>
                        <a:pt x="1001" y="1525"/>
                        <a:pt x="1088" y="1565"/>
                        <a:pt x="1209" y="1565"/>
                      </a:cubicBezTo>
                      <a:close/>
                      <a:moveTo>
                        <a:pt x="26720" y="2268"/>
                      </a:moveTo>
                      <a:lnTo>
                        <a:pt x="27790" y="2268"/>
                      </a:lnTo>
                      <a:cubicBezTo>
                        <a:pt x="27923" y="2268"/>
                        <a:pt x="28009" y="2233"/>
                        <a:pt x="27992" y="2181"/>
                      </a:cubicBezTo>
                      <a:lnTo>
                        <a:pt x="27865" y="1801"/>
                      </a:lnTo>
                      <a:cubicBezTo>
                        <a:pt x="27848" y="1755"/>
                        <a:pt x="27733" y="1721"/>
                        <a:pt x="27612" y="1721"/>
                      </a:cubicBezTo>
                      <a:lnTo>
                        <a:pt x="26559" y="1721"/>
                      </a:lnTo>
                      <a:cubicBezTo>
                        <a:pt x="26438" y="1721"/>
                        <a:pt x="26346" y="1755"/>
                        <a:pt x="26357" y="1801"/>
                      </a:cubicBezTo>
                      <a:lnTo>
                        <a:pt x="26472" y="2181"/>
                      </a:lnTo>
                      <a:cubicBezTo>
                        <a:pt x="26472" y="2233"/>
                        <a:pt x="26587" y="2268"/>
                        <a:pt x="26720" y="2268"/>
                      </a:cubicBezTo>
                      <a:close/>
                      <a:moveTo>
                        <a:pt x="24516" y="2268"/>
                      </a:moveTo>
                      <a:lnTo>
                        <a:pt x="25592" y="2268"/>
                      </a:lnTo>
                      <a:cubicBezTo>
                        <a:pt x="25718" y="2268"/>
                        <a:pt x="25810" y="2233"/>
                        <a:pt x="25799" y="2181"/>
                      </a:cubicBezTo>
                      <a:lnTo>
                        <a:pt x="25690" y="1801"/>
                      </a:lnTo>
                      <a:cubicBezTo>
                        <a:pt x="25678" y="1755"/>
                        <a:pt x="25569" y="1721"/>
                        <a:pt x="25436" y="1721"/>
                      </a:cubicBezTo>
                      <a:lnTo>
                        <a:pt x="24389" y="1721"/>
                      </a:lnTo>
                      <a:cubicBezTo>
                        <a:pt x="24268" y="1721"/>
                        <a:pt x="24170" y="1755"/>
                        <a:pt x="24182" y="1801"/>
                      </a:cubicBezTo>
                      <a:lnTo>
                        <a:pt x="24268" y="2181"/>
                      </a:lnTo>
                      <a:cubicBezTo>
                        <a:pt x="24280" y="2233"/>
                        <a:pt x="24389" y="2268"/>
                        <a:pt x="24516" y="2268"/>
                      </a:cubicBezTo>
                      <a:close/>
                      <a:moveTo>
                        <a:pt x="22317" y="2268"/>
                      </a:moveTo>
                      <a:lnTo>
                        <a:pt x="23388" y="2268"/>
                      </a:lnTo>
                      <a:cubicBezTo>
                        <a:pt x="23520" y="2268"/>
                        <a:pt x="23612" y="2233"/>
                        <a:pt x="23606" y="2181"/>
                      </a:cubicBezTo>
                      <a:lnTo>
                        <a:pt x="23526" y="1801"/>
                      </a:lnTo>
                      <a:cubicBezTo>
                        <a:pt x="23520" y="1755"/>
                        <a:pt x="23405" y="1721"/>
                        <a:pt x="23278" y="1721"/>
                      </a:cubicBezTo>
                      <a:lnTo>
                        <a:pt x="22231" y="1721"/>
                      </a:lnTo>
                      <a:cubicBezTo>
                        <a:pt x="22110" y="1721"/>
                        <a:pt x="22007" y="1755"/>
                        <a:pt x="22012" y="1801"/>
                      </a:cubicBezTo>
                      <a:lnTo>
                        <a:pt x="22081" y="2181"/>
                      </a:lnTo>
                      <a:cubicBezTo>
                        <a:pt x="22081" y="2233"/>
                        <a:pt x="22185" y="2268"/>
                        <a:pt x="22317" y="2268"/>
                      </a:cubicBezTo>
                      <a:close/>
                      <a:moveTo>
                        <a:pt x="20113" y="2268"/>
                      </a:moveTo>
                      <a:lnTo>
                        <a:pt x="21189" y="2268"/>
                      </a:lnTo>
                      <a:cubicBezTo>
                        <a:pt x="21316" y="2268"/>
                        <a:pt x="21408" y="2233"/>
                        <a:pt x="21402" y="2181"/>
                      </a:cubicBezTo>
                      <a:lnTo>
                        <a:pt x="21345" y="1801"/>
                      </a:lnTo>
                      <a:cubicBezTo>
                        <a:pt x="21339" y="1755"/>
                        <a:pt x="21230" y="1721"/>
                        <a:pt x="21109" y="1721"/>
                      </a:cubicBezTo>
                      <a:lnTo>
                        <a:pt x="20056" y="1721"/>
                      </a:lnTo>
                      <a:cubicBezTo>
                        <a:pt x="19935" y="1721"/>
                        <a:pt x="19837" y="1755"/>
                        <a:pt x="19843" y="1801"/>
                      </a:cubicBezTo>
                      <a:lnTo>
                        <a:pt x="19883" y="2181"/>
                      </a:lnTo>
                      <a:cubicBezTo>
                        <a:pt x="19883" y="2233"/>
                        <a:pt x="19992" y="2268"/>
                        <a:pt x="20113" y="2268"/>
                      </a:cubicBezTo>
                      <a:close/>
                      <a:moveTo>
                        <a:pt x="17915" y="2268"/>
                      </a:moveTo>
                      <a:lnTo>
                        <a:pt x="18985" y="2268"/>
                      </a:lnTo>
                      <a:cubicBezTo>
                        <a:pt x="19118" y="2268"/>
                        <a:pt x="19215" y="2233"/>
                        <a:pt x="19210" y="2181"/>
                      </a:cubicBezTo>
                      <a:lnTo>
                        <a:pt x="19175" y="1801"/>
                      </a:lnTo>
                      <a:cubicBezTo>
                        <a:pt x="19164" y="1755"/>
                        <a:pt x="19066" y="1721"/>
                        <a:pt x="18933" y="1721"/>
                      </a:cubicBezTo>
                      <a:lnTo>
                        <a:pt x="17892" y="1721"/>
                      </a:lnTo>
                      <a:cubicBezTo>
                        <a:pt x="17771" y="1721"/>
                        <a:pt x="17667" y="1755"/>
                        <a:pt x="17667" y="1801"/>
                      </a:cubicBezTo>
                      <a:lnTo>
                        <a:pt x="17685" y="2181"/>
                      </a:lnTo>
                      <a:cubicBezTo>
                        <a:pt x="17685" y="2233"/>
                        <a:pt x="17794" y="2268"/>
                        <a:pt x="17915" y="2268"/>
                      </a:cubicBezTo>
                      <a:close/>
                      <a:moveTo>
                        <a:pt x="15722" y="2268"/>
                      </a:moveTo>
                      <a:lnTo>
                        <a:pt x="16793" y="2268"/>
                      </a:lnTo>
                      <a:cubicBezTo>
                        <a:pt x="16919" y="2268"/>
                        <a:pt x="17023" y="2233"/>
                        <a:pt x="17023" y="2181"/>
                      </a:cubicBezTo>
                      <a:lnTo>
                        <a:pt x="17017" y="1801"/>
                      </a:lnTo>
                      <a:cubicBezTo>
                        <a:pt x="17017" y="1755"/>
                        <a:pt x="16914" y="1721"/>
                        <a:pt x="16787" y="1721"/>
                      </a:cubicBezTo>
                      <a:lnTo>
                        <a:pt x="15734" y="1721"/>
                      </a:lnTo>
                      <a:cubicBezTo>
                        <a:pt x="15613" y="1721"/>
                        <a:pt x="15504" y="1755"/>
                        <a:pt x="15504" y="1801"/>
                      </a:cubicBezTo>
                      <a:lnTo>
                        <a:pt x="15498" y="2181"/>
                      </a:lnTo>
                      <a:cubicBezTo>
                        <a:pt x="15492" y="2233"/>
                        <a:pt x="15590" y="2268"/>
                        <a:pt x="15722" y="2268"/>
                      </a:cubicBezTo>
                      <a:close/>
                      <a:moveTo>
                        <a:pt x="13518" y="2268"/>
                      </a:moveTo>
                      <a:lnTo>
                        <a:pt x="14589" y="2268"/>
                      </a:lnTo>
                      <a:cubicBezTo>
                        <a:pt x="14721" y="2268"/>
                        <a:pt x="14819" y="2233"/>
                        <a:pt x="14830" y="2181"/>
                      </a:cubicBezTo>
                      <a:lnTo>
                        <a:pt x="14842" y="1801"/>
                      </a:lnTo>
                      <a:cubicBezTo>
                        <a:pt x="14842" y="1755"/>
                        <a:pt x="14738" y="1721"/>
                        <a:pt x="14617" y="1721"/>
                      </a:cubicBezTo>
                      <a:lnTo>
                        <a:pt x="13570" y="1721"/>
                      </a:lnTo>
                      <a:cubicBezTo>
                        <a:pt x="13449" y="1721"/>
                        <a:pt x="13340" y="1755"/>
                        <a:pt x="13334" y="1801"/>
                      </a:cubicBezTo>
                      <a:lnTo>
                        <a:pt x="13294" y="2181"/>
                      </a:lnTo>
                      <a:cubicBezTo>
                        <a:pt x="13288" y="2233"/>
                        <a:pt x="13392" y="2268"/>
                        <a:pt x="13518" y="2268"/>
                      </a:cubicBezTo>
                      <a:close/>
                      <a:moveTo>
                        <a:pt x="11320" y="2268"/>
                      </a:moveTo>
                      <a:lnTo>
                        <a:pt x="12390" y="2268"/>
                      </a:lnTo>
                      <a:cubicBezTo>
                        <a:pt x="12517" y="2268"/>
                        <a:pt x="12626" y="2233"/>
                        <a:pt x="12626" y="2181"/>
                      </a:cubicBezTo>
                      <a:lnTo>
                        <a:pt x="12672" y="1801"/>
                      </a:lnTo>
                      <a:cubicBezTo>
                        <a:pt x="12678" y="1755"/>
                        <a:pt x="12574" y="1721"/>
                        <a:pt x="12454" y="1721"/>
                      </a:cubicBezTo>
                      <a:lnTo>
                        <a:pt x="11406" y="1721"/>
                      </a:lnTo>
                      <a:cubicBezTo>
                        <a:pt x="11280" y="1721"/>
                        <a:pt x="11176" y="1755"/>
                        <a:pt x="11164" y="1801"/>
                      </a:cubicBezTo>
                      <a:lnTo>
                        <a:pt x="11107" y="2181"/>
                      </a:lnTo>
                      <a:cubicBezTo>
                        <a:pt x="11090" y="2233"/>
                        <a:pt x="11187" y="2268"/>
                        <a:pt x="11320" y="2268"/>
                      </a:cubicBezTo>
                      <a:close/>
                      <a:moveTo>
                        <a:pt x="9116" y="2268"/>
                      </a:moveTo>
                      <a:lnTo>
                        <a:pt x="10186" y="2268"/>
                      </a:lnTo>
                      <a:cubicBezTo>
                        <a:pt x="10319" y="2268"/>
                        <a:pt x="10428" y="2233"/>
                        <a:pt x="10434" y="2181"/>
                      </a:cubicBezTo>
                      <a:lnTo>
                        <a:pt x="10497" y="1801"/>
                      </a:lnTo>
                      <a:cubicBezTo>
                        <a:pt x="10503" y="1755"/>
                        <a:pt x="10411" y="1721"/>
                        <a:pt x="10284" y="1721"/>
                      </a:cubicBezTo>
                      <a:lnTo>
                        <a:pt x="9231" y="1721"/>
                      </a:lnTo>
                      <a:cubicBezTo>
                        <a:pt x="9110" y="1721"/>
                        <a:pt x="8995" y="1755"/>
                        <a:pt x="8989" y="1801"/>
                      </a:cubicBezTo>
                      <a:lnTo>
                        <a:pt x="8909" y="2181"/>
                      </a:lnTo>
                      <a:cubicBezTo>
                        <a:pt x="8891" y="2233"/>
                        <a:pt x="8983" y="2268"/>
                        <a:pt x="9116" y="2268"/>
                      </a:cubicBezTo>
                      <a:close/>
                      <a:moveTo>
                        <a:pt x="6917" y="2268"/>
                      </a:moveTo>
                      <a:lnTo>
                        <a:pt x="7988" y="2268"/>
                      </a:lnTo>
                      <a:cubicBezTo>
                        <a:pt x="8114" y="2268"/>
                        <a:pt x="8224" y="2233"/>
                        <a:pt x="8241" y="2181"/>
                      </a:cubicBezTo>
                      <a:lnTo>
                        <a:pt x="8327" y="1801"/>
                      </a:lnTo>
                      <a:cubicBezTo>
                        <a:pt x="8333" y="1755"/>
                        <a:pt x="8247" y="1721"/>
                        <a:pt x="8114" y="1721"/>
                      </a:cubicBezTo>
                      <a:lnTo>
                        <a:pt x="7067" y="1721"/>
                      </a:lnTo>
                      <a:cubicBezTo>
                        <a:pt x="6946" y="1721"/>
                        <a:pt x="6825" y="1755"/>
                        <a:pt x="6814" y="1801"/>
                      </a:cubicBezTo>
                      <a:lnTo>
                        <a:pt x="6704" y="2181"/>
                      </a:lnTo>
                      <a:cubicBezTo>
                        <a:pt x="6693" y="2233"/>
                        <a:pt x="6785" y="2268"/>
                        <a:pt x="6917" y="2268"/>
                      </a:cubicBezTo>
                      <a:close/>
                      <a:moveTo>
                        <a:pt x="4713" y="2268"/>
                      </a:moveTo>
                      <a:lnTo>
                        <a:pt x="5784" y="2268"/>
                      </a:lnTo>
                      <a:cubicBezTo>
                        <a:pt x="5916" y="2268"/>
                        <a:pt x="6031" y="2233"/>
                        <a:pt x="6043" y="2181"/>
                      </a:cubicBezTo>
                      <a:lnTo>
                        <a:pt x="6158" y="1801"/>
                      </a:lnTo>
                      <a:cubicBezTo>
                        <a:pt x="6175" y="1755"/>
                        <a:pt x="6083" y="1721"/>
                        <a:pt x="5956" y="1721"/>
                      </a:cubicBezTo>
                      <a:lnTo>
                        <a:pt x="4909" y="1721"/>
                      </a:lnTo>
                      <a:cubicBezTo>
                        <a:pt x="4788" y="1721"/>
                        <a:pt x="4667" y="1755"/>
                        <a:pt x="4656" y="1801"/>
                      </a:cubicBezTo>
                      <a:lnTo>
                        <a:pt x="4523" y="2181"/>
                      </a:lnTo>
                      <a:cubicBezTo>
                        <a:pt x="4500" y="2233"/>
                        <a:pt x="4587" y="2268"/>
                        <a:pt x="4713" y="2268"/>
                      </a:cubicBezTo>
                      <a:close/>
                      <a:moveTo>
                        <a:pt x="892" y="2268"/>
                      </a:moveTo>
                      <a:lnTo>
                        <a:pt x="3585" y="2268"/>
                      </a:lnTo>
                      <a:cubicBezTo>
                        <a:pt x="3712" y="2268"/>
                        <a:pt x="3827" y="2233"/>
                        <a:pt x="3844" y="2181"/>
                      </a:cubicBezTo>
                      <a:lnTo>
                        <a:pt x="3982" y="1801"/>
                      </a:lnTo>
                      <a:cubicBezTo>
                        <a:pt x="3994" y="1755"/>
                        <a:pt x="3908" y="1721"/>
                        <a:pt x="3787" y="1721"/>
                      </a:cubicBezTo>
                      <a:lnTo>
                        <a:pt x="1140" y="1721"/>
                      </a:lnTo>
                      <a:cubicBezTo>
                        <a:pt x="1019" y="1721"/>
                        <a:pt x="892" y="1755"/>
                        <a:pt x="875" y="1801"/>
                      </a:cubicBezTo>
                      <a:lnTo>
                        <a:pt x="702" y="2181"/>
                      </a:lnTo>
                      <a:cubicBezTo>
                        <a:pt x="679" y="2233"/>
                        <a:pt x="766" y="2268"/>
                        <a:pt x="892" y="2268"/>
                      </a:cubicBezTo>
                      <a:close/>
                      <a:moveTo>
                        <a:pt x="28918" y="2268"/>
                      </a:moveTo>
                      <a:lnTo>
                        <a:pt x="31611" y="2268"/>
                      </a:lnTo>
                      <a:cubicBezTo>
                        <a:pt x="31738" y="2268"/>
                        <a:pt x="31824" y="2233"/>
                        <a:pt x="31807" y="2181"/>
                      </a:cubicBezTo>
                      <a:lnTo>
                        <a:pt x="31634" y="1801"/>
                      </a:lnTo>
                      <a:cubicBezTo>
                        <a:pt x="31611" y="1755"/>
                        <a:pt x="31496" y="1721"/>
                        <a:pt x="31364" y="1721"/>
                      </a:cubicBezTo>
                      <a:lnTo>
                        <a:pt x="28717" y="1721"/>
                      </a:lnTo>
                      <a:cubicBezTo>
                        <a:pt x="28596" y="1721"/>
                        <a:pt x="28504" y="1755"/>
                        <a:pt x="28527" y="1801"/>
                      </a:cubicBezTo>
                      <a:lnTo>
                        <a:pt x="28659" y="2181"/>
                      </a:lnTo>
                      <a:cubicBezTo>
                        <a:pt x="28676" y="2233"/>
                        <a:pt x="28791" y="2268"/>
                        <a:pt x="28918" y="2268"/>
                      </a:cubicBezTo>
                      <a:close/>
                      <a:moveTo>
                        <a:pt x="25828" y="3004"/>
                      </a:moveTo>
                      <a:lnTo>
                        <a:pt x="26921" y="3004"/>
                      </a:lnTo>
                      <a:cubicBezTo>
                        <a:pt x="27048" y="3004"/>
                        <a:pt x="27146" y="2964"/>
                        <a:pt x="27128" y="2918"/>
                      </a:cubicBezTo>
                      <a:lnTo>
                        <a:pt x="27008" y="2521"/>
                      </a:lnTo>
                      <a:cubicBezTo>
                        <a:pt x="26990" y="2469"/>
                        <a:pt x="26875" y="2434"/>
                        <a:pt x="26749" y="2434"/>
                      </a:cubicBezTo>
                      <a:lnTo>
                        <a:pt x="25678" y="2434"/>
                      </a:lnTo>
                      <a:cubicBezTo>
                        <a:pt x="25546" y="2434"/>
                        <a:pt x="25454" y="2469"/>
                        <a:pt x="25465" y="2521"/>
                      </a:cubicBezTo>
                      <a:lnTo>
                        <a:pt x="25575" y="2918"/>
                      </a:lnTo>
                      <a:cubicBezTo>
                        <a:pt x="25580" y="2958"/>
                        <a:pt x="25695" y="3004"/>
                        <a:pt x="25828" y="3004"/>
                      </a:cubicBezTo>
                      <a:close/>
                      <a:moveTo>
                        <a:pt x="23583" y="3004"/>
                      </a:moveTo>
                      <a:lnTo>
                        <a:pt x="24677" y="3004"/>
                      </a:lnTo>
                      <a:cubicBezTo>
                        <a:pt x="24803" y="3004"/>
                        <a:pt x="24895" y="2964"/>
                        <a:pt x="24890" y="2918"/>
                      </a:cubicBezTo>
                      <a:lnTo>
                        <a:pt x="24792" y="2521"/>
                      </a:lnTo>
                      <a:cubicBezTo>
                        <a:pt x="24775" y="2469"/>
                        <a:pt x="24671" y="2434"/>
                        <a:pt x="24539" y="2434"/>
                      </a:cubicBezTo>
                      <a:lnTo>
                        <a:pt x="23468" y="2434"/>
                      </a:lnTo>
                      <a:cubicBezTo>
                        <a:pt x="23336" y="2434"/>
                        <a:pt x="23244" y="2469"/>
                        <a:pt x="23250" y="2521"/>
                      </a:cubicBezTo>
                      <a:lnTo>
                        <a:pt x="23330" y="2918"/>
                      </a:lnTo>
                      <a:cubicBezTo>
                        <a:pt x="23336" y="2958"/>
                        <a:pt x="23451" y="3004"/>
                        <a:pt x="23583" y="3004"/>
                      </a:cubicBezTo>
                      <a:close/>
                      <a:moveTo>
                        <a:pt x="21333" y="3004"/>
                      </a:moveTo>
                      <a:lnTo>
                        <a:pt x="22427" y="3004"/>
                      </a:lnTo>
                      <a:cubicBezTo>
                        <a:pt x="22553" y="3004"/>
                        <a:pt x="22657" y="2964"/>
                        <a:pt x="22645" y="2918"/>
                      </a:cubicBezTo>
                      <a:lnTo>
                        <a:pt x="22576" y="2521"/>
                      </a:lnTo>
                      <a:cubicBezTo>
                        <a:pt x="22571" y="2469"/>
                        <a:pt x="22455" y="2434"/>
                        <a:pt x="22329" y="2434"/>
                      </a:cubicBezTo>
                      <a:lnTo>
                        <a:pt x="21258" y="2434"/>
                      </a:lnTo>
                      <a:cubicBezTo>
                        <a:pt x="21126" y="2434"/>
                        <a:pt x="21028" y="2469"/>
                        <a:pt x="21034" y="2521"/>
                      </a:cubicBezTo>
                      <a:lnTo>
                        <a:pt x="21092" y="2918"/>
                      </a:lnTo>
                      <a:cubicBezTo>
                        <a:pt x="21086" y="2958"/>
                        <a:pt x="21201" y="3004"/>
                        <a:pt x="21333" y="3004"/>
                      </a:cubicBezTo>
                      <a:close/>
                      <a:moveTo>
                        <a:pt x="19077" y="3004"/>
                      </a:moveTo>
                      <a:lnTo>
                        <a:pt x="20171" y="3004"/>
                      </a:lnTo>
                      <a:cubicBezTo>
                        <a:pt x="20303" y="3004"/>
                        <a:pt x="20401" y="2964"/>
                        <a:pt x="20395" y="2918"/>
                      </a:cubicBezTo>
                      <a:lnTo>
                        <a:pt x="20343" y="2521"/>
                      </a:lnTo>
                      <a:cubicBezTo>
                        <a:pt x="20338" y="2469"/>
                        <a:pt x="20228" y="2434"/>
                        <a:pt x="20102" y="2434"/>
                      </a:cubicBezTo>
                      <a:lnTo>
                        <a:pt x="19031" y="2434"/>
                      </a:lnTo>
                      <a:cubicBezTo>
                        <a:pt x="18899" y="2434"/>
                        <a:pt x="18801" y="2469"/>
                        <a:pt x="18807" y="2521"/>
                      </a:cubicBezTo>
                      <a:lnTo>
                        <a:pt x="18836" y="2918"/>
                      </a:lnTo>
                      <a:cubicBezTo>
                        <a:pt x="18841" y="2958"/>
                        <a:pt x="18951" y="3004"/>
                        <a:pt x="19077" y="3004"/>
                      </a:cubicBezTo>
                      <a:close/>
                      <a:moveTo>
                        <a:pt x="16827" y="3004"/>
                      </a:moveTo>
                      <a:lnTo>
                        <a:pt x="17921" y="3004"/>
                      </a:lnTo>
                      <a:cubicBezTo>
                        <a:pt x="18047" y="3004"/>
                        <a:pt x="18157" y="2964"/>
                        <a:pt x="18151" y="2918"/>
                      </a:cubicBezTo>
                      <a:lnTo>
                        <a:pt x="18128" y="2521"/>
                      </a:lnTo>
                      <a:cubicBezTo>
                        <a:pt x="18128" y="2469"/>
                        <a:pt x="18018" y="2434"/>
                        <a:pt x="17892" y="2434"/>
                      </a:cubicBezTo>
                      <a:lnTo>
                        <a:pt x="16821" y="2434"/>
                      </a:lnTo>
                      <a:cubicBezTo>
                        <a:pt x="16689" y="2434"/>
                        <a:pt x="16591" y="2469"/>
                        <a:pt x="16591" y="2521"/>
                      </a:cubicBezTo>
                      <a:lnTo>
                        <a:pt x="16597" y="2918"/>
                      </a:lnTo>
                      <a:cubicBezTo>
                        <a:pt x="16591" y="2958"/>
                        <a:pt x="16701" y="3004"/>
                        <a:pt x="16827" y="3004"/>
                      </a:cubicBezTo>
                      <a:close/>
                      <a:moveTo>
                        <a:pt x="14583" y="3004"/>
                      </a:moveTo>
                      <a:lnTo>
                        <a:pt x="15676" y="3004"/>
                      </a:lnTo>
                      <a:cubicBezTo>
                        <a:pt x="15809" y="3004"/>
                        <a:pt x="15912" y="2964"/>
                        <a:pt x="15912" y="2918"/>
                      </a:cubicBezTo>
                      <a:lnTo>
                        <a:pt x="15924" y="2521"/>
                      </a:lnTo>
                      <a:cubicBezTo>
                        <a:pt x="15924" y="2469"/>
                        <a:pt x="15820" y="2434"/>
                        <a:pt x="15694" y="2434"/>
                      </a:cubicBezTo>
                      <a:lnTo>
                        <a:pt x="14617" y="2434"/>
                      </a:lnTo>
                      <a:cubicBezTo>
                        <a:pt x="14491" y="2434"/>
                        <a:pt x="14381" y="2469"/>
                        <a:pt x="14381" y="2521"/>
                      </a:cubicBezTo>
                      <a:lnTo>
                        <a:pt x="14358" y="2918"/>
                      </a:lnTo>
                      <a:cubicBezTo>
                        <a:pt x="14347" y="2958"/>
                        <a:pt x="14445" y="3004"/>
                        <a:pt x="14583" y="3004"/>
                      </a:cubicBezTo>
                      <a:close/>
                      <a:moveTo>
                        <a:pt x="12333" y="3004"/>
                      </a:moveTo>
                      <a:lnTo>
                        <a:pt x="13426" y="3004"/>
                      </a:lnTo>
                      <a:cubicBezTo>
                        <a:pt x="13553" y="3004"/>
                        <a:pt x="13662" y="2964"/>
                        <a:pt x="13668" y="2918"/>
                      </a:cubicBezTo>
                      <a:lnTo>
                        <a:pt x="13697" y="2521"/>
                      </a:lnTo>
                      <a:cubicBezTo>
                        <a:pt x="13697" y="2469"/>
                        <a:pt x="13599" y="2434"/>
                        <a:pt x="13478" y="2434"/>
                      </a:cubicBezTo>
                      <a:lnTo>
                        <a:pt x="12402" y="2434"/>
                      </a:lnTo>
                      <a:cubicBezTo>
                        <a:pt x="12275" y="2434"/>
                        <a:pt x="12166" y="2469"/>
                        <a:pt x="12160" y="2521"/>
                      </a:cubicBezTo>
                      <a:lnTo>
                        <a:pt x="12108" y="2918"/>
                      </a:lnTo>
                      <a:cubicBezTo>
                        <a:pt x="12103" y="2958"/>
                        <a:pt x="12200" y="3004"/>
                        <a:pt x="12333" y="3004"/>
                      </a:cubicBezTo>
                      <a:close/>
                      <a:moveTo>
                        <a:pt x="10083" y="3004"/>
                      </a:moveTo>
                      <a:lnTo>
                        <a:pt x="11176" y="3004"/>
                      </a:lnTo>
                      <a:cubicBezTo>
                        <a:pt x="11303" y="3004"/>
                        <a:pt x="11418" y="2964"/>
                        <a:pt x="11418" y="2918"/>
                      </a:cubicBezTo>
                      <a:lnTo>
                        <a:pt x="11475" y="2521"/>
                      </a:lnTo>
                      <a:cubicBezTo>
                        <a:pt x="11481" y="2469"/>
                        <a:pt x="11383" y="2434"/>
                        <a:pt x="11251" y="2434"/>
                      </a:cubicBezTo>
                      <a:lnTo>
                        <a:pt x="10180" y="2434"/>
                      </a:lnTo>
                      <a:cubicBezTo>
                        <a:pt x="10054" y="2434"/>
                        <a:pt x="9944" y="2469"/>
                        <a:pt x="9939" y="2521"/>
                      </a:cubicBezTo>
                      <a:lnTo>
                        <a:pt x="9864" y="2918"/>
                      </a:lnTo>
                      <a:cubicBezTo>
                        <a:pt x="9847" y="2958"/>
                        <a:pt x="9950" y="3004"/>
                        <a:pt x="10083" y="3004"/>
                      </a:cubicBezTo>
                      <a:close/>
                      <a:moveTo>
                        <a:pt x="7827" y="3004"/>
                      </a:moveTo>
                      <a:lnTo>
                        <a:pt x="8920" y="3004"/>
                      </a:lnTo>
                      <a:cubicBezTo>
                        <a:pt x="9052" y="3004"/>
                        <a:pt x="9168" y="2964"/>
                        <a:pt x="9173" y="2918"/>
                      </a:cubicBezTo>
                      <a:lnTo>
                        <a:pt x="9254" y="2521"/>
                      </a:lnTo>
                      <a:cubicBezTo>
                        <a:pt x="9260" y="2469"/>
                        <a:pt x="9168" y="2434"/>
                        <a:pt x="9035" y="2434"/>
                      </a:cubicBezTo>
                      <a:lnTo>
                        <a:pt x="7965" y="2434"/>
                      </a:lnTo>
                      <a:cubicBezTo>
                        <a:pt x="7832" y="2434"/>
                        <a:pt x="7723" y="2469"/>
                        <a:pt x="7712" y="2521"/>
                      </a:cubicBezTo>
                      <a:lnTo>
                        <a:pt x="7614" y="2918"/>
                      </a:lnTo>
                      <a:cubicBezTo>
                        <a:pt x="7608" y="2958"/>
                        <a:pt x="7700" y="3004"/>
                        <a:pt x="7827" y="3004"/>
                      </a:cubicBezTo>
                      <a:close/>
                      <a:moveTo>
                        <a:pt x="5577" y="3004"/>
                      </a:moveTo>
                      <a:lnTo>
                        <a:pt x="6670" y="3004"/>
                      </a:lnTo>
                      <a:cubicBezTo>
                        <a:pt x="6802" y="3004"/>
                        <a:pt x="6917" y="2964"/>
                        <a:pt x="6929" y="2918"/>
                      </a:cubicBezTo>
                      <a:lnTo>
                        <a:pt x="7038" y="2521"/>
                      </a:lnTo>
                      <a:cubicBezTo>
                        <a:pt x="7050" y="2469"/>
                        <a:pt x="6958" y="2434"/>
                        <a:pt x="6825" y="2434"/>
                      </a:cubicBezTo>
                      <a:lnTo>
                        <a:pt x="5755" y="2434"/>
                      </a:lnTo>
                      <a:cubicBezTo>
                        <a:pt x="5628" y="2434"/>
                        <a:pt x="5513" y="2469"/>
                        <a:pt x="5496" y="2521"/>
                      </a:cubicBezTo>
                      <a:lnTo>
                        <a:pt x="5375" y="2918"/>
                      </a:lnTo>
                      <a:cubicBezTo>
                        <a:pt x="5352" y="2958"/>
                        <a:pt x="5450" y="3004"/>
                        <a:pt x="5577" y="3004"/>
                      </a:cubicBezTo>
                      <a:close/>
                      <a:moveTo>
                        <a:pt x="570" y="3004"/>
                      </a:moveTo>
                      <a:lnTo>
                        <a:pt x="4426" y="3004"/>
                      </a:lnTo>
                      <a:cubicBezTo>
                        <a:pt x="4558" y="3004"/>
                        <a:pt x="4679" y="2964"/>
                        <a:pt x="4690" y="2918"/>
                      </a:cubicBezTo>
                      <a:lnTo>
                        <a:pt x="4823" y="2521"/>
                      </a:lnTo>
                      <a:cubicBezTo>
                        <a:pt x="4834" y="2469"/>
                        <a:pt x="4742" y="2434"/>
                        <a:pt x="4621" y="2434"/>
                      </a:cubicBezTo>
                      <a:lnTo>
                        <a:pt x="829" y="2434"/>
                      </a:lnTo>
                      <a:cubicBezTo>
                        <a:pt x="696" y="2434"/>
                        <a:pt x="576" y="2469"/>
                        <a:pt x="553" y="2521"/>
                      </a:cubicBezTo>
                      <a:lnTo>
                        <a:pt x="374" y="2918"/>
                      </a:lnTo>
                      <a:cubicBezTo>
                        <a:pt x="345" y="2958"/>
                        <a:pt x="432" y="3004"/>
                        <a:pt x="570" y="3004"/>
                      </a:cubicBezTo>
                      <a:close/>
                      <a:moveTo>
                        <a:pt x="28078" y="3004"/>
                      </a:moveTo>
                      <a:lnTo>
                        <a:pt x="31934" y="3004"/>
                      </a:lnTo>
                      <a:cubicBezTo>
                        <a:pt x="32066" y="3004"/>
                        <a:pt x="32152" y="2964"/>
                        <a:pt x="32129" y="2918"/>
                      </a:cubicBezTo>
                      <a:lnTo>
                        <a:pt x="31945" y="2521"/>
                      </a:lnTo>
                      <a:cubicBezTo>
                        <a:pt x="31928" y="2469"/>
                        <a:pt x="31801" y="2434"/>
                        <a:pt x="31675" y="2434"/>
                      </a:cubicBezTo>
                      <a:lnTo>
                        <a:pt x="27882" y="2434"/>
                      </a:lnTo>
                      <a:cubicBezTo>
                        <a:pt x="27756" y="2434"/>
                        <a:pt x="27664" y="2469"/>
                        <a:pt x="27681" y="2521"/>
                      </a:cubicBezTo>
                      <a:lnTo>
                        <a:pt x="27813" y="2918"/>
                      </a:lnTo>
                      <a:cubicBezTo>
                        <a:pt x="27836" y="2958"/>
                        <a:pt x="27951" y="3004"/>
                        <a:pt x="28078" y="3004"/>
                      </a:cubicBezTo>
                      <a:close/>
                      <a:moveTo>
                        <a:pt x="26570" y="3764"/>
                      </a:moveTo>
                      <a:lnTo>
                        <a:pt x="27733" y="3764"/>
                      </a:lnTo>
                      <a:cubicBezTo>
                        <a:pt x="27871" y="3764"/>
                        <a:pt x="27963" y="3723"/>
                        <a:pt x="27940" y="3672"/>
                      </a:cubicBezTo>
                      <a:lnTo>
                        <a:pt x="27905" y="3551"/>
                      </a:lnTo>
                      <a:cubicBezTo>
                        <a:pt x="27894" y="3499"/>
                        <a:pt x="27767" y="3453"/>
                        <a:pt x="27641" y="3453"/>
                      </a:cubicBezTo>
                      <a:lnTo>
                        <a:pt x="26484" y="3453"/>
                      </a:lnTo>
                      <a:cubicBezTo>
                        <a:pt x="26351" y="3453"/>
                        <a:pt x="26254" y="3499"/>
                        <a:pt x="26265" y="3551"/>
                      </a:cubicBezTo>
                      <a:lnTo>
                        <a:pt x="26300" y="3672"/>
                      </a:lnTo>
                      <a:cubicBezTo>
                        <a:pt x="26311" y="3723"/>
                        <a:pt x="26432" y="3764"/>
                        <a:pt x="26570" y="3764"/>
                      </a:cubicBezTo>
                      <a:close/>
                      <a:moveTo>
                        <a:pt x="28832" y="3764"/>
                      </a:moveTo>
                      <a:lnTo>
                        <a:pt x="30000" y="3764"/>
                      </a:lnTo>
                      <a:cubicBezTo>
                        <a:pt x="30138" y="3764"/>
                        <a:pt x="30219" y="3723"/>
                        <a:pt x="30207" y="3672"/>
                      </a:cubicBezTo>
                      <a:lnTo>
                        <a:pt x="30040" y="3252"/>
                      </a:lnTo>
                      <a:cubicBezTo>
                        <a:pt x="30017" y="3206"/>
                        <a:pt x="29896" y="3165"/>
                        <a:pt x="29770" y="3165"/>
                      </a:cubicBezTo>
                      <a:lnTo>
                        <a:pt x="28619" y="3165"/>
                      </a:lnTo>
                      <a:cubicBezTo>
                        <a:pt x="28486" y="3165"/>
                        <a:pt x="28394" y="3206"/>
                        <a:pt x="28406" y="3252"/>
                      </a:cubicBezTo>
                      <a:lnTo>
                        <a:pt x="28550" y="3672"/>
                      </a:lnTo>
                      <a:cubicBezTo>
                        <a:pt x="28584" y="3723"/>
                        <a:pt x="28705" y="3764"/>
                        <a:pt x="28832" y="3764"/>
                      </a:cubicBezTo>
                      <a:close/>
                      <a:moveTo>
                        <a:pt x="31105" y="3764"/>
                      </a:moveTo>
                      <a:lnTo>
                        <a:pt x="32273" y="3764"/>
                      </a:lnTo>
                      <a:cubicBezTo>
                        <a:pt x="32411" y="3764"/>
                        <a:pt x="32492" y="3723"/>
                        <a:pt x="32475" y="3672"/>
                      </a:cubicBezTo>
                      <a:lnTo>
                        <a:pt x="32417" y="3551"/>
                      </a:lnTo>
                      <a:cubicBezTo>
                        <a:pt x="32394" y="3499"/>
                        <a:pt x="32267" y="3453"/>
                        <a:pt x="32135" y="3453"/>
                      </a:cubicBezTo>
                      <a:lnTo>
                        <a:pt x="30984" y="3453"/>
                      </a:lnTo>
                      <a:cubicBezTo>
                        <a:pt x="30857" y="3453"/>
                        <a:pt x="30760" y="3499"/>
                        <a:pt x="30783" y="3551"/>
                      </a:cubicBezTo>
                      <a:lnTo>
                        <a:pt x="30834" y="3672"/>
                      </a:lnTo>
                      <a:cubicBezTo>
                        <a:pt x="30857" y="3723"/>
                        <a:pt x="30978" y="3764"/>
                        <a:pt x="31105" y="3764"/>
                      </a:cubicBezTo>
                      <a:close/>
                      <a:moveTo>
                        <a:pt x="24268" y="3764"/>
                      </a:moveTo>
                      <a:lnTo>
                        <a:pt x="25379" y="3764"/>
                      </a:lnTo>
                      <a:cubicBezTo>
                        <a:pt x="25517" y="3764"/>
                        <a:pt x="25609" y="3723"/>
                        <a:pt x="25598" y="3672"/>
                      </a:cubicBezTo>
                      <a:lnTo>
                        <a:pt x="25488" y="3252"/>
                      </a:lnTo>
                      <a:cubicBezTo>
                        <a:pt x="25477" y="3206"/>
                        <a:pt x="25362" y="3165"/>
                        <a:pt x="25229" y="3165"/>
                      </a:cubicBezTo>
                      <a:lnTo>
                        <a:pt x="24130" y="3165"/>
                      </a:lnTo>
                      <a:cubicBezTo>
                        <a:pt x="23998" y="3165"/>
                        <a:pt x="23900" y="3206"/>
                        <a:pt x="23911" y="3252"/>
                      </a:cubicBezTo>
                      <a:lnTo>
                        <a:pt x="24009" y="3672"/>
                      </a:lnTo>
                      <a:cubicBezTo>
                        <a:pt x="24015" y="3723"/>
                        <a:pt x="24130" y="3764"/>
                        <a:pt x="24268" y="3764"/>
                      </a:cubicBezTo>
                      <a:close/>
                      <a:moveTo>
                        <a:pt x="9801" y="3252"/>
                      </a:moveTo>
                      <a:lnTo>
                        <a:pt x="9720" y="3672"/>
                      </a:lnTo>
                      <a:cubicBezTo>
                        <a:pt x="9714" y="3723"/>
                        <a:pt x="9812" y="3764"/>
                        <a:pt x="9944" y="3764"/>
                      </a:cubicBezTo>
                      <a:lnTo>
                        <a:pt x="20257" y="3764"/>
                      </a:lnTo>
                      <a:cubicBezTo>
                        <a:pt x="20395" y="3764"/>
                        <a:pt x="20499" y="3718"/>
                        <a:pt x="20487" y="3672"/>
                      </a:cubicBezTo>
                      <a:lnTo>
                        <a:pt x="20441" y="3252"/>
                      </a:lnTo>
                      <a:cubicBezTo>
                        <a:pt x="20430" y="3206"/>
                        <a:pt x="20326" y="3165"/>
                        <a:pt x="20194" y="3165"/>
                      </a:cubicBezTo>
                      <a:lnTo>
                        <a:pt x="10054" y="3165"/>
                      </a:lnTo>
                      <a:cubicBezTo>
                        <a:pt x="9921" y="3165"/>
                        <a:pt x="9806" y="3211"/>
                        <a:pt x="9801" y="3252"/>
                      </a:cubicBezTo>
                      <a:close/>
                      <a:moveTo>
                        <a:pt x="7125" y="3764"/>
                      </a:moveTo>
                      <a:lnTo>
                        <a:pt x="8765" y="3764"/>
                      </a:lnTo>
                      <a:cubicBezTo>
                        <a:pt x="8903" y="3764"/>
                        <a:pt x="9018" y="3723"/>
                        <a:pt x="9024" y="3672"/>
                      </a:cubicBezTo>
                      <a:lnTo>
                        <a:pt x="9110" y="3252"/>
                      </a:lnTo>
                      <a:cubicBezTo>
                        <a:pt x="9116" y="3206"/>
                        <a:pt x="9024" y="3165"/>
                        <a:pt x="8891" y="3165"/>
                      </a:cubicBezTo>
                      <a:lnTo>
                        <a:pt x="7280" y="3165"/>
                      </a:lnTo>
                      <a:cubicBezTo>
                        <a:pt x="7153" y="3165"/>
                        <a:pt x="7038" y="3206"/>
                        <a:pt x="7021" y="3252"/>
                      </a:cubicBezTo>
                      <a:lnTo>
                        <a:pt x="6917" y="3672"/>
                      </a:lnTo>
                      <a:cubicBezTo>
                        <a:pt x="6894" y="3723"/>
                        <a:pt x="6986" y="3764"/>
                        <a:pt x="7125" y="3764"/>
                      </a:cubicBezTo>
                      <a:close/>
                      <a:moveTo>
                        <a:pt x="4823" y="3764"/>
                      </a:moveTo>
                      <a:lnTo>
                        <a:pt x="5939" y="3764"/>
                      </a:lnTo>
                      <a:cubicBezTo>
                        <a:pt x="6071" y="3764"/>
                        <a:pt x="6187" y="3723"/>
                        <a:pt x="6204" y="3672"/>
                      </a:cubicBezTo>
                      <a:lnTo>
                        <a:pt x="6319" y="3252"/>
                      </a:lnTo>
                      <a:cubicBezTo>
                        <a:pt x="6330" y="3206"/>
                        <a:pt x="6238" y="3165"/>
                        <a:pt x="6106" y="3165"/>
                      </a:cubicBezTo>
                      <a:lnTo>
                        <a:pt x="5018" y="3165"/>
                      </a:lnTo>
                      <a:cubicBezTo>
                        <a:pt x="4886" y="3165"/>
                        <a:pt x="4765" y="3206"/>
                        <a:pt x="4748" y="3252"/>
                      </a:cubicBezTo>
                      <a:lnTo>
                        <a:pt x="4615" y="3672"/>
                      </a:lnTo>
                      <a:cubicBezTo>
                        <a:pt x="4592" y="3723"/>
                        <a:pt x="4690" y="3764"/>
                        <a:pt x="4823" y="3764"/>
                      </a:cubicBezTo>
                      <a:close/>
                      <a:moveTo>
                        <a:pt x="21437" y="3764"/>
                      </a:moveTo>
                      <a:lnTo>
                        <a:pt x="23077" y="3764"/>
                      </a:lnTo>
                      <a:cubicBezTo>
                        <a:pt x="23215" y="3764"/>
                        <a:pt x="23307" y="3723"/>
                        <a:pt x="23301" y="3672"/>
                      </a:cubicBezTo>
                      <a:lnTo>
                        <a:pt x="23221" y="3252"/>
                      </a:lnTo>
                      <a:cubicBezTo>
                        <a:pt x="23215" y="3206"/>
                        <a:pt x="23100" y="3165"/>
                        <a:pt x="22973" y="3165"/>
                      </a:cubicBezTo>
                      <a:lnTo>
                        <a:pt x="21362" y="3165"/>
                      </a:lnTo>
                      <a:cubicBezTo>
                        <a:pt x="21230" y="3165"/>
                        <a:pt x="21132" y="3206"/>
                        <a:pt x="21138" y="3252"/>
                      </a:cubicBezTo>
                      <a:lnTo>
                        <a:pt x="21195" y="3672"/>
                      </a:lnTo>
                      <a:cubicBezTo>
                        <a:pt x="21195" y="3723"/>
                        <a:pt x="21310" y="3764"/>
                        <a:pt x="21437" y="3764"/>
                      </a:cubicBezTo>
                      <a:close/>
                      <a:moveTo>
                        <a:pt x="2521" y="3764"/>
                      </a:moveTo>
                      <a:lnTo>
                        <a:pt x="3637" y="3764"/>
                      </a:lnTo>
                      <a:cubicBezTo>
                        <a:pt x="3770" y="3764"/>
                        <a:pt x="3885" y="3723"/>
                        <a:pt x="3908" y="3672"/>
                      </a:cubicBezTo>
                      <a:lnTo>
                        <a:pt x="4052" y="3252"/>
                      </a:lnTo>
                      <a:cubicBezTo>
                        <a:pt x="4069" y="3206"/>
                        <a:pt x="3982" y="3165"/>
                        <a:pt x="3844" y="3165"/>
                      </a:cubicBezTo>
                      <a:lnTo>
                        <a:pt x="2745" y="3165"/>
                      </a:lnTo>
                      <a:cubicBezTo>
                        <a:pt x="2613" y="3165"/>
                        <a:pt x="2492" y="3206"/>
                        <a:pt x="2469" y="3252"/>
                      </a:cubicBezTo>
                      <a:lnTo>
                        <a:pt x="2302" y="3672"/>
                      </a:lnTo>
                      <a:cubicBezTo>
                        <a:pt x="2296" y="3723"/>
                        <a:pt x="2388" y="3764"/>
                        <a:pt x="2521" y="3764"/>
                      </a:cubicBezTo>
                      <a:close/>
                      <a:moveTo>
                        <a:pt x="225" y="3764"/>
                      </a:moveTo>
                      <a:lnTo>
                        <a:pt x="1341" y="3764"/>
                      </a:lnTo>
                      <a:cubicBezTo>
                        <a:pt x="1479" y="3764"/>
                        <a:pt x="1600" y="3723"/>
                        <a:pt x="1623" y="3672"/>
                      </a:cubicBezTo>
                      <a:lnTo>
                        <a:pt x="1796" y="3252"/>
                      </a:lnTo>
                      <a:cubicBezTo>
                        <a:pt x="1813" y="3206"/>
                        <a:pt x="1721" y="3165"/>
                        <a:pt x="1594" y="3165"/>
                      </a:cubicBezTo>
                      <a:lnTo>
                        <a:pt x="489" y="3165"/>
                      </a:lnTo>
                      <a:cubicBezTo>
                        <a:pt x="363" y="3165"/>
                        <a:pt x="242" y="3206"/>
                        <a:pt x="207" y="3252"/>
                      </a:cubicBezTo>
                      <a:lnTo>
                        <a:pt x="23" y="3672"/>
                      </a:lnTo>
                      <a:cubicBezTo>
                        <a:pt x="0" y="3723"/>
                        <a:pt x="86" y="3764"/>
                        <a:pt x="225" y="376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7">
                  <a:extLst>
                    <a:ext uri="{FF2B5EF4-FFF2-40B4-BE49-F238E27FC236}">
                      <a16:creationId xmlns:a16="http://schemas.microsoft.com/office/drawing/2014/main" id="{15400559-DFAD-A8F7-D611-D0CF94C78915}"/>
                    </a:ext>
                  </a:extLst>
                </p:cNvPr>
                <p:cNvSpPr/>
                <p:nvPr/>
              </p:nvSpPr>
              <p:spPr>
                <a:xfrm>
                  <a:off x="6239159" y="3429258"/>
                  <a:ext cx="1890236" cy="219160"/>
                </a:xfrm>
                <a:custGeom>
                  <a:avLst/>
                  <a:gdLst/>
                  <a:ahLst/>
                  <a:cxnLst/>
                  <a:rect l="l" t="t" r="r" b="b"/>
                  <a:pathLst>
                    <a:path w="32516" h="3770" extrusionOk="0">
                      <a:moveTo>
                        <a:pt x="2866" y="242"/>
                      </a:moveTo>
                      <a:lnTo>
                        <a:pt x="1807" y="242"/>
                      </a:lnTo>
                      <a:cubicBezTo>
                        <a:pt x="1687" y="242"/>
                        <a:pt x="1606" y="207"/>
                        <a:pt x="1617" y="173"/>
                      </a:cubicBezTo>
                      <a:lnTo>
                        <a:pt x="1664" y="75"/>
                      </a:lnTo>
                      <a:cubicBezTo>
                        <a:pt x="1687" y="35"/>
                        <a:pt x="1790" y="6"/>
                        <a:pt x="1917" y="6"/>
                      </a:cubicBezTo>
                      <a:lnTo>
                        <a:pt x="2964" y="6"/>
                      </a:lnTo>
                      <a:cubicBezTo>
                        <a:pt x="3085" y="6"/>
                        <a:pt x="3166" y="40"/>
                        <a:pt x="3154" y="75"/>
                      </a:cubicBezTo>
                      <a:lnTo>
                        <a:pt x="3108" y="173"/>
                      </a:lnTo>
                      <a:cubicBezTo>
                        <a:pt x="3091" y="213"/>
                        <a:pt x="2981" y="242"/>
                        <a:pt x="2866" y="242"/>
                      </a:cubicBezTo>
                      <a:close/>
                      <a:moveTo>
                        <a:pt x="5088" y="0"/>
                      </a:moveTo>
                      <a:lnTo>
                        <a:pt x="4034" y="0"/>
                      </a:lnTo>
                      <a:cubicBezTo>
                        <a:pt x="3914" y="0"/>
                        <a:pt x="3804" y="35"/>
                        <a:pt x="3793" y="69"/>
                      </a:cubicBezTo>
                      <a:lnTo>
                        <a:pt x="3758" y="161"/>
                      </a:lnTo>
                      <a:cubicBezTo>
                        <a:pt x="3741" y="207"/>
                        <a:pt x="3827" y="236"/>
                        <a:pt x="3942" y="236"/>
                      </a:cubicBezTo>
                      <a:lnTo>
                        <a:pt x="5001" y="236"/>
                      </a:lnTo>
                      <a:cubicBezTo>
                        <a:pt x="5122" y="236"/>
                        <a:pt x="5231" y="201"/>
                        <a:pt x="5243" y="161"/>
                      </a:cubicBezTo>
                      <a:lnTo>
                        <a:pt x="5283" y="69"/>
                      </a:lnTo>
                      <a:cubicBezTo>
                        <a:pt x="5295" y="35"/>
                        <a:pt x="5208" y="0"/>
                        <a:pt x="5088" y="0"/>
                      </a:cubicBezTo>
                      <a:close/>
                      <a:moveTo>
                        <a:pt x="7217" y="0"/>
                      </a:moveTo>
                      <a:lnTo>
                        <a:pt x="6164" y="0"/>
                      </a:lnTo>
                      <a:cubicBezTo>
                        <a:pt x="6043" y="0"/>
                        <a:pt x="5945" y="35"/>
                        <a:pt x="5928" y="69"/>
                      </a:cubicBezTo>
                      <a:lnTo>
                        <a:pt x="5899" y="161"/>
                      </a:lnTo>
                      <a:cubicBezTo>
                        <a:pt x="5888" y="207"/>
                        <a:pt x="5968" y="236"/>
                        <a:pt x="6095" y="236"/>
                      </a:cubicBezTo>
                      <a:lnTo>
                        <a:pt x="7148" y="236"/>
                      </a:lnTo>
                      <a:cubicBezTo>
                        <a:pt x="7274" y="236"/>
                        <a:pt x="7378" y="201"/>
                        <a:pt x="7390" y="161"/>
                      </a:cubicBezTo>
                      <a:lnTo>
                        <a:pt x="7418" y="69"/>
                      </a:lnTo>
                      <a:cubicBezTo>
                        <a:pt x="7424" y="35"/>
                        <a:pt x="7332" y="0"/>
                        <a:pt x="7217" y="0"/>
                      </a:cubicBezTo>
                      <a:close/>
                      <a:moveTo>
                        <a:pt x="9340" y="0"/>
                      </a:moveTo>
                      <a:lnTo>
                        <a:pt x="8287" y="0"/>
                      </a:lnTo>
                      <a:cubicBezTo>
                        <a:pt x="8166" y="0"/>
                        <a:pt x="8063" y="35"/>
                        <a:pt x="8051" y="69"/>
                      </a:cubicBezTo>
                      <a:lnTo>
                        <a:pt x="8028" y="161"/>
                      </a:lnTo>
                      <a:cubicBezTo>
                        <a:pt x="8023" y="207"/>
                        <a:pt x="8109" y="236"/>
                        <a:pt x="8230" y="236"/>
                      </a:cubicBezTo>
                      <a:lnTo>
                        <a:pt x="9289" y="236"/>
                      </a:lnTo>
                      <a:cubicBezTo>
                        <a:pt x="9409" y="236"/>
                        <a:pt x="9507" y="201"/>
                        <a:pt x="9519" y="161"/>
                      </a:cubicBezTo>
                      <a:lnTo>
                        <a:pt x="9536" y="69"/>
                      </a:lnTo>
                      <a:cubicBezTo>
                        <a:pt x="9548" y="35"/>
                        <a:pt x="9461" y="0"/>
                        <a:pt x="9340" y="0"/>
                      </a:cubicBezTo>
                      <a:close/>
                      <a:moveTo>
                        <a:pt x="11470" y="0"/>
                      </a:moveTo>
                      <a:lnTo>
                        <a:pt x="10417" y="0"/>
                      </a:lnTo>
                      <a:cubicBezTo>
                        <a:pt x="10296" y="0"/>
                        <a:pt x="10192" y="35"/>
                        <a:pt x="10186" y="69"/>
                      </a:cubicBezTo>
                      <a:lnTo>
                        <a:pt x="10163" y="161"/>
                      </a:lnTo>
                      <a:cubicBezTo>
                        <a:pt x="10158" y="207"/>
                        <a:pt x="10250" y="236"/>
                        <a:pt x="10365" y="236"/>
                      </a:cubicBezTo>
                      <a:lnTo>
                        <a:pt x="11424" y="236"/>
                      </a:lnTo>
                      <a:cubicBezTo>
                        <a:pt x="11545" y="236"/>
                        <a:pt x="11648" y="201"/>
                        <a:pt x="11654" y="161"/>
                      </a:cubicBezTo>
                      <a:lnTo>
                        <a:pt x="11665" y="69"/>
                      </a:lnTo>
                      <a:cubicBezTo>
                        <a:pt x="11677" y="35"/>
                        <a:pt x="11579" y="0"/>
                        <a:pt x="11470" y="0"/>
                      </a:cubicBezTo>
                      <a:close/>
                      <a:moveTo>
                        <a:pt x="13587" y="0"/>
                      </a:moveTo>
                      <a:lnTo>
                        <a:pt x="12540" y="0"/>
                      </a:lnTo>
                      <a:cubicBezTo>
                        <a:pt x="12419" y="0"/>
                        <a:pt x="12316" y="35"/>
                        <a:pt x="12316" y="69"/>
                      </a:cubicBezTo>
                      <a:lnTo>
                        <a:pt x="12304" y="161"/>
                      </a:lnTo>
                      <a:cubicBezTo>
                        <a:pt x="12293" y="207"/>
                        <a:pt x="12390" y="236"/>
                        <a:pt x="12511" y="236"/>
                      </a:cubicBezTo>
                      <a:lnTo>
                        <a:pt x="13570" y="236"/>
                      </a:lnTo>
                      <a:cubicBezTo>
                        <a:pt x="13691" y="236"/>
                        <a:pt x="13789" y="201"/>
                        <a:pt x="13789" y="161"/>
                      </a:cubicBezTo>
                      <a:lnTo>
                        <a:pt x="13800" y="69"/>
                      </a:lnTo>
                      <a:cubicBezTo>
                        <a:pt x="13806" y="35"/>
                        <a:pt x="13714" y="0"/>
                        <a:pt x="13587" y="0"/>
                      </a:cubicBezTo>
                      <a:close/>
                      <a:moveTo>
                        <a:pt x="15717" y="0"/>
                      </a:moveTo>
                      <a:lnTo>
                        <a:pt x="14669" y="0"/>
                      </a:lnTo>
                      <a:cubicBezTo>
                        <a:pt x="14549" y="0"/>
                        <a:pt x="14451" y="35"/>
                        <a:pt x="14445" y="69"/>
                      </a:cubicBezTo>
                      <a:lnTo>
                        <a:pt x="14439" y="161"/>
                      </a:lnTo>
                      <a:cubicBezTo>
                        <a:pt x="14439" y="207"/>
                        <a:pt x="14531" y="236"/>
                        <a:pt x="14652" y="236"/>
                      </a:cubicBezTo>
                      <a:lnTo>
                        <a:pt x="15711" y="236"/>
                      </a:lnTo>
                      <a:cubicBezTo>
                        <a:pt x="15832" y="236"/>
                        <a:pt x="15930" y="201"/>
                        <a:pt x="15930" y="161"/>
                      </a:cubicBezTo>
                      <a:lnTo>
                        <a:pt x="15930" y="69"/>
                      </a:lnTo>
                      <a:cubicBezTo>
                        <a:pt x="15935" y="35"/>
                        <a:pt x="15843" y="0"/>
                        <a:pt x="15717" y="0"/>
                      </a:cubicBezTo>
                      <a:close/>
                      <a:moveTo>
                        <a:pt x="17846" y="0"/>
                      </a:moveTo>
                      <a:lnTo>
                        <a:pt x="16799" y="0"/>
                      </a:lnTo>
                      <a:cubicBezTo>
                        <a:pt x="16678" y="0"/>
                        <a:pt x="16580" y="35"/>
                        <a:pt x="16580" y="69"/>
                      </a:cubicBezTo>
                      <a:lnTo>
                        <a:pt x="16580" y="161"/>
                      </a:lnTo>
                      <a:cubicBezTo>
                        <a:pt x="16580" y="207"/>
                        <a:pt x="16684" y="236"/>
                        <a:pt x="16799" y="236"/>
                      </a:cubicBezTo>
                      <a:lnTo>
                        <a:pt x="17858" y="236"/>
                      </a:lnTo>
                      <a:cubicBezTo>
                        <a:pt x="17978" y="236"/>
                        <a:pt x="18071" y="201"/>
                        <a:pt x="18071" y="161"/>
                      </a:cubicBezTo>
                      <a:lnTo>
                        <a:pt x="18065" y="69"/>
                      </a:lnTo>
                      <a:cubicBezTo>
                        <a:pt x="18065" y="35"/>
                        <a:pt x="17961" y="0"/>
                        <a:pt x="17846" y="0"/>
                      </a:cubicBezTo>
                      <a:close/>
                      <a:moveTo>
                        <a:pt x="19970" y="0"/>
                      </a:moveTo>
                      <a:lnTo>
                        <a:pt x="18922" y="0"/>
                      </a:lnTo>
                      <a:cubicBezTo>
                        <a:pt x="18796" y="0"/>
                        <a:pt x="18704" y="35"/>
                        <a:pt x="18709" y="69"/>
                      </a:cubicBezTo>
                      <a:lnTo>
                        <a:pt x="18721" y="161"/>
                      </a:lnTo>
                      <a:cubicBezTo>
                        <a:pt x="18721" y="207"/>
                        <a:pt x="18819" y="236"/>
                        <a:pt x="18939" y="236"/>
                      </a:cubicBezTo>
                      <a:lnTo>
                        <a:pt x="19998" y="236"/>
                      </a:lnTo>
                      <a:cubicBezTo>
                        <a:pt x="20119" y="236"/>
                        <a:pt x="20217" y="201"/>
                        <a:pt x="20206" y="161"/>
                      </a:cubicBezTo>
                      <a:lnTo>
                        <a:pt x="20194" y="69"/>
                      </a:lnTo>
                      <a:cubicBezTo>
                        <a:pt x="20194" y="35"/>
                        <a:pt x="20090" y="0"/>
                        <a:pt x="19970" y="0"/>
                      </a:cubicBezTo>
                      <a:close/>
                      <a:moveTo>
                        <a:pt x="22099" y="0"/>
                      </a:moveTo>
                      <a:lnTo>
                        <a:pt x="21052" y="0"/>
                      </a:lnTo>
                      <a:cubicBezTo>
                        <a:pt x="20925" y="0"/>
                        <a:pt x="20839" y="35"/>
                        <a:pt x="20839" y="69"/>
                      </a:cubicBezTo>
                      <a:lnTo>
                        <a:pt x="20856" y="161"/>
                      </a:lnTo>
                      <a:cubicBezTo>
                        <a:pt x="20862" y="207"/>
                        <a:pt x="20965" y="236"/>
                        <a:pt x="21086" y="236"/>
                      </a:cubicBezTo>
                      <a:lnTo>
                        <a:pt x="22139" y="236"/>
                      </a:lnTo>
                      <a:cubicBezTo>
                        <a:pt x="22266" y="236"/>
                        <a:pt x="22352" y="201"/>
                        <a:pt x="22346" y="161"/>
                      </a:cubicBezTo>
                      <a:lnTo>
                        <a:pt x="22323" y="69"/>
                      </a:lnTo>
                      <a:cubicBezTo>
                        <a:pt x="22323" y="35"/>
                        <a:pt x="22214" y="0"/>
                        <a:pt x="22099" y="0"/>
                      </a:cubicBezTo>
                      <a:close/>
                      <a:moveTo>
                        <a:pt x="24222" y="0"/>
                      </a:moveTo>
                      <a:lnTo>
                        <a:pt x="23169" y="0"/>
                      </a:lnTo>
                      <a:cubicBezTo>
                        <a:pt x="23048" y="0"/>
                        <a:pt x="22962" y="35"/>
                        <a:pt x="22968" y="69"/>
                      </a:cubicBezTo>
                      <a:lnTo>
                        <a:pt x="22991" y="161"/>
                      </a:lnTo>
                      <a:cubicBezTo>
                        <a:pt x="22997" y="207"/>
                        <a:pt x="23106" y="236"/>
                        <a:pt x="23221" y="236"/>
                      </a:cubicBezTo>
                      <a:lnTo>
                        <a:pt x="24280" y="236"/>
                      </a:lnTo>
                      <a:cubicBezTo>
                        <a:pt x="24401" y="236"/>
                        <a:pt x="24487" y="201"/>
                        <a:pt x="24481" y="161"/>
                      </a:cubicBezTo>
                      <a:lnTo>
                        <a:pt x="24458" y="69"/>
                      </a:lnTo>
                      <a:cubicBezTo>
                        <a:pt x="24447" y="35"/>
                        <a:pt x="24343" y="0"/>
                        <a:pt x="24222" y="0"/>
                      </a:cubicBezTo>
                      <a:close/>
                      <a:moveTo>
                        <a:pt x="26352" y="0"/>
                      </a:moveTo>
                      <a:lnTo>
                        <a:pt x="25299" y="0"/>
                      </a:lnTo>
                      <a:cubicBezTo>
                        <a:pt x="25178" y="0"/>
                        <a:pt x="25091" y="35"/>
                        <a:pt x="25109" y="69"/>
                      </a:cubicBezTo>
                      <a:lnTo>
                        <a:pt x="25137" y="161"/>
                      </a:lnTo>
                      <a:cubicBezTo>
                        <a:pt x="25149" y="207"/>
                        <a:pt x="25253" y="236"/>
                        <a:pt x="25373" y="236"/>
                      </a:cubicBezTo>
                      <a:lnTo>
                        <a:pt x="26432" y="236"/>
                      </a:lnTo>
                      <a:cubicBezTo>
                        <a:pt x="26553" y="236"/>
                        <a:pt x="26639" y="201"/>
                        <a:pt x="26622" y="161"/>
                      </a:cubicBezTo>
                      <a:lnTo>
                        <a:pt x="26593" y="69"/>
                      </a:lnTo>
                      <a:cubicBezTo>
                        <a:pt x="26576" y="35"/>
                        <a:pt x="26467" y="0"/>
                        <a:pt x="26352" y="0"/>
                      </a:cubicBezTo>
                      <a:close/>
                      <a:moveTo>
                        <a:pt x="28475" y="0"/>
                      </a:moveTo>
                      <a:lnTo>
                        <a:pt x="27422" y="0"/>
                      </a:lnTo>
                      <a:cubicBezTo>
                        <a:pt x="27301" y="0"/>
                        <a:pt x="27221" y="35"/>
                        <a:pt x="27226" y="69"/>
                      </a:cubicBezTo>
                      <a:lnTo>
                        <a:pt x="27267" y="161"/>
                      </a:lnTo>
                      <a:cubicBezTo>
                        <a:pt x="27278" y="207"/>
                        <a:pt x="27388" y="236"/>
                        <a:pt x="27508" y="236"/>
                      </a:cubicBezTo>
                      <a:lnTo>
                        <a:pt x="28567" y="236"/>
                      </a:lnTo>
                      <a:cubicBezTo>
                        <a:pt x="28688" y="236"/>
                        <a:pt x="28769" y="201"/>
                        <a:pt x="28751" y="161"/>
                      </a:cubicBezTo>
                      <a:lnTo>
                        <a:pt x="28717" y="69"/>
                      </a:lnTo>
                      <a:cubicBezTo>
                        <a:pt x="28705" y="35"/>
                        <a:pt x="28596" y="0"/>
                        <a:pt x="28475" y="0"/>
                      </a:cubicBezTo>
                      <a:close/>
                      <a:moveTo>
                        <a:pt x="30605" y="0"/>
                      </a:moveTo>
                      <a:lnTo>
                        <a:pt x="29551" y="0"/>
                      </a:lnTo>
                      <a:cubicBezTo>
                        <a:pt x="29431" y="0"/>
                        <a:pt x="29350" y="35"/>
                        <a:pt x="29367" y="69"/>
                      </a:cubicBezTo>
                      <a:lnTo>
                        <a:pt x="29408" y="161"/>
                      </a:lnTo>
                      <a:cubicBezTo>
                        <a:pt x="29425" y="207"/>
                        <a:pt x="29540" y="236"/>
                        <a:pt x="29655" y="236"/>
                      </a:cubicBezTo>
                      <a:lnTo>
                        <a:pt x="30708" y="236"/>
                      </a:lnTo>
                      <a:cubicBezTo>
                        <a:pt x="30835" y="236"/>
                        <a:pt x="30910" y="201"/>
                        <a:pt x="30898" y="161"/>
                      </a:cubicBezTo>
                      <a:lnTo>
                        <a:pt x="30852" y="69"/>
                      </a:lnTo>
                      <a:cubicBezTo>
                        <a:pt x="30835" y="35"/>
                        <a:pt x="30720" y="0"/>
                        <a:pt x="30605" y="0"/>
                      </a:cubicBezTo>
                      <a:close/>
                      <a:moveTo>
                        <a:pt x="2751" y="386"/>
                      </a:moveTo>
                      <a:lnTo>
                        <a:pt x="1733" y="386"/>
                      </a:lnTo>
                      <a:cubicBezTo>
                        <a:pt x="1612" y="386"/>
                        <a:pt x="1502" y="420"/>
                        <a:pt x="1485" y="460"/>
                      </a:cubicBezTo>
                      <a:lnTo>
                        <a:pt x="1324" y="811"/>
                      </a:lnTo>
                      <a:cubicBezTo>
                        <a:pt x="1301" y="852"/>
                        <a:pt x="1387" y="892"/>
                        <a:pt x="1514" y="892"/>
                      </a:cubicBezTo>
                      <a:lnTo>
                        <a:pt x="2538" y="892"/>
                      </a:lnTo>
                      <a:cubicBezTo>
                        <a:pt x="2665" y="892"/>
                        <a:pt x="2780" y="852"/>
                        <a:pt x="2791" y="811"/>
                      </a:cubicBezTo>
                      <a:lnTo>
                        <a:pt x="2935" y="460"/>
                      </a:lnTo>
                      <a:cubicBezTo>
                        <a:pt x="2958" y="420"/>
                        <a:pt x="2872" y="386"/>
                        <a:pt x="2751" y="386"/>
                      </a:cubicBezTo>
                      <a:close/>
                      <a:moveTo>
                        <a:pt x="4829" y="386"/>
                      </a:moveTo>
                      <a:lnTo>
                        <a:pt x="3816" y="386"/>
                      </a:lnTo>
                      <a:cubicBezTo>
                        <a:pt x="3689" y="386"/>
                        <a:pt x="3586" y="420"/>
                        <a:pt x="3568" y="460"/>
                      </a:cubicBezTo>
                      <a:lnTo>
                        <a:pt x="3430" y="811"/>
                      </a:lnTo>
                      <a:cubicBezTo>
                        <a:pt x="3419" y="852"/>
                        <a:pt x="3505" y="892"/>
                        <a:pt x="3626" y="892"/>
                      </a:cubicBezTo>
                      <a:lnTo>
                        <a:pt x="4656" y="892"/>
                      </a:lnTo>
                      <a:cubicBezTo>
                        <a:pt x="4777" y="892"/>
                        <a:pt x="4892" y="852"/>
                        <a:pt x="4909" y="811"/>
                      </a:cubicBezTo>
                      <a:lnTo>
                        <a:pt x="5030" y="460"/>
                      </a:lnTo>
                      <a:cubicBezTo>
                        <a:pt x="5036" y="420"/>
                        <a:pt x="4950" y="386"/>
                        <a:pt x="4829" y="386"/>
                      </a:cubicBezTo>
                      <a:close/>
                      <a:moveTo>
                        <a:pt x="6906" y="386"/>
                      </a:moveTo>
                      <a:lnTo>
                        <a:pt x="5893" y="386"/>
                      </a:lnTo>
                      <a:cubicBezTo>
                        <a:pt x="5772" y="386"/>
                        <a:pt x="5663" y="420"/>
                        <a:pt x="5646" y="460"/>
                      </a:cubicBezTo>
                      <a:lnTo>
                        <a:pt x="5531" y="811"/>
                      </a:lnTo>
                      <a:cubicBezTo>
                        <a:pt x="5519" y="852"/>
                        <a:pt x="5606" y="892"/>
                        <a:pt x="5726" y="892"/>
                      </a:cubicBezTo>
                      <a:lnTo>
                        <a:pt x="6757" y="892"/>
                      </a:lnTo>
                      <a:cubicBezTo>
                        <a:pt x="6877" y="892"/>
                        <a:pt x="6987" y="852"/>
                        <a:pt x="6998" y="811"/>
                      </a:cubicBezTo>
                      <a:lnTo>
                        <a:pt x="7102" y="460"/>
                      </a:lnTo>
                      <a:cubicBezTo>
                        <a:pt x="7113" y="420"/>
                        <a:pt x="7027" y="386"/>
                        <a:pt x="6906" y="386"/>
                      </a:cubicBezTo>
                      <a:close/>
                      <a:moveTo>
                        <a:pt x="8984" y="386"/>
                      </a:moveTo>
                      <a:lnTo>
                        <a:pt x="7971" y="386"/>
                      </a:lnTo>
                      <a:cubicBezTo>
                        <a:pt x="7850" y="386"/>
                        <a:pt x="7741" y="420"/>
                        <a:pt x="7735" y="460"/>
                      </a:cubicBezTo>
                      <a:lnTo>
                        <a:pt x="7637" y="811"/>
                      </a:lnTo>
                      <a:cubicBezTo>
                        <a:pt x="7626" y="852"/>
                        <a:pt x="7718" y="892"/>
                        <a:pt x="7838" y="892"/>
                      </a:cubicBezTo>
                      <a:lnTo>
                        <a:pt x="8869" y="892"/>
                      </a:lnTo>
                      <a:cubicBezTo>
                        <a:pt x="8989" y="892"/>
                        <a:pt x="9099" y="852"/>
                        <a:pt x="9110" y="811"/>
                      </a:cubicBezTo>
                      <a:lnTo>
                        <a:pt x="9185" y="460"/>
                      </a:lnTo>
                      <a:cubicBezTo>
                        <a:pt x="9197" y="420"/>
                        <a:pt x="9110" y="386"/>
                        <a:pt x="8984" y="386"/>
                      </a:cubicBezTo>
                      <a:close/>
                      <a:moveTo>
                        <a:pt x="11067" y="386"/>
                      </a:moveTo>
                      <a:lnTo>
                        <a:pt x="10048" y="386"/>
                      </a:lnTo>
                      <a:cubicBezTo>
                        <a:pt x="9927" y="386"/>
                        <a:pt x="9830" y="420"/>
                        <a:pt x="9818" y="460"/>
                      </a:cubicBezTo>
                      <a:lnTo>
                        <a:pt x="9749" y="811"/>
                      </a:lnTo>
                      <a:cubicBezTo>
                        <a:pt x="9743" y="852"/>
                        <a:pt x="9835" y="892"/>
                        <a:pt x="9956" y="892"/>
                      </a:cubicBezTo>
                      <a:lnTo>
                        <a:pt x="10986" y="892"/>
                      </a:lnTo>
                      <a:cubicBezTo>
                        <a:pt x="11107" y="892"/>
                        <a:pt x="11217" y="852"/>
                        <a:pt x="11217" y="811"/>
                      </a:cubicBezTo>
                      <a:lnTo>
                        <a:pt x="11274" y="460"/>
                      </a:lnTo>
                      <a:cubicBezTo>
                        <a:pt x="11280" y="420"/>
                        <a:pt x="11188" y="386"/>
                        <a:pt x="11067" y="386"/>
                      </a:cubicBezTo>
                      <a:close/>
                      <a:moveTo>
                        <a:pt x="13144" y="386"/>
                      </a:moveTo>
                      <a:lnTo>
                        <a:pt x="12132" y="386"/>
                      </a:lnTo>
                      <a:cubicBezTo>
                        <a:pt x="12005" y="386"/>
                        <a:pt x="11907" y="420"/>
                        <a:pt x="11901" y="460"/>
                      </a:cubicBezTo>
                      <a:lnTo>
                        <a:pt x="11850" y="811"/>
                      </a:lnTo>
                      <a:cubicBezTo>
                        <a:pt x="11844" y="852"/>
                        <a:pt x="11936" y="892"/>
                        <a:pt x="12057" y="892"/>
                      </a:cubicBezTo>
                      <a:lnTo>
                        <a:pt x="13087" y="892"/>
                      </a:lnTo>
                      <a:cubicBezTo>
                        <a:pt x="13208" y="892"/>
                        <a:pt x="13311" y="852"/>
                        <a:pt x="13317" y="811"/>
                      </a:cubicBezTo>
                      <a:lnTo>
                        <a:pt x="13346" y="460"/>
                      </a:lnTo>
                      <a:cubicBezTo>
                        <a:pt x="13357" y="420"/>
                        <a:pt x="13265" y="386"/>
                        <a:pt x="13144" y="386"/>
                      </a:cubicBezTo>
                      <a:close/>
                      <a:moveTo>
                        <a:pt x="15222" y="386"/>
                      </a:moveTo>
                      <a:lnTo>
                        <a:pt x="14209" y="386"/>
                      </a:lnTo>
                      <a:cubicBezTo>
                        <a:pt x="14088" y="386"/>
                        <a:pt x="13985" y="420"/>
                        <a:pt x="13985" y="460"/>
                      </a:cubicBezTo>
                      <a:lnTo>
                        <a:pt x="13962" y="811"/>
                      </a:lnTo>
                      <a:cubicBezTo>
                        <a:pt x="13962" y="852"/>
                        <a:pt x="14059" y="892"/>
                        <a:pt x="14180" y="892"/>
                      </a:cubicBezTo>
                      <a:lnTo>
                        <a:pt x="15210" y="892"/>
                      </a:lnTo>
                      <a:cubicBezTo>
                        <a:pt x="15331" y="892"/>
                        <a:pt x="15429" y="852"/>
                        <a:pt x="15429" y="811"/>
                      </a:cubicBezTo>
                      <a:lnTo>
                        <a:pt x="15441" y="460"/>
                      </a:lnTo>
                      <a:cubicBezTo>
                        <a:pt x="15441" y="420"/>
                        <a:pt x="15343" y="386"/>
                        <a:pt x="15222" y="386"/>
                      </a:cubicBezTo>
                      <a:close/>
                      <a:moveTo>
                        <a:pt x="17299" y="386"/>
                      </a:moveTo>
                      <a:lnTo>
                        <a:pt x="16287" y="386"/>
                      </a:lnTo>
                      <a:cubicBezTo>
                        <a:pt x="16166" y="386"/>
                        <a:pt x="16074" y="420"/>
                        <a:pt x="16074" y="460"/>
                      </a:cubicBezTo>
                      <a:lnTo>
                        <a:pt x="16074" y="811"/>
                      </a:lnTo>
                      <a:cubicBezTo>
                        <a:pt x="16074" y="852"/>
                        <a:pt x="16171" y="892"/>
                        <a:pt x="16292" y="892"/>
                      </a:cubicBezTo>
                      <a:lnTo>
                        <a:pt x="17322" y="892"/>
                      </a:lnTo>
                      <a:cubicBezTo>
                        <a:pt x="17443" y="892"/>
                        <a:pt x="17547" y="852"/>
                        <a:pt x="17541" y="811"/>
                      </a:cubicBezTo>
                      <a:lnTo>
                        <a:pt x="17524" y="460"/>
                      </a:lnTo>
                      <a:cubicBezTo>
                        <a:pt x="17518" y="420"/>
                        <a:pt x="17426" y="386"/>
                        <a:pt x="17299" y="386"/>
                      </a:cubicBezTo>
                      <a:close/>
                      <a:moveTo>
                        <a:pt x="19383" y="386"/>
                      </a:moveTo>
                      <a:lnTo>
                        <a:pt x="18364" y="386"/>
                      </a:lnTo>
                      <a:cubicBezTo>
                        <a:pt x="18243" y="386"/>
                        <a:pt x="18151" y="420"/>
                        <a:pt x="18151" y="460"/>
                      </a:cubicBezTo>
                      <a:lnTo>
                        <a:pt x="18174" y="811"/>
                      </a:lnTo>
                      <a:cubicBezTo>
                        <a:pt x="18174" y="852"/>
                        <a:pt x="18272" y="892"/>
                        <a:pt x="18393" y="892"/>
                      </a:cubicBezTo>
                      <a:lnTo>
                        <a:pt x="19423" y="892"/>
                      </a:lnTo>
                      <a:cubicBezTo>
                        <a:pt x="19544" y="892"/>
                        <a:pt x="19642" y="852"/>
                        <a:pt x="19642" y="811"/>
                      </a:cubicBezTo>
                      <a:lnTo>
                        <a:pt x="19601" y="460"/>
                      </a:lnTo>
                      <a:cubicBezTo>
                        <a:pt x="19601" y="420"/>
                        <a:pt x="19503" y="386"/>
                        <a:pt x="19383" y="386"/>
                      </a:cubicBezTo>
                      <a:close/>
                      <a:moveTo>
                        <a:pt x="21460" y="386"/>
                      </a:moveTo>
                      <a:lnTo>
                        <a:pt x="20447" y="386"/>
                      </a:lnTo>
                      <a:cubicBezTo>
                        <a:pt x="20321" y="386"/>
                        <a:pt x="20229" y="420"/>
                        <a:pt x="20234" y="460"/>
                      </a:cubicBezTo>
                      <a:lnTo>
                        <a:pt x="20280" y="811"/>
                      </a:lnTo>
                      <a:cubicBezTo>
                        <a:pt x="20286" y="852"/>
                        <a:pt x="20390" y="892"/>
                        <a:pt x="20511" y="892"/>
                      </a:cubicBezTo>
                      <a:lnTo>
                        <a:pt x="21541" y="892"/>
                      </a:lnTo>
                      <a:cubicBezTo>
                        <a:pt x="21662" y="892"/>
                        <a:pt x="21754" y="852"/>
                        <a:pt x="21748" y="811"/>
                      </a:cubicBezTo>
                      <a:lnTo>
                        <a:pt x="21690" y="460"/>
                      </a:lnTo>
                      <a:cubicBezTo>
                        <a:pt x="21685" y="420"/>
                        <a:pt x="21575" y="386"/>
                        <a:pt x="21460" y="386"/>
                      </a:cubicBezTo>
                      <a:close/>
                      <a:moveTo>
                        <a:pt x="23538" y="386"/>
                      </a:moveTo>
                      <a:lnTo>
                        <a:pt x="22525" y="386"/>
                      </a:lnTo>
                      <a:cubicBezTo>
                        <a:pt x="22404" y="386"/>
                        <a:pt x="22318" y="420"/>
                        <a:pt x="22323" y="460"/>
                      </a:cubicBezTo>
                      <a:lnTo>
                        <a:pt x="22387" y="811"/>
                      </a:lnTo>
                      <a:cubicBezTo>
                        <a:pt x="22392" y="852"/>
                        <a:pt x="22502" y="892"/>
                        <a:pt x="22623" y="892"/>
                      </a:cubicBezTo>
                      <a:lnTo>
                        <a:pt x="23653" y="892"/>
                      </a:lnTo>
                      <a:cubicBezTo>
                        <a:pt x="23774" y="892"/>
                        <a:pt x="23871" y="852"/>
                        <a:pt x="23854" y="811"/>
                      </a:cubicBezTo>
                      <a:lnTo>
                        <a:pt x="23774" y="460"/>
                      </a:lnTo>
                      <a:cubicBezTo>
                        <a:pt x="23762" y="420"/>
                        <a:pt x="23653" y="386"/>
                        <a:pt x="23538" y="386"/>
                      </a:cubicBezTo>
                      <a:close/>
                      <a:moveTo>
                        <a:pt x="25615" y="386"/>
                      </a:moveTo>
                      <a:lnTo>
                        <a:pt x="24602" y="386"/>
                      </a:lnTo>
                      <a:cubicBezTo>
                        <a:pt x="24481" y="386"/>
                        <a:pt x="24395" y="420"/>
                        <a:pt x="24401" y="460"/>
                      </a:cubicBezTo>
                      <a:lnTo>
                        <a:pt x="24487" y="811"/>
                      </a:lnTo>
                      <a:cubicBezTo>
                        <a:pt x="24493" y="852"/>
                        <a:pt x="24608" y="892"/>
                        <a:pt x="24735" y="892"/>
                      </a:cubicBezTo>
                      <a:lnTo>
                        <a:pt x="25759" y="892"/>
                      </a:lnTo>
                      <a:cubicBezTo>
                        <a:pt x="25886" y="892"/>
                        <a:pt x="25972" y="852"/>
                        <a:pt x="25960" y="811"/>
                      </a:cubicBezTo>
                      <a:lnTo>
                        <a:pt x="25863" y="460"/>
                      </a:lnTo>
                      <a:cubicBezTo>
                        <a:pt x="25840" y="420"/>
                        <a:pt x="25730" y="386"/>
                        <a:pt x="25615" y="386"/>
                      </a:cubicBezTo>
                      <a:close/>
                      <a:moveTo>
                        <a:pt x="27698" y="386"/>
                      </a:moveTo>
                      <a:lnTo>
                        <a:pt x="26680" y="386"/>
                      </a:lnTo>
                      <a:cubicBezTo>
                        <a:pt x="26559" y="386"/>
                        <a:pt x="26473" y="420"/>
                        <a:pt x="26490" y="460"/>
                      </a:cubicBezTo>
                      <a:lnTo>
                        <a:pt x="26593" y="811"/>
                      </a:lnTo>
                      <a:cubicBezTo>
                        <a:pt x="26611" y="852"/>
                        <a:pt x="26720" y="892"/>
                        <a:pt x="26841" y="892"/>
                      </a:cubicBezTo>
                      <a:lnTo>
                        <a:pt x="27871" y="892"/>
                      </a:lnTo>
                      <a:cubicBezTo>
                        <a:pt x="27992" y="892"/>
                        <a:pt x="28078" y="852"/>
                        <a:pt x="28061" y="811"/>
                      </a:cubicBezTo>
                      <a:lnTo>
                        <a:pt x="27934" y="460"/>
                      </a:lnTo>
                      <a:cubicBezTo>
                        <a:pt x="27929" y="420"/>
                        <a:pt x="27813" y="386"/>
                        <a:pt x="27698" y="386"/>
                      </a:cubicBezTo>
                      <a:close/>
                      <a:moveTo>
                        <a:pt x="30777" y="386"/>
                      </a:moveTo>
                      <a:lnTo>
                        <a:pt x="28763" y="386"/>
                      </a:lnTo>
                      <a:cubicBezTo>
                        <a:pt x="28636" y="386"/>
                        <a:pt x="28550" y="420"/>
                        <a:pt x="28573" y="460"/>
                      </a:cubicBezTo>
                      <a:lnTo>
                        <a:pt x="28711" y="811"/>
                      </a:lnTo>
                      <a:cubicBezTo>
                        <a:pt x="28723" y="852"/>
                        <a:pt x="28838" y="892"/>
                        <a:pt x="28964" y="892"/>
                      </a:cubicBezTo>
                      <a:lnTo>
                        <a:pt x="31013" y="892"/>
                      </a:lnTo>
                      <a:cubicBezTo>
                        <a:pt x="31134" y="892"/>
                        <a:pt x="31220" y="852"/>
                        <a:pt x="31197" y="811"/>
                      </a:cubicBezTo>
                      <a:lnTo>
                        <a:pt x="31042" y="460"/>
                      </a:lnTo>
                      <a:cubicBezTo>
                        <a:pt x="31013" y="420"/>
                        <a:pt x="30898" y="386"/>
                        <a:pt x="30777" y="386"/>
                      </a:cubicBezTo>
                      <a:close/>
                      <a:moveTo>
                        <a:pt x="30259" y="1565"/>
                      </a:moveTo>
                      <a:lnTo>
                        <a:pt x="31307" y="1565"/>
                      </a:lnTo>
                      <a:cubicBezTo>
                        <a:pt x="31427" y="1565"/>
                        <a:pt x="31514" y="1531"/>
                        <a:pt x="31497" y="1485"/>
                      </a:cubicBezTo>
                      <a:lnTo>
                        <a:pt x="31330" y="1116"/>
                      </a:lnTo>
                      <a:cubicBezTo>
                        <a:pt x="31307" y="1076"/>
                        <a:pt x="31192" y="1042"/>
                        <a:pt x="31071" y="1042"/>
                      </a:cubicBezTo>
                      <a:lnTo>
                        <a:pt x="30041" y="1042"/>
                      </a:lnTo>
                      <a:cubicBezTo>
                        <a:pt x="29920" y="1042"/>
                        <a:pt x="29833" y="1076"/>
                        <a:pt x="29845" y="1116"/>
                      </a:cubicBezTo>
                      <a:lnTo>
                        <a:pt x="30000" y="1485"/>
                      </a:lnTo>
                      <a:cubicBezTo>
                        <a:pt x="30012" y="1531"/>
                        <a:pt x="30133" y="1565"/>
                        <a:pt x="30259" y="1565"/>
                      </a:cubicBezTo>
                      <a:close/>
                      <a:moveTo>
                        <a:pt x="28101" y="1565"/>
                      </a:moveTo>
                      <a:lnTo>
                        <a:pt x="29149" y="1565"/>
                      </a:lnTo>
                      <a:cubicBezTo>
                        <a:pt x="29269" y="1565"/>
                        <a:pt x="29367" y="1531"/>
                        <a:pt x="29344" y="1485"/>
                      </a:cubicBezTo>
                      <a:lnTo>
                        <a:pt x="29200" y="1116"/>
                      </a:lnTo>
                      <a:cubicBezTo>
                        <a:pt x="29183" y="1076"/>
                        <a:pt x="29068" y="1042"/>
                        <a:pt x="28947" y="1042"/>
                      </a:cubicBezTo>
                      <a:lnTo>
                        <a:pt x="27917" y="1042"/>
                      </a:lnTo>
                      <a:cubicBezTo>
                        <a:pt x="27796" y="1042"/>
                        <a:pt x="27710" y="1076"/>
                        <a:pt x="27727" y="1116"/>
                      </a:cubicBezTo>
                      <a:lnTo>
                        <a:pt x="27854" y="1485"/>
                      </a:lnTo>
                      <a:cubicBezTo>
                        <a:pt x="27859" y="1531"/>
                        <a:pt x="27975" y="1565"/>
                        <a:pt x="28101" y="1565"/>
                      </a:cubicBezTo>
                      <a:close/>
                      <a:moveTo>
                        <a:pt x="25949" y="1565"/>
                      </a:moveTo>
                      <a:lnTo>
                        <a:pt x="26996" y="1565"/>
                      </a:lnTo>
                      <a:cubicBezTo>
                        <a:pt x="27123" y="1565"/>
                        <a:pt x="27215" y="1531"/>
                        <a:pt x="27198" y="1485"/>
                      </a:cubicBezTo>
                      <a:lnTo>
                        <a:pt x="27077" y="1116"/>
                      </a:lnTo>
                      <a:cubicBezTo>
                        <a:pt x="27065" y="1076"/>
                        <a:pt x="26956" y="1042"/>
                        <a:pt x="26824" y="1042"/>
                      </a:cubicBezTo>
                      <a:lnTo>
                        <a:pt x="25799" y="1042"/>
                      </a:lnTo>
                      <a:cubicBezTo>
                        <a:pt x="25673" y="1042"/>
                        <a:pt x="25581" y="1076"/>
                        <a:pt x="25598" y="1116"/>
                      </a:cubicBezTo>
                      <a:lnTo>
                        <a:pt x="25696" y="1485"/>
                      </a:lnTo>
                      <a:cubicBezTo>
                        <a:pt x="25713" y="1531"/>
                        <a:pt x="25828" y="1565"/>
                        <a:pt x="25949" y="1565"/>
                      </a:cubicBezTo>
                      <a:close/>
                      <a:moveTo>
                        <a:pt x="23791" y="1565"/>
                      </a:moveTo>
                      <a:lnTo>
                        <a:pt x="24838" y="1565"/>
                      </a:lnTo>
                      <a:cubicBezTo>
                        <a:pt x="24965" y="1565"/>
                        <a:pt x="25057" y="1531"/>
                        <a:pt x="25051" y="1485"/>
                      </a:cubicBezTo>
                      <a:lnTo>
                        <a:pt x="24953" y="1116"/>
                      </a:lnTo>
                      <a:cubicBezTo>
                        <a:pt x="24942" y="1076"/>
                        <a:pt x="24832" y="1042"/>
                        <a:pt x="24712" y="1042"/>
                      </a:cubicBezTo>
                      <a:lnTo>
                        <a:pt x="23681" y="1042"/>
                      </a:lnTo>
                      <a:cubicBezTo>
                        <a:pt x="23561" y="1042"/>
                        <a:pt x="23463" y="1076"/>
                        <a:pt x="23474" y="1116"/>
                      </a:cubicBezTo>
                      <a:lnTo>
                        <a:pt x="23549" y="1485"/>
                      </a:lnTo>
                      <a:cubicBezTo>
                        <a:pt x="23561" y="1531"/>
                        <a:pt x="23670" y="1565"/>
                        <a:pt x="23791" y="1565"/>
                      </a:cubicBezTo>
                      <a:close/>
                      <a:moveTo>
                        <a:pt x="21638" y="1565"/>
                      </a:moveTo>
                      <a:lnTo>
                        <a:pt x="22692" y="1565"/>
                      </a:lnTo>
                      <a:cubicBezTo>
                        <a:pt x="22812" y="1565"/>
                        <a:pt x="22905" y="1531"/>
                        <a:pt x="22899" y="1485"/>
                      </a:cubicBezTo>
                      <a:lnTo>
                        <a:pt x="22824" y="1116"/>
                      </a:lnTo>
                      <a:cubicBezTo>
                        <a:pt x="22818" y="1076"/>
                        <a:pt x="22709" y="1042"/>
                        <a:pt x="22588" y="1042"/>
                      </a:cubicBezTo>
                      <a:lnTo>
                        <a:pt x="21558" y="1042"/>
                      </a:lnTo>
                      <a:cubicBezTo>
                        <a:pt x="21437" y="1042"/>
                        <a:pt x="21345" y="1076"/>
                        <a:pt x="21351" y="1116"/>
                      </a:cubicBezTo>
                      <a:lnTo>
                        <a:pt x="21408" y="1485"/>
                      </a:lnTo>
                      <a:cubicBezTo>
                        <a:pt x="21408" y="1531"/>
                        <a:pt x="21518" y="1565"/>
                        <a:pt x="21638" y="1565"/>
                      </a:cubicBezTo>
                      <a:close/>
                      <a:moveTo>
                        <a:pt x="19486" y="1565"/>
                      </a:moveTo>
                      <a:lnTo>
                        <a:pt x="20539" y="1565"/>
                      </a:lnTo>
                      <a:cubicBezTo>
                        <a:pt x="20660" y="1565"/>
                        <a:pt x="20764" y="1531"/>
                        <a:pt x="20752" y="1485"/>
                      </a:cubicBezTo>
                      <a:lnTo>
                        <a:pt x="20706" y="1116"/>
                      </a:lnTo>
                      <a:cubicBezTo>
                        <a:pt x="20695" y="1076"/>
                        <a:pt x="20597" y="1042"/>
                        <a:pt x="20476" y="1042"/>
                      </a:cubicBezTo>
                      <a:lnTo>
                        <a:pt x="19446" y="1042"/>
                      </a:lnTo>
                      <a:cubicBezTo>
                        <a:pt x="19325" y="1042"/>
                        <a:pt x="19221" y="1076"/>
                        <a:pt x="19227" y="1116"/>
                      </a:cubicBezTo>
                      <a:lnTo>
                        <a:pt x="19268" y="1485"/>
                      </a:lnTo>
                      <a:cubicBezTo>
                        <a:pt x="19256" y="1531"/>
                        <a:pt x="19360" y="1565"/>
                        <a:pt x="19486" y="1565"/>
                      </a:cubicBezTo>
                      <a:close/>
                      <a:moveTo>
                        <a:pt x="17328" y="1565"/>
                      </a:moveTo>
                      <a:lnTo>
                        <a:pt x="18381" y="1565"/>
                      </a:lnTo>
                      <a:cubicBezTo>
                        <a:pt x="18502" y="1565"/>
                        <a:pt x="18606" y="1531"/>
                        <a:pt x="18606" y="1485"/>
                      </a:cubicBezTo>
                      <a:lnTo>
                        <a:pt x="18571" y="1116"/>
                      </a:lnTo>
                      <a:cubicBezTo>
                        <a:pt x="18571" y="1076"/>
                        <a:pt x="18468" y="1042"/>
                        <a:pt x="18341" y="1042"/>
                      </a:cubicBezTo>
                      <a:lnTo>
                        <a:pt x="17317" y="1042"/>
                      </a:lnTo>
                      <a:cubicBezTo>
                        <a:pt x="17190" y="1042"/>
                        <a:pt x="17092" y="1076"/>
                        <a:pt x="17092" y="1116"/>
                      </a:cubicBezTo>
                      <a:lnTo>
                        <a:pt x="17098" y="1485"/>
                      </a:lnTo>
                      <a:cubicBezTo>
                        <a:pt x="17098" y="1531"/>
                        <a:pt x="17207" y="1565"/>
                        <a:pt x="17328" y="1565"/>
                      </a:cubicBezTo>
                      <a:close/>
                      <a:moveTo>
                        <a:pt x="15176" y="1565"/>
                      </a:moveTo>
                      <a:lnTo>
                        <a:pt x="16229" y="1565"/>
                      </a:lnTo>
                      <a:cubicBezTo>
                        <a:pt x="16350" y="1565"/>
                        <a:pt x="16453" y="1531"/>
                        <a:pt x="16453" y="1485"/>
                      </a:cubicBezTo>
                      <a:lnTo>
                        <a:pt x="16453" y="1116"/>
                      </a:lnTo>
                      <a:cubicBezTo>
                        <a:pt x="16453" y="1076"/>
                        <a:pt x="16350" y="1042"/>
                        <a:pt x="16229" y="1042"/>
                      </a:cubicBezTo>
                      <a:lnTo>
                        <a:pt x="15199" y="1042"/>
                      </a:lnTo>
                      <a:cubicBezTo>
                        <a:pt x="15078" y="1042"/>
                        <a:pt x="14974" y="1076"/>
                        <a:pt x="14974" y="1116"/>
                      </a:cubicBezTo>
                      <a:lnTo>
                        <a:pt x="14963" y="1485"/>
                      </a:lnTo>
                      <a:cubicBezTo>
                        <a:pt x="14951" y="1531"/>
                        <a:pt x="15049" y="1565"/>
                        <a:pt x="15176" y="1565"/>
                      </a:cubicBezTo>
                      <a:close/>
                      <a:moveTo>
                        <a:pt x="13018" y="1565"/>
                      </a:moveTo>
                      <a:lnTo>
                        <a:pt x="14071" y="1565"/>
                      </a:lnTo>
                      <a:cubicBezTo>
                        <a:pt x="14192" y="1565"/>
                        <a:pt x="14301" y="1531"/>
                        <a:pt x="14301" y="1485"/>
                      </a:cubicBezTo>
                      <a:lnTo>
                        <a:pt x="14324" y="1116"/>
                      </a:lnTo>
                      <a:cubicBezTo>
                        <a:pt x="14324" y="1076"/>
                        <a:pt x="14226" y="1042"/>
                        <a:pt x="14105" y="1042"/>
                      </a:cubicBezTo>
                      <a:lnTo>
                        <a:pt x="13075" y="1042"/>
                      </a:lnTo>
                      <a:cubicBezTo>
                        <a:pt x="12954" y="1042"/>
                        <a:pt x="12857" y="1076"/>
                        <a:pt x="12845" y="1116"/>
                      </a:cubicBezTo>
                      <a:lnTo>
                        <a:pt x="12811" y="1485"/>
                      </a:lnTo>
                      <a:cubicBezTo>
                        <a:pt x="12799" y="1531"/>
                        <a:pt x="12897" y="1565"/>
                        <a:pt x="13018" y="1565"/>
                      </a:cubicBezTo>
                      <a:close/>
                      <a:moveTo>
                        <a:pt x="10871" y="1565"/>
                      </a:moveTo>
                      <a:lnTo>
                        <a:pt x="11919" y="1565"/>
                      </a:lnTo>
                      <a:cubicBezTo>
                        <a:pt x="12045" y="1565"/>
                        <a:pt x="12149" y="1531"/>
                        <a:pt x="12160" y="1485"/>
                      </a:cubicBezTo>
                      <a:lnTo>
                        <a:pt x="12201" y="1116"/>
                      </a:lnTo>
                      <a:cubicBezTo>
                        <a:pt x="12206" y="1076"/>
                        <a:pt x="12109" y="1042"/>
                        <a:pt x="11988" y="1042"/>
                      </a:cubicBezTo>
                      <a:lnTo>
                        <a:pt x="10958" y="1042"/>
                      </a:lnTo>
                      <a:cubicBezTo>
                        <a:pt x="10837" y="1042"/>
                        <a:pt x="10727" y="1076"/>
                        <a:pt x="10716" y="1116"/>
                      </a:cubicBezTo>
                      <a:lnTo>
                        <a:pt x="10653" y="1485"/>
                      </a:lnTo>
                      <a:cubicBezTo>
                        <a:pt x="10647" y="1531"/>
                        <a:pt x="10739" y="1565"/>
                        <a:pt x="10871" y="1565"/>
                      </a:cubicBezTo>
                      <a:close/>
                      <a:moveTo>
                        <a:pt x="8713" y="1565"/>
                      </a:moveTo>
                      <a:lnTo>
                        <a:pt x="9761" y="1565"/>
                      </a:lnTo>
                      <a:cubicBezTo>
                        <a:pt x="9887" y="1565"/>
                        <a:pt x="9991" y="1531"/>
                        <a:pt x="10008" y="1485"/>
                      </a:cubicBezTo>
                      <a:lnTo>
                        <a:pt x="10077" y="1116"/>
                      </a:lnTo>
                      <a:cubicBezTo>
                        <a:pt x="10089" y="1076"/>
                        <a:pt x="9991" y="1042"/>
                        <a:pt x="9870" y="1042"/>
                      </a:cubicBezTo>
                      <a:lnTo>
                        <a:pt x="8834" y="1042"/>
                      </a:lnTo>
                      <a:cubicBezTo>
                        <a:pt x="8713" y="1042"/>
                        <a:pt x="8604" y="1076"/>
                        <a:pt x="8592" y="1116"/>
                      </a:cubicBezTo>
                      <a:lnTo>
                        <a:pt x="8506" y="1485"/>
                      </a:lnTo>
                      <a:cubicBezTo>
                        <a:pt x="8494" y="1531"/>
                        <a:pt x="8592" y="1565"/>
                        <a:pt x="8713" y="1565"/>
                      </a:cubicBezTo>
                      <a:close/>
                      <a:moveTo>
                        <a:pt x="6561" y="1565"/>
                      </a:moveTo>
                      <a:lnTo>
                        <a:pt x="7614" y="1565"/>
                      </a:lnTo>
                      <a:cubicBezTo>
                        <a:pt x="7735" y="1565"/>
                        <a:pt x="7850" y="1531"/>
                        <a:pt x="7856" y="1485"/>
                      </a:cubicBezTo>
                      <a:lnTo>
                        <a:pt x="7948" y="1116"/>
                      </a:lnTo>
                      <a:cubicBezTo>
                        <a:pt x="7965" y="1076"/>
                        <a:pt x="7873" y="1042"/>
                        <a:pt x="7746" y="1042"/>
                      </a:cubicBezTo>
                      <a:lnTo>
                        <a:pt x="6722" y="1042"/>
                      </a:lnTo>
                      <a:cubicBezTo>
                        <a:pt x="6595" y="1042"/>
                        <a:pt x="6492" y="1076"/>
                        <a:pt x="6475" y="1116"/>
                      </a:cubicBezTo>
                      <a:lnTo>
                        <a:pt x="6365" y="1485"/>
                      </a:lnTo>
                      <a:cubicBezTo>
                        <a:pt x="6348" y="1531"/>
                        <a:pt x="6434" y="1565"/>
                        <a:pt x="6561" y="1565"/>
                      </a:cubicBezTo>
                      <a:close/>
                      <a:moveTo>
                        <a:pt x="4403" y="1565"/>
                      </a:moveTo>
                      <a:lnTo>
                        <a:pt x="5456" y="1565"/>
                      </a:lnTo>
                      <a:cubicBezTo>
                        <a:pt x="5577" y="1565"/>
                        <a:pt x="5692" y="1531"/>
                        <a:pt x="5703" y="1485"/>
                      </a:cubicBezTo>
                      <a:lnTo>
                        <a:pt x="5818" y="1116"/>
                      </a:lnTo>
                      <a:cubicBezTo>
                        <a:pt x="5836" y="1076"/>
                        <a:pt x="5749" y="1042"/>
                        <a:pt x="5617" y="1042"/>
                      </a:cubicBezTo>
                      <a:lnTo>
                        <a:pt x="4593" y="1042"/>
                      </a:lnTo>
                      <a:cubicBezTo>
                        <a:pt x="4466" y="1042"/>
                        <a:pt x="4351" y="1076"/>
                        <a:pt x="4339" y="1116"/>
                      </a:cubicBezTo>
                      <a:lnTo>
                        <a:pt x="4207" y="1485"/>
                      </a:lnTo>
                      <a:cubicBezTo>
                        <a:pt x="4196" y="1531"/>
                        <a:pt x="4282" y="1565"/>
                        <a:pt x="4403" y="1565"/>
                      </a:cubicBezTo>
                      <a:close/>
                      <a:moveTo>
                        <a:pt x="1209" y="1565"/>
                      </a:moveTo>
                      <a:lnTo>
                        <a:pt x="3298" y="1565"/>
                      </a:lnTo>
                      <a:cubicBezTo>
                        <a:pt x="3419" y="1565"/>
                        <a:pt x="3534" y="1531"/>
                        <a:pt x="3557" y="1485"/>
                      </a:cubicBezTo>
                      <a:lnTo>
                        <a:pt x="3689" y="1116"/>
                      </a:lnTo>
                      <a:cubicBezTo>
                        <a:pt x="3706" y="1076"/>
                        <a:pt x="3620" y="1042"/>
                        <a:pt x="3499" y="1042"/>
                      </a:cubicBezTo>
                      <a:lnTo>
                        <a:pt x="1439" y="1042"/>
                      </a:lnTo>
                      <a:cubicBezTo>
                        <a:pt x="1318" y="1042"/>
                        <a:pt x="1203" y="1076"/>
                        <a:pt x="1180" y="1116"/>
                      </a:cubicBezTo>
                      <a:lnTo>
                        <a:pt x="1013" y="1485"/>
                      </a:lnTo>
                      <a:cubicBezTo>
                        <a:pt x="1002" y="1531"/>
                        <a:pt x="1088" y="1565"/>
                        <a:pt x="1209" y="1565"/>
                      </a:cubicBezTo>
                      <a:close/>
                      <a:moveTo>
                        <a:pt x="26732" y="2273"/>
                      </a:moveTo>
                      <a:lnTo>
                        <a:pt x="27802" y="2273"/>
                      </a:lnTo>
                      <a:cubicBezTo>
                        <a:pt x="27934" y="2273"/>
                        <a:pt x="28021" y="2233"/>
                        <a:pt x="28003" y="2187"/>
                      </a:cubicBezTo>
                      <a:lnTo>
                        <a:pt x="27877" y="1801"/>
                      </a:lnTo>
                      <a:cubicBezTo>
                        <a:pt x="27859" y="1761"/>
                        <a:pt x="27744" y="1727"/>
                        <a:pt x="27618" y="1727"/>
                      </a:cubicBezTo>
                      <a:lnTo>
                        <a:pt x="26565" y="1727"/>
                      </a:lnTo>
                      <a:cubicBezTo>
                        <a:pt x="26444" y="1727"/>
                        <a:pt x="26352" y="1761"/>
                        <a:pt x="26363" y="1801"/>
                      </a:cubicBezTo>
                      <a:lnTo>
                        <a:pt x="26478" y="2187"/>
                      </a:lnTo>
                      <a:cubicBezTo>
                        <a:pt x="26490" y="2227"/>
                        <a:pt x="26605" y="2273"/>
                        <a:pt x="26732" y="2273"/>
                      </a:cubicBezTo>
                      <a:close/>
                      <a:moveTo>
                        <a:pt x="24533" y="2273"/>
                      </a:moveTo>
                      <a:lnTo>
                        <a:pt x="25604" y="2273"/>
                      </a:lnTo>
                      <a:cubicBezTo>
                        <a:pt x="25730" y="2273"/>
                        <a:pt x="25828" y="2233"/>
                        <a:pt x="25811" y="2187"/>
                      </a:cubicBezTo>
                      <a:lnTo>
                        <a:pt x="25701" y="1801"/>
                      </a:lnTo>
                      <a:cubicBezTo>
                        <a:pt x="25690" y="1761"/>
                        <a:pt x="25581" y="1727"/>
                        <a:pt x="25454" y="1727"/>
                      </a:cubicBezTo>
                      <a:lnTo>
                        <a:pt x="24401" y="1727"/>
                      </a:lnTo>
                      <a:cubicBezTo>
                        <a:pt x="24280" y="1727"/>
                        <a:pt x="24188" y="1761"/>
                        <a:pt x="24194" y="1801"/>
                      </a:cubicBezTo>
                      <a:lnTo>
                        <a:pt x="24280" y="2187"/>
                      </a:lnTo>
                      <a:cubicBezTo>
                        <a:pt x="24286" y="2227"/>
                        <a:pt x="24401" y="2273"/>
                        <a:pt x="24533" y="2273"/>
                      </a:cubicBezTo>
                      <a:close/>
                      <a:moveTo>
                        <a:pt x="22329" y="2273"/>
                      </a:moveTo>
                      <a:lnTo>
                        <a:pt x="23399" y="2273"/>
                      </a:lnTo>
                      <a:cubicBezTo>
                        <a:pt x="23532" y="2273"/>
                        <a:pt x="23624" y="2233"/>
                        <a:pt x="23618" y="2187"/>
                      </a:cubicBezTo>
                      <a:lnTo>
                        <a:pt x="23538" y="1801"/>
                      </a:lnTo>
                      <a:cubicBezTo>
                        <a:pt x="23532" y="1761"/>
                        <a:pt x="23417" y="1727"/>
                        <a:pt x="23296" y="1727"/>
                      </a:cubicBezTo>
                      <a:lnTo>
                        <a:pt x="22243" y="1727"/>
                      </a:lnTo>
                      <a:cubicBezTo>
                        <a:pt x="22122" y="1727"/>
                        <a:pt x="22018" y="1761"/>
                        <a:pt x="22030" y="1801"/>
                      </a:cubicBezTo>
                      <a:lnTo>
                        <a:pt x="22093" y="2187"/>
                      </a:lnTo>
                      <a:cubicBezTo>
                        <a:pt x="22093" y="2227"/>
                        <a:pt x="22202" y="2273"/>
                        <a:pt x="22329" y="2273"/>
                      </a:cubicBezTo>
                      <a:close/>
                      <a:moveTo>
                        <a:pt x="20131" y="2273"/>
                      </a:moveTo>
                      <a:lnTo>
                        <a:pt x="21201" y="2273"/>
                      </a:lnTo>
                      <a:cubicBezTo>
                        <a:pt x="21328" y="2273"/>
                        <a:pt x="21426" y="2233"/>
                        <a:pt x="21414" y="2187"/>
                      </a:cubicBezTo>
                      <a:lnTo>
                        <a:pt x="21357" y="1801"/>
                      </a:lnTo>
                      <a:cubicBezTo>
                        <a:pt x="21351" y="1761"/>
                        <a:pt x="21241" y="1727"/>
                        <a:pt x="21121" y="1727"/>
                      </a:cubicBezTo>
                      <a:lnTo>
                        <a:pt x="20073" y="1727"/>
                      </a:lnTo>
                      <a:cubicBezTo>
                        <a:pt x="19947" y="1727"/>
                        <a:pt x="19849" y="1761"/>
                        <a:pt x="19855" y="1801"/>
                      </a:cubicBezTo>
                      <a:lnTo>
                        <a:pt x="19901" y="2187"/>
                      </a:lnTo>
                      <a:cubicBezTo>
                        <a:pt x="19889" y="2227"/>
                        <a:pt x="19998" y="2273"/>
                        <a:pt x="20131" y="2273"/>
                      </a:cubicBezTo>
                      <a:close/>
                      <a:moveTo>
                        <a:pt x="17927" y="2273"/>
                      </a:moveTo>
                      <a:lnTo>
                        <a:pt x="18997" y="2273"/>
                      </a:lnTo>
                      <a:cubicBezTo>
                        <a:pt x="19129" y="2273"/>
                        <a:pt x="19227" y="2233"/>
                        <a:pt x="19221" y="2187"/>
                      </a:cubicBezTo>
                      <a:lnTo>
                        <a:pt x="19187" y="1801"/>
                      </a:lnTo>
                      <a:cubicBezTo>
                        <a:pt x="19181" y="1761"/>
                        <a:pt x="19078" y="1727"/>
                        <a:pt x="18951" y="1727"/>
                      </a:cubicBezTo>
                      <a:lnTo>
                        <a:pt x="17898" y="1727"/>
                      </a:lnTo>
                      <a:cubicBezTo>
                        <a:pt x="17777" y="1727"/>
                        <a:pt x="17673" y="1761"/>
                        <a:pt x="17673" y="1801"/>
                      </a:cubicBezTo>
                      <a:lnTo>
                        <a:pt x="17691" y="2187"/>
                      </a:lnTo>
                      <a:cubicBezTo>
                        <a:pt x="17691" y="2227"/>
                        <a:pt x="17800" y="2273"/>
                        <a:pt x="17927" y="2273"/>
                      </a:cubicBezTo>
                      <a:close/>
                      <a:moveTo>
                        <a:pt x="15717" y="2273"/>
                      </a:moveTo>
                      <a:lnTo>
                        <a:pt x="16793" y="2273"/>
                      </a:lnTo>
                      <a:cubicBezTo>
                        <a:pt x="16920" y="2273"/>
                        <a:pt x="17017" y="2233"/>
                        <a:pt x="17017" y="2187"/>
                      </a:cubicBezTo>
                      <a:lnTo>
                        <a:pt x="17012" y="1801"/>
                      </a:lnTo>
                      <a:cubicBezTo>
                        <a:pt x="17012" y="1761"/>
                        <a:pt x="16914" y="1727"/>
                        <a:pt x="16781" y="1727"/>
                      </a:cubicBezTo>
                      <a:lnTo>
                        <a:pt x="15734" y="1727"/>
                      </a:lnTo>
                      <a:cubicBezTo>
                        <a:pt x="15613" y="1727"/>
                        <a:pt x="15504" y="1761"/>
                        <a:pt x="15504" y="1801"/>
                      </a:cubicBezTo>
                      <a:lnTo>
                        <a:pt x="15498" y="2187"/>
                      </a:lnTo>
                      <a:cubicBezTo>
                        <a:pt x="15487" y="2227"/>
                        <a:pt x="15596" y="2273"/>
                        <a:pt x="15717" y="2273"/>
                      </a:cubicBezTo>
                      <a:close/>
                      <a:moveTo>
                        <a:pt x="13518" y="2273"/>
                      </a:moveTo>
                      <a:lnTo>
                        <a:pt x="14589" y="2273"/>
                      </a:lnTo>
                      <a:cubicBezTo>
                        <a:pt x="14721" y="2273"/>
                        <a:pt x="14819" y="2233"/>
                        <a:pt x="14825" y="2187"/>
                      </a:cubicBezTo>
                      <a:lnTo>
                        <a:pt x="14842" y="1801"/>
                      </a:lnTo>
                      <a:cubicBezTo>
                        <a:pt x="14842" y="1761"/>
                        <a:pt x="14738" y="1727"/>
                        <a:pt x="14618" y="1727"/>
                      </a:cubicBezTo>
                      <a:lnTo>
                        <a:pt x="13570" y="1727"/>
                      </a:lnTo>
                      <a:cubicBezTo>
                        <a:pt x="13444" y="1727"/>
                        <a:pt x="13340" y="1761"/>
                        <a:pt x="13329" y="1801"/>
                      </a:cubicBezTo>
                      <a:lnTo>
                        <a:pt x="13294" y="2187"/>
                      </a:lnTo>
                      <a:cubicBezTo>
                        <a:pt x="13294" y="2227"/>
                        <a:pt x="13398" y="2273"/>
                        <a:pt x="13518" y="2273"/>
                      </a:cubicBezTo>
                      <a:close/>
                      <a:moveTo>
                        <a:pt x="11314" y="2273"/>
                      </a:moveTo>
                      <a:lnTo>
                        <a:pt x="12390" y="2273"/>
                      </a:lnTo>
                      <a:cubicBezTo>
                        <a:pt x="12517" y="2273"/>
                        <a:pt x="12626" y="2233"/>
                        <a:pt x="12626" y="2187"/>
                      </a:cubicBezTo>
                      <a:lnTo>
                        <a:pt x="12667" y="1801"/>
                      </a:lnTo>
                      <a:cubicBezTo>
                        <a:pt x="12678" y="1761"/>
                        <a:pt x="12575" y="1727"/>
                        <a:pt x="12454" y="1727"/>
                      </a:cubicBezTo>
                      <a:lnTo>
                        <a:pt x="11401" y="1727"/>
                      </a:lnTo>
                      <a:cubicBezTo>
                        <a:pt x="11280" y="1727"/>
                        <a:pt x="11170" y="1761"/>
                        <a:pt x="11165" y="1801"/>
                      </a:cubicBezTo>
                      <a:lnTo>
                        <a:pt x="11107" y="2187"/>
                      </a:lnTo>
                      <a:cubicBezTo>
                        <a:pt x="11096" y="2227"/>
                        <a:pt x="11193" y="2273"/>
                        <a:pt x="11314" y="2273"/>
                      </a:cubicBezTo>
                      <a:close/>
                      <a:moveTo>
                        <a:pt x="9116" y="2273"/>
                      </a:moveTo>
                      <a:lnTo>
                        <a:pt x="10186" y="2273"/>
                      </a:lnTo>
                      <a:cubicBezTo>
                        <a:pt x="10319" y="2273"/>
                        <a:pt x="10422" y="2233"/>
                        <a:pt x="10434" y="2187"/>
                      </a:cubicBezTo>
                      <a:lnTo>
                        <a:pt x="10497" y="1801"/>
                      </a:lnTo>
                      <a:cubicBezTo>
                        <a:pt x="10503" y="1761"/>
                        <a:pt x="10411" y="1727"/>
                        <a:pt x="10278" y="1727"/>
                      </a:cubicBezTo>
                      <a:lnTo>
                        <a:pt x="9231" y="1727"/>
                      </a:lnTo>
                      <a:cubicBezTo>
                        <a:pt x="9110" y="1727"/>
                        <a:pt x="8995" y="1761"/>
                        <a:pt x="8984" y="1801"/>
                      </a:cubicBezTo>
                      <a:lnTo>
                        <a:pt x="8909" y="2187"/>
                      </a:lnTo>
                      <a:cubicBezTo>
                        <a:pt x="8892" y="2227"/>
                        <a:pt x="8989" y="2273"/>
                        <a:pt x="9116" y="2273"/>
                      </a:cubicBezTo>
                      <a:close/>
                      <a:moveTo>
                        <a:pt x="6912" y="2273"/>
                      </a:moveTo>
                      <a:lnTo>
                        <a:pt x="7988" y="2273"/>
                      </a:lnTo>
                      <a:cubicBezTo>
                        <a:pt x="8115" y="2273"/>
                        <a:pt x="8224" y="2233"/>
                        <a:pt x="8236" y="2187"/>
                      </a:cubicBezTo>
                      <a:lnTo>
                        <a:pt x="8322" y="1801"/>
                      </a:lnTo>
                      <a:cubicBezTo>
                        <a:pt x="8333" y="1761"/>
                        <a:pt x="8247" y="1727"/>
                        <a:pt x="8115" y="1727"/>
                      </a:cubicBezTo>
                      <a:lnTo>
                        <a:pt x="7067" y="1727"/>
                      </a:lnTo>
                      <a:cubicBezTo>
                        <a:pt x="6941" y="1727"/>
                        <a:pt x="6826" y="1761"/>
                        <a:pt x="6814" y="1801"/>
                      </a:cubicBezTo>
                      <a:lnTo>
                        <a:pt x="6705" y="2187"/>
                      </a:lnTo>
                      <a:cubicBezTo>
                        <a:pt x="6699" y="2227"/>
                        <a:pt x="6791" y="2273"/>
                        <a:pt x="6912" y="2273"/>
                      </a:cubicBezTo>
                      <a:close/>
                      <a:moveTo>
                        <a:pt x="4714" y="2273"/>
                      </a:moveTo>
                      <a:lnTo>
                        <a:pt x="5784" y="2273"/>
                      </a:lnTo>
                      <a:cubicBezTo>
                        <a:pt x="5916" y="2273"/>
                        <a:pt x="6031" y="2233"/>
                        <a:pt x="6043" y="2187"/>
                      </a:cubicBezTo>
                      <a:lnTo>
                        <a:pt x="6158" y="1801"/>
                      </a:lnTo>
                      <a:cubicBezTo>
                        <a:pt x="6170" y="1761"/>
                        <a:pt x="6077" y="1727"/>
                        <a:pt x="5957" y="1727"/>
                      </a:cubicBezTo>
                      <a:lnTo>
                        <a:pt x="4903" y="1727"/>
                      </a:lnTo>
                      <a:cubicBezTo>
                        <a:pt x="4783" y="1727"/>
                        <a:pt x="4668" y="1761"/>
                        <a:pt x="4645" y="1801"/>
                      </a:cubicBezTo>
                      <a:lnTo>
                        <a:pt x="4518" y="2187"/>
                      </a:lnTo>
                      <a:cubicBezTo>
                        <a:pt x="4495" y="2227"/>
                        <a:pt x="4593" y="2273"/>
                        <a:pt x="4714" y="2273"/>
                      </a:cubicBezTo>
                      <a:close/>
                      <a:moveTo>
                        <a:pt x="892" y="2273"/>
                      </a:moveTo>
                      <a:lnTo>
                        <a:pt x="3586" y="2273"/>
                      </a:lnTo>
                      <a:cubicBezTo>
                        <a:pt x="3712" y="2273"/>
                        <a:pt x="3827" y="2233"/>
                        <a:pt x="3845" y="2187"/>
                      </a:cubicBezTo>
                      <a:lnTo>
                        <a:pt x="3977" y="1801"/>
                      </a:lnTo>
                      <a:cubicBezTo>
                        <a:pt x="3994" y="1761"/>
                        <a:pt x="3908" y="1727"/>
                        <a:pt x="3776" y="1727"/>
                      </a:cubicBezTo>
                      <a:lnTo>
                        <a:pt x="1140" y="1727"/>
                      </a:lnTo>
                      <a:cubicBezTo>
                        <a:pt x="1013" y="1727"/>
                        <a:pt x="892" y="1761"/>
                        <a:pt x="869" y="1801"/>
                      </a:cubicBezTo>
                      <a:lnTo>
                        <a:pt x="697" y="2187"/>
                      </a:lnTo>
                      <a:cubicBezTo>
                        <a:pt x="685" y="2227"/>
                        <a:pt x="772" y="2273"/>
                        <a:pt x="892" y="2273"/>
                      </a:cubicBezTo>
                      <a:close/>
                      <a:moveTo>
                        <a:pt x="28936" y="2273"/>
                      </a:moveTo>
                      <a:lnTo>
                        <a:pt x="31623" y="2273"/>
                      </a:lnTo>
                      <a:cubicBezTo>
                        <a:pt x="31755" y="2273"/>
                        <a:pt x="31842" y="2233"/>
                        <a:pt x="31819" y="2187"/>
                      </a:cubicBezTo>
                      <a:lnTo>
                        <a:pt x="31646" y="1801"/>
                      </a:lnTo>
                      <a:cubicBezTo>
                        <a:pt x="31623" y="1761"/>
                        <a:pt x="31508" y="1727"/>
                        <a:pt x="31381" y="1727"/>
                      </a:cubicBezTo>
                      <a:lnTo>
                        <a:pt x="28734" y="1727"/>
                      </a:lnTo>
                      <a:cubicBezTo>
                        <a:pt x="28608" y="1727"/>
                        <a:pt x="28516" y="1761"/>
                        <a:pt x="28533" y="1801"/>
                      </a:cubicBezTo>
                      <a:lnTo>
                        <a:pt x="28665" y="2187"/>
                      </a:lnTo>
                      <a:cubicBezTo>
                        <a:pt x="28688" y="2227"/>
                        <a:pt x="28803" y="2273"/>
                        <a:pt x="28936" y="2273"/>
                      </a:cubicBezTo>
                      <a:close/>
                      <a:moveTo>
                        <a:pt x="25840" y="2998"/>
                      </a:moveTo>
                      <a:lnTo>
                        <a:pt x="26933" y="2998"/>
                      </a:lnTo>
                      <a:cubicBezTo>
                        <a:pt x="27065" y="2998"/>
                        <a:pt x="27157" y="2964"/>
                        <a:pt x="27140" y="2912"/>
                      </a:cubicBezTo>
                      <a:lnTo>
                        <a:pt x="27019" y="2515"/>
                      </a:lnTo>
                      <a:cubicBezTo>
                        <a:pt x="27008" y="2463"/>
                        <a:pt x="26893" y="2429"/>
                        <a:pt x="26760" y="2429"/>
                      </a:cubicBezTo>
                      <a:lnTo>
                        <a:pt x="25690" y="2429"/>
                      </a:lnTo>
                      <a:cubicBezTo>
                        <a:pt x="25558" y="2429"/>
                        <a:pt x="25465" y="2463"/>
                        <a:pt x="25483" y="2515"/>
                      </a:cubicBezTo>
                      <a:lnTo>
                        <a:pt x="25586" y="2912"/>
                      </a:lnTo>
                      <a:cubicBezTo>
                        <a:pt x="25598" y="2964"/>
                        <a:pt x="25713" y="2998"/>
                        <a:pt x="25840" y="2998"/>
                      </a:cubicBezTo>
                      <a:close/>
                      <a:moveTo>
                        <a:pt x="23589" y="2998"/>
                      </a:moveTo>
                      <a:lnTo>
                        <a:pt x="24683" y="2998"/>
                      </a:lnTo>
                      <a:cubicBezTo>
                        <a:pt x="24809" y="2998"/>
                        <a:pt x="24901" y="2964"/>
                        <a:pt x="24896" y="2912"/>
                      </a:cubicBezTo>
                      <a:lnTo>
                        <a:pt x="24798" y="2515"/>
                      </a:lnTo>
                      <a:cubicBezTo>
                        <a:pt x="24781" y="2463"/>
                        <a:pt x="24677" y="2429"/>
                        <a:pt x="24545" y="2429"/>
                      </a:cubicBezTo>
                      <a:lnTo>
                        <a:pt x="23474" y="2429"/>
                      </a:lnTo>
                      <a:cubicBezTo>
                        <a:pt x="23342" y="2429"/>
                        <a:pt x="23250" y="2463"/>
                        <a:pt x="23256" y="2515"/>
                      </a:cubicBezTo>
                      <a:lnTo>
                        <a:pt x="23336" y="2912"/>
                      </a:lnTo>
                      <a:cubicBezTo>
                        <a:pt x="23342" y="2964"/>
                        <a:pt x="23457" y="2998"/>
                        <a:pt x="23589" y="2998"/>
                      </a:cubicBezTo>
                      <a:close/>
                      <a:moveTo>
                        <a:pt x="21339" y="2998"/>
                      </a:moveTo>
                      <a:lnTo>
                        <a:pt x="22433" y="2998"/>
                      </a:lnTo>
                      <a:cubicBezTo>
                        <a:pt x="22559" y="2998"/>
                        <a:pt x="22663" y="2964"/>
                        <a:pt x="22651" y="2912"/>
                      </a:cubicBezTo>
                      <a:lnTo>
                        <a:pt x="22582" y="2515"/>
                      </a:lnTo>
                      <a:cubicBezTo>
                        <a:pt x="22577" y="2463"/>
                        <a:pt x="22461" y="2429"/>
                        <a:pt x="22335" y="2429"/>
                      </a:cubicBezTo>
                      <a:lnTo>
                        <a:pt x="21264" y="2429"/>
                      </a:lnTo>
                      <a:cubicBezTo>
                        <a:pt x="21132" y="2429"/>
                        <a:pt x="21034" y="2463"/>
                        <a:pt x="21040" y="2515"/>
                      </a:cubicBezTo>
                      <a:lnTo>
                        <a:pt x="21098" y="2912"/>
                      </a:lnTo>
                      <a:cubicBezTo>
                        <a:pt x="21098" y="2964"/>
                        <a:pt x="21207" y="2998"/>
                        <a:pt x="21339" y="2998"/>
                      </a:cubicBezTo>
                      <a:close/>
                      <a:moveTo>
                        <a:pt x="19083" y="2998"/>
                      </a:moveTo>
                      <a:lnTo>
                        <a:pt x="20177" y="2998"/>
                      </a:lnTo>
                      <a:cubicBezTo>
                        <a:pt x="20309" y="2998"/>
                        <a:pt x="20407" y="2964"/>
                        <a:pt x="20401" y="2912"/>
                      </a:cubicBezTo>
                      <a:lnTo>
                        <a:pt x="20349" y="2515"/>
                      </a:lnTo>
                      <a:cubicBezTo>
                        <a:pt x="20344" y="2463"/>
                        <a:pt x="20234" y="2429"/>
                        <a:pt x="20108" y="2429"/>
                      </a:cubicBezTo>
                      <a:lnTo>
                        <a:pt x="19037" y="2429"/>
                      </a:lnTo>
                      <a:cubicBezTo>
                        <a:pt x="18905" y="2429"/>
                        <a:pt x="18807" y="2463"/>
                        <a:pt x="18813" y="2515"/>
                      </a:cubicBezTo>
                      <a:lnTo>
                        <a:pt x="18842" y="2912"/>
                      </a:lnTo>
                      <a:cubicBezTo>
                        <a:pt x="18847" y="2964"/>
                        <a:pt x="18957" y="2998"/>
                        <a:pt x="19083" y="2998"/>
                      </a:cubicBezTo>
                      <a:close/>
                      <a:moveTo>
                        <a:pt x="16833" y="2998"/>
                      </a:moveTo>
                      <a:lnTo>
                        <a:pt x="17927" y="2998"/>
                      </a:lnTo>
                      <a:cubicBezTo>
                        <a:pt x="18053" y="2998"/>
                        <a:pt x="18163" y="2964"/>
                        <a:pt x="18157" y="2912"/>
                      </a:cubicBezTo>
                      <a:lnTo>
                        <a:pt x="18134" y="2515"/>
                      </a:lnTo>
                      <a:cubicBezTo>
                        <a:pt x="18134" y="2463"/>
                        <a:pt x="18024" y="2429"/>
                        <a:pt x="17898" y="2429"/>
                      </a:cubicBezTo>
                      <a:lnTo>
                        <a:pt x="16827" y="2429"/>
                      </a:lnTo>
                      <a:cubicBezTo>
                        <a:pt x="16695" y="2429"/>
                        <a:pt x="16597" y="2463"/>
                        <a:pt x="16597" y="2515"/>
                      </a:cubicBezTo>
                      <a:lnTo>
                        <a:pt x="16603" y="2912"/>
                      </a:lnTo>
                      <a:cubicBezTo>
                        <a:pt x="16597" y="2964"/>
                        <a:pt x="16707" y="2998"/>
                        <a:pt x="16833" y="2998"/>
                      </a:cubicBezTo>
                      <a:close/>
                      <a:moveTo>
                        <a:pt x="14583" y="2998"/>
                      </a:moveTo>
                      <a:lnTo>
                        <a:pt x="15676" y="2998"/>
                      </a:lnTo>
                      <a:cubicBezTo>
                        <a:pt x="15803" y="2998"/>
                        <a:pt x="15912" y="2964"/>
                        <a:pt x="15912" y="2912"/>
                      </a:cubicBezTo>
                      <a:lnTo>
                        <a:pt x="15918" y="2515"/>
                      </a:lnTo>
                      <a:cubicBezTo>
                        <a:pt x="15918" y="2463"/>
                        <a:pt x="15820" y="2429"/>
                        <a:pt x="15688" y="2429"/>
                      </a:cubicBezTo>
                      <a:lnTo>
                        <a:pt x="14618" y="2429"/>
                      </a:lnTo>
                      <a:cubicBezTo>
                        <a:pt x="14491" y="2429"/>
                        <a:pt x="14382" y="2463"/>
                        <a:pt x="14382" y="2515"/>
                      </a:cubicBezTo>
                      <a:lnTo>
                        <a:pt x="14359" y="2912"/>
                      </a:lnTo>
                      <a:cubicBezTo>
                        <a:pt x="14353" y="2964"/>
                        <a:pt x="14451" y="2998"/>
                        <a:pt x="14583" y="2998"/>
                      </a:cubicBezTo>
                      <a:close/>
                      <a:moveTo>
                        <a:pt x="12339" y="2998"/>
                      </a:moveTo>
                      <a:lnTo>
                        <a:pt x="13432" y="2998"/>
                      </a:lnTo>
                      <a:cubicBezTo>
                        <a:pt x="13559" y="2998"/>
                        <a:pt x="13668" y="2964"/>
                        <a:pt x="13674" y="2912"/>
                      </a:cubicBezTo>
                      <a:lnTo>
                        <a:pt x="13703" y="2515"/>
                      </a:lnTo>
                      <a:cubicBezTo>
                        <a:pt x="13703" y="2463"/>
                        <a:pt x="13605" y="2429"/>
                        <a:pt x="13484" y="2429"/>
                      </a:cubicBezTo>
                      <a:lnTo>
                        <a:pt x="12408" y="2429"/>
                      </a:lnTo>
                      <a:cubicBezTo>
                        <a:pt x="12281" y="2429"/>
                        <a:pt x="12172" y="2463"/>
                        <a:pt x="12166" y="2515"/>
                      </a:cubicBezTo>
                      <a:lnTo>
                        <a:pt x="12114" y="2912"/>
                      </a:lnTo>
                      <a:cubicBezTo>
                        <a:pt x="12103" y="2964"/>
                        <a:pt x="12201" y="2998"/>
                        <a:pt x="12339" y="2998"/>
                      </a:cubicBezTo>
                      <a:close/>
                      <a:moveTo>
                        <a:pt x="10089" y="2998"/>
                      </a:moveTo>
                      <a:lnTo>
                        <a:pt x="11182" y="2998"/>
                      </a:lnTo>
                      <a:cubicBezTo>
                        <a:pt x="11309" y="2998"/>
                        <a:pt x="11424" y="2964"/>
                        <a:pt x="11429" y="2912"/>
                      </a:cubicBezTo>
                      <a:lnTo>
                        <a:pt x="11487" y="2515"/>
                      </a:lnTo>
                      <a:cubicBezTo>
                        <a:pt x="11498" y="2463"/>
                        <a:pt x="11395" y="2429"/>
                        <a:pt x="11268" y="2429"/>
                      </a:cubicBezTo>
                      <a:lnTo>
                        <a:pt x="10192" y="2429"/>
                      </a:lnTo>
                      <a:cubicBezTo>
                        <a:pt x="10066" y="2429"/>
                        <a:pt x="9956" y="2463"/>
                        <a:pt x="9950" y="2515"/>
                      </a:cubicBezTo>
                      <a:lnTo>
                        <a:pt x="9876" y="2912"/>
                      </a:lnTo>
                      <a:cubicBezTo>
                        <a:pt x="9853" y="2964"/>
                        <a:pt x="9956" y="2998"/>
                        <a:pt x="10089" y="2998"/>
                      </a:cubicBezTo>
                      <a:close/>
                      <a:moveTo>
                        <a:pt x="7833" y="2998"/>
                      </a:moveTo>
                      <a:lnTo>
                        <a:pt x="8926" y="2998"/>
                      </a:lnTo>
                      <a:cubicBezTo>
                        <a:pt x="9058" y="2998"/>
                        <a:pt x="9174" y="2964"/>
                        <a:pt x="9179" y="2912"/>
                      </a:cubicBezTo>
                      <a:lnTo>
                        <a:pt x="9260" y="2515"/>
                      </a:lnTo>
                      <a:cubicBezTo>
                        <a:pt x="9266" y="2463"/>
                        <a:pt x="9174" y="2429"/>
                        <a:pt x="9041" y="2429"/>
                      </a:cubicBezTo>
                      <a:lnTo>
                        <a:pt x="7971" y="2429"/>
                      </a:lnTo>
                      <a:cubicBezTo>
                        <a:pt x="7838" y="2429"/>
                        <a:pt x="7729" y="2463"/>
                        <a:pt x="7718" y="2515"/>
                      </a:cubicBezTo>
                      <a:lnTo>
                        <a:pt x="7620" y="2912"/>
                      </a:lnTo>
                      <a:cubicBezTo>
                        <a:pt x="7602" y="2964"/>
                        <a:pt x="7706" y="2998"/>
                        <a:pt x="7833" y="2998"/>
                      </a:cubicBezTo>
                      <a:close/>
                      <a:moveTo>
                        <a:pt x="5583" y="2998"/>
                      </a:moveTo>
                      <a:lnTo>
                        <a:pt x="6676" y="2998"/>
                      </a:lnTo>
                      <a:cubicBezTo>
                        <a:pt x="6808" y="2998"/>
                        <a:pt x="6923" y="2964"/>
                        <a:pt x="6935" y="2912"/>
                      </a:cubicBezTo>
                      <a:lnTo>
                        <a:pt x="7044" y="2515"/>
                      </a:lnTo>
                      <a:cubicBezTo>
                        <a:pt x="7056" y="2463"/>
                        <a:pt x="6964" y="2429"/>
                        <a:pt x="6831" y="2429"/>
                      </a:cubicBezTo>
                      <a:lnTo>
                        <a:pt x="5761" y="2429"/>
                      </a:lnTo>
                      <a:cubicBezTo>
                        <a:pt x="5634" y="2429"/>
                        <a:pt x="5519" y="2463"/>
                        <a:pt x="5502" y="2515"/>
                      </a:cubicBezTo>
                      <a:lnTo>
                        <a:pt x="5381" y="2912"/>
                      </a:lnTo>
                      <a:cubicBezTo>
                        <a:pt x="5358" y="2964"/>
                        <a:pt x="5456" y="2998"/>
                        <a:pt x="5583" y="2998"/>
                      </a:cubicBezTo>
                      <a:close/>
                      <a:moveTo>
                        <a:pt x="570" y="2998"/>
                      </a:moveTo>
                      <a:lnTo>
                        <a:pt x="4426" y="2998"/>
                      </a:lnTo>
                      <a:cubicBezTo>
                        <a:pt x="4552" y="2998"/>
                        <a:pt x="4673" y="2964"/>
                        <a:pt x="4691" y="2912"/>
                      </a:cubicBezTo>
                      <a:lnTo>
                        <a:pt x="4817" y="2515"/>
                      </a:lnTo>
                      <a:cubicBezTo>
                        <a:pt x="4834" y="2463"/>
                        <a:pt x="4742" y="2429"/>
                        <a:pt x="4616" y="2429"/>
                      </a:cubicBezTo>
                      <a:lnTo>
                        <a:pt x="829" y="2429"/>
                      </a:lnTo>
                      <a:cubicBezTo>
                        <a:pt x="697" y="2429"/>
                        <a:pt x="576" y="2463"/>
                        <a:pt x="553" y="2515"/>
                      </a:cubicBezTo>
                      <a:lnTo>
                        <a:pt x="374" y="2912"/>
                      </a:lnTo>
                      <a:cubicBezTo>
                        <a:pt x="346" y="2964"/>
                        <a:pt x="432" y="2998"/>
                        <a:pt x="570" y="2998"/>
                      </a:cubicBezTo>
                      <a:close/>
                      <a:moveTo>
                        <a:pt x="28090" y="2998"/>
                      </a:moveTo>
                      <a:lnTo>
                        <a:pt x="31945" y="2998"/>
                      </a:lnTo>
                      <a:cubicBezTo>
                        <a:pt x="32078" y="2998"/>
                        <a:pt x="32164" y="2964"/>
                        <a:pt x="32141" y="2912"/>
                      </a:cubicBezTo>
                      <a:lnTo>
                        <a:pt x="31963" y="2515"/>
                      </a:lnTo>
                      <a:cubicBezTo>
                        <a:pt x="31940" y="2463"/>
                        <a:pt x="31819" y="2429"/>
                        <a:pt x="31686" y="2429"/>
                      </a:cubicBezTo>
                      <a:lnTo>
                        <a:pt x="27900" y="2429"/>
                      </a:lnTo>
                      <a:cubicBezTo>
                        <a:pt x="27767" y="2429"/>
                        <a:pt x="27675" y="2463"/>
                        <a:pt x="27698" y="2515"/>
                      </a:cubicBezTo>
                      <a:lnTo>
                        <a:pt x="27825" y="2912"/>
                      </a:lnTo>
                      <a:cubicBezTo>
                        <a:pt x="27842" y="2964"/>
                        <a:pt x="27963" y="2998"/>
                        <a:pt x="28090" y="2998"/>
                      </a:cubicBezTo>
                      <a:close/>
                      <a:moveTo>
                        <a:pt x="26576" y="3769"/>
                      </a:moveTo>
                      <a:lnTo>
                        <a:pt x="27744" y="3769"/>
                      </a:lnTo>
                      <a:cubicBezTo>
                        <a:pt x="27882" y="3769"/>
                        <a:pt x="27975" y="3723"/>
                        <a:pt x="27957" y="3672"/>
                      </a:cubicBezTo>
                      <a:lnTo>
                        <a:pt x="27917" y="3551"/>
                      </a:lnTo>
                      <a:cubicBezTo>
                        <a:pt x="27905" y="3499"/>
                        <a:pt x="27785" y="3459"/>
                        <a:pt x="27652" y="3459"/>
                      </a:cubicBezTo>
                      <a:lnTo>
                        <a:pt x="26496" y="3459"/>
                      </a:lnTo>
                      <a:cubicBezTo>
                        <a:pt x="26363" y="3459"/>
                        <a:pt x="26265" y="3499"/>
                        <a:pt x="26277" y="3551"/>
                      </a:cubicBezTo>
                      <a:lnTo>
                        <a:pt x="26317" y="3672"/>
                      </a:lnTo>
                      <a:cubicBezTo>
                        <a:pt x="26323" y="3723"/>
                        <a:pt x="26444" y="3769"/>
                        <a:pt x="26576" y="3769"/>
                      </a:cubicBezTo>
                      <a:close/>
                      <a:moveTo>
                        <a:pt x="28849" y="3769"/>
                      </a:moveTo>
                      <a:lnTo>
                        <a:pt x="30018" y="3769"/>
                      </a:lnTo>
                      <a:cubicBezTo>
                        <a:pt x="30156" y="3769"/>
                        <a:pt x="30242" y="3723"/>
                        <a:pt x="30230" y="3672"/>
                      </a:cubicBezTo>
                      <a:lnTo>
                        <a:pt x="30064" y="3257"/>
                      </a:lnTo>
                      <a:cubicBezTo>
                        <a:pt x="30041" y="3205"/>
                        <a:pt x="29920" y="3171"/>
                        <a:pt x="29787" y="3171"/>
                      </a:cubicBezTo>
                      <a:lnTo>
                        <a:pt x="28636" y="3171"/>
                      </a:lnTo>
                      <a:cubicBezTo>
                        <a:pt x="28510" y="3171"/>
                        <a:pt x="28418" y="3211"/>
                        <a:pt x="28429" y="3257"/>
                      </a:cubicBezTo>
                      <a:lnTo>
                        <a:pt x="28573" y="3672"/>
                      </a:lnTo>
                      <a:cubicBezTo>
                        <a:pt x="28596" y="3723"/>
                        <a:pt x="28717" y="3769"/>
                        <a:pt x="28849" y="3769"/>
                      </a:cubicBezTo>
                      <a:close/>
                      <a:moveTo>
                        <a:pt x="31122" y="3769"/>
                      </a:moveTo>
                      <a:lnTo>
                        <a:pt x="32291" y="3769"/>
                      </a:lnTo>
                      <a:cubicBezTo>
                        <a:pt x="32429" y="3769"/>
                        <a:pt x="32515" y="3723"/>
                        <a:pt x="32492" y="3672"/>
                      </a:cubicBezTo>
                      <a:lnTo>
                        <a:pt x="32435" y="3551"/>
                      </a:lnTo>
                      <a:cubicBezTo>
                        <a:pt x="32417" y="3499"/>
                        <a:pt x="32285" y="3459"/>
                        <a:pt x="32158" y="3459"/>
                      </a:cubicBezTo>
                      <a:lnTo>
                        <a:pt x="30996" y="3459"/>
                      </a:lnTo>
                      <a:cubicBezTo>
                        <a:pt x="30869" y="3459"/>
                        <a:pt x="30777" y="3499"/>
                        <a:pt x="30794" y="3551"/>
                      </a:cubicBezTo>
                      <a:lnTo>
                        <a:pt x="30846" y="3672"/>
                      </a:lnTo>
                      <a:cubicBezTo>
                        <a:pt x="30863" y="3723"/>
                        <a:pt x="30990" y="3769"/>
                        <a:pt x="31122" y="3769"/>
                      </a:cubicBezTo>
                      <a:close/>
                      <a:moveTo>
                        <a:pt x="24274" y="3769"/>
                      </a:moveTo>
                      <a:lnTo>
                        <a:pt x="25385" y="3769"/>
                      </a:lnTo>
                      <a:cubicBezTo>
                        <a:pt x="25523" y="3769"/>
                        <a:pt x="25615" y="3723"/>
                        <a:pt x="25604" y="3672"/>
                      </a:cubicBezTo>
                      <a:lnTo>
                        <a:pt x="25494" y="3257"/>
                      </a:lnTo>
                      <a:cubicBezTo>
                        <a:pt x="25483" y="3205"/>
                        <a:pt x="25368" y="3171"/>
                        <a:pt x="25235" y="3171"/>
                      </a:cubicBezTo>
                      <a:lnTo>
                        <a:pt x="24136" y="3171"/>
                      </a:lnTo>
                      <a:cubicBezTo>
                        <a:pt x="24004" y="3171"/>
                        <a:pt x="23906" y="3211"/>
                        <a:pt x="23917" y="3257"/>
                      </a:cubicBezTo>
                      <a:lnTo>
                        <a:pt x="24015" y="3672"/>
                      </a:lnTo>
                      <a:cubicBezTo>
                        <a:pt x="24027" y="3723"/>
                        <a:pt x="24142" y="3769"/>
                        <a:pt x="24274" y="3769"/>
                      </a:cubicBezTo>
                      <a:close/>
                      <a:moveTo>
                        <a:pt x="9801" y="3257"/>
                      </a:moveTo>
                      <a:lnTo>
                        <a:pt x="9720" y="3672"/>
                      </a:lnTo>
                      <a:cubicBezTo>
                        <a:pt x="9715" y="3723"/>
                        <a:pt x="9812" y="3764"/>
                        <a:pt x="9945" y="3764"/>
                      </a:cubicBezTo>
                      <a:lnTo>
                        <a:pt x="20257" y="3764"/>
                      </a:lnTo>
                      <a:cubicBezTo>
                        <a:pt x="20395" y="3764"/>
                        <a:pt x="20493" y="3723"/>
                        <a:pt x="20488" y="3672"/>
                      </a:cubicBezTo>
                      <a:lnTo>
                        <a:pt x="20436" y="3257"/>
                      </a:lnTo>
                      <a:cubicBezTo>
                        <a:pt x="20430" y="3205"/>
                        <a:pt x="20321" y="3171"/>
                        <a:pt x="20194" y="3171"/>
                      </a:cubicBezTo>
                      <a:lnTo>
                        <a:pt x="10048" y="3171"/>
                      </a:lnTo>
                      <a:cubicBezTo>
                        <a:pt x="9922" y="3171"/>
                        <a:pt x="9807" y="3205"/>
                        <a:pt x="9801" y="3257"/>
                      </a:cubicBezTo>
                      <a:close/>
                      <a:moveTo>
                        <a:pt x="7119" y="3769"/>
                      </a:moveTo>
                      <a:lnTo>
                        <a:pt x="8765" y="3769"/>
                      </a:lnTo>
                      <a:cubicBezTo>
                        <a:pt x="8897" y="3769"/>
                        <a:pt x="9012" y="3723"/>
                        <a:pt x="9024" y="3672"/>
                      </a:cubicBezTo>
                      <a:lnTo>
                        <a:pt x="9104" y="3257"/>
                      </a:lnTo>
                      <a:cubicBezTo>
                        <a:pt x="9116" y="3205"/>
                        <a:pt x="9024" y="3171"/>
                        <a:pt x="8892" y="3171"/>
                      </a:cubicBezTo>
                      <a:lnTo>
                        <a:pt x="7280" y="3171"/>
                      </a:lnTo>
                      <a:cubicBezTo>
                        <a:pt x="7148" y="3171"/>
                        <a:pt x="7033" y="3211"/>
                        <a:pt x="7021" y="3257"/>
                      </a:cubicBezTo>
                      <a:lnTo>
                        <a:pt x="6912" y="3672"/>
                      </a:lnTo>
                      <a:cubicBezTo>
                        <a:pt x="6895" y="3723"/>
                        <a:pt x="6992" y="3769"/>
                        <a:pt x="7119" y="3769"/>
                      </a:cubicBezTo>
                      <a:close/>
                      <a:moveTo>
                        <a:pt x="4817" y="3769"/>
                      </a:moveTo>
                      <a:lnTo>
                        <a:pt x="5934" y="3769"/>
                      </a:lnTo>
                      <a:cubicBezTo>
                        <a:pt x="6072" y="3769"/>
                        <a:pt x="6187" y="3723"/>
                        <a:pt x="6198" y="3672"/>
                      </a:cubicBezTo>
                      <a:lnTo>
                        <a:pt x="6313" y="3257"/>
                      </a:lnTo>
                      <a:cubicBezTo>
                        <a:pt x="6331" y="3205"/>
                        <a:pt x="6239" y="3171"/>
                        <a:pt x="6100" y="3171"/>
                      </a:cubicBezTo>
                      <a:lnTo>
                        <a:pt x="5001" y="3171"/>
                      </a:lnTo>
                      <a:cubicBezTo>
                        <a:pt x="4869" y="3171"/>
                        <a:pt x="4748" y="3211"/>
                        <a:pt x="4731" y="3257"/>
                      </a:cubicBezTo>
                      <a:lnTo>
                        <a:pt x="4598" y="3672"/>
                      </a:lnTo>
                      <a:cubicBezTo>
                        <a:pt x="4598" y="3723"/>
                        <a:pt x="4691" y="3769"/>
                        <a:pt x="4817" y="3769"/>
                      </a:cubicBezTo>
                      <a:close/>
                      <a:moveTo>
                        <a:pt x="21454" y="3769"/>
                      </a:moveTo>
                      <a:lnTo>
                        <a:pt x="23094" y="3769"/>
                      </a:lnTo>
                      <a:cubicBezTo>
                        <a:pt x="23227" y="3769"/>
                        <a:pt x="23325" y="3723"/>
                        <a:pt x="23313" y="3672"/>
                      </a:cubicBezTo>
                      <a:lnTo>
                        <a:pt x="23238" y="3257"/>
                      </a:lnTo>
                      <a:cubicBezTo>
                        <a:pt x="23227" y="3205"/>
                        <a:pt x="23112" y="3171"/>
                        <a:pt x="22985" y="3171"/>
                      </a:cubicBezTo>
                      <a:lnTo>
                        <a:pt x="21374" y="3171"/>
                      </a:lnTo>
                      <a:cubicBezTo>
                        <a:pt x="21241" y="3171"/>
                        <a:pt x="21144" y="3211"/>
                        <a:pt x="21149" y="3257"/>
                      </a:cubicBezTo>
                      <a:lnTo>
                        <a:pt x="21207" y="3672"/>
                      </a:lnTo>
                      <a:cubicBezTo>
                        <a:pt x="21201" y="3723"/>
                        <a:pt x="21316" y="3769"/>
                        <a:pt x="21454" y="3769"/>
                      </a:cubicBezTo>
                      <a:close/>
                      <a:moveTo>
                        <a:pt x="2527" y="3769"/>
                      </a:moveTo>
                      <a:lnTo>
                        <a:pt x="3643" y="3769"/>
                      </a:lnTo>
                      <a:cubicBezTo>
                        <a:pt x="3776" y="3769"/>
                        <a:pt x="3902" y="3723"/>
                        <a:pt x="3914" y="3672"/>
                      </a:cubicBezTo>
                      <a:lnTo>
                        <a:pt x="4058" y="3257"/>
                      </a:lnTo>
                      <a:cubicBezTo>
                        <a:pt x="4075" y="3205"/>
                        <a:pt x="3977" y="3171"/>
                        <a:pt x="3850" y="3171"/>
                      </a:cubicBezTo>
                      <a:lnTo>
                        <a:pt x="2751" y="3171"/>
                      </a:lnTo>
                      <a:cubicBezTo>
                        <a:pt x="2619" y="3171"/>
                        <a:pt x="2498" y="3211"/>
                        <a:pt x="2475" y="3257"/>
                      </a:cubicBezTo>
                      <a:lnTo>
                        <a:pt x="2308" y="3672"/>
                      </a:lnTo>
                      <a:cubicBezTo>
                        <a:pt x="2297" y="3723"/>
                        <a:pt x="2389" y="3769"/>
                        <a:pt x="2527" y="3769"/>
                      </a:cubicBezTo>
                      <a:close/>
                      <a:moveTo>
                        <a:pt x="225" y="3769"/>
                      </a:moveTo>
                      <a:lnTo>
                        <a:pt x="1341" y="3769"/>
                      </a:lnTo>
                      <a:cubicBezTo>
                        <a:pt x="1474" y="3769"/>
                        <a:pt x="1600" y="3723"/>
                        <a:pt x="1617" y="3672"/>
                      </a:cubicBezTo>
                      <a:lnTo>
                        <a:pt x="1790" y="3257"/>
                      </a:lnTo>
                      <a:cubicBezTo>
                        <a:pt x="1813" y="3205"/>
                        <a:pt x="1721" y="3171"/>
                        <a:pt x="1589" y="3171"/>
                      </a:cubicBezTo>
                      <a:lnTo>
                        <a:pt x="490" y="3171"/>
                      </a:lnTo>
                      <a:cubicBezTo>
                        <a:pt x="357" y="3171"/>
                        <a:pt x="236" y="3211"/>
                        <a:pt x="208" y="3257"/>
                      </a:cubicBezTo>
                      <a:lnTo>
                        <a:pt x="23" y="3672"/>
                      </a:lnTo>
                      <a:cubicBezTo>
                        <a:pt x="0" y="3723"/>
                        <a:pt x="87" y="3769"/>
                        <a:pt x="225" y="376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8" name="Google Shape;838;p47">
                <a:extLst>
                  <a:ext uri="{FF2B5EF4-FFF2-40B4-BE49-F238E27FC236}">
                    <a16:creationId xmlns:a16="http://schemas.microsoft.com/office/drawing/2014/main" id="{732BED24-20EB-0D8A-7CAD-915DB3FE2430}"/>
                  </a:ext>
                </a:extLst>
              </p:cNvPr>
              <p:cNvSpPr/>
              <p:nvPr/>
            </p:nvSpPr>
            <p:spPr>
              <a:xfrm>
                <a:off x="6822274" y="3695850"/>
                <a:ext cx="723633" cy="189396"/>
              </a:xfrm>
              <a:custGeom>
                <a:avLst/>
                <a:gdLst/>
                <a:ahLst/>
                <a:cxnLst/>
                <a:rect l="l" t="t" r="r" b="b"/>
                <a:pathLst>
                  <a:path w="12448" h="3258" extrusionOk="0">
                    <a:moveTo>
                      <a:pt x="12074" y="3258"/>
                    </a:moveTo>
                    <a:lnTo>
                      <a:pt x="374" y="3258"/>
                    </a:lnTo>
                    <a:cubicBezTo>
                      <a:pt x="155" y="3258"/>
                      <a:pt x="0" y="3126"/>
                      <a:pt x="35" y="2959"/>
                    </a:cubicBezTo>
                    <a:lnTo>
                      <a:pt x="529" y="254"/>
                    </a:lnTo>
                    <a:cubicBezTo>
                      <a:pt x="558" y="110"/>
                      <a:pt x="737" y="1"/>
                      <a:pt x="932" y="1"/>
                    </a:cubicBezTo>
                    <a:lnTo>
                      <a:pt x="11515" y="1"/>
                    </a:lnTo>
                    <a:cubicBezTo>
                      <a:pt x="11717" y="1"/>
                      <a:pt x="11895" y="116"/>
                      <a:pt x="11918" y="254"/>
                    </a:cubicBezTo>
                    <a:lnTo>
                      <a:pt x="12413" y="2959"/>
                    </a:lnTo>
                    <a:cubicBezTo>
                      <a:pt x="12448" y="3126"/>
                      <a:pt x="12298" y="3258"/>
                      <a:pt x="12074" y="325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7">
                <a:extLst>
                  <a:ext uri="{FF2B5EF4-FFF2-40B4-BE49-F238E27FC236}">
                    <a16:creationId xmlns:a16="http://schemas.microsoft.com/office/drawing/2014/main" id="{13922CEA-5773-875C-F932-2AF09AC076EA}"/>
                  </a:ext>
                </a:extLst>
              </p:cNvPr>
              <p:cNvSpPr/>
              <p:nvPr/>
            </p:nvSpPr>
            <p:spPr>
              <a:xfrm>
                <a:off x="5996926" y="1962600"/>
                <a:ext cx="733748" cy="692591"/>
              </a:xfrm>
              <a:custGeom>
                <a:avLst/>
                <a:gdLst/>
                <a:ahLst/>
                <a:cxnLst/>
                <a:rect l="l" t="t" r="r" b="b"/>
                <a:pathLst>
                  <a:path w="12622" h="11914" extrusionOk="0">
                    <a:moveTo>
                      <a:pt x="11361" y="9364"/>
                    </a:moveTo>
                    <a:lnTo>
                      <a:pt x="9583" y="9364"/>
                    </a:lnTo>
                    <a:cubicBezTo>
                      <a:pt x="9393" y="9364"/>
                      <a:pt x="9232" y="9525"/>
                      <a:pt x="9232" y="9721"/>
                    </a:cubicBezTo>
                    <a:lnTo>
                      <a:pt x="9226" y="11534"/>
                    </a:lnTo>
                    <a:cubicBezTo>
                      <a:pt x="9226" y="11781"/>
                      <a:pt x="8915" y="11913"/>
                      <a:pt x="8737" y="11723"/>
                    </a:cubicBezTo>
                    <a:lnTo>
                      <a:pt x="6820" y="9767"/>
                    </a:lnTo>
                    <a:cubicBezTo>
                      <a:pt x="6492" y="9502"/>
                      <a:pt x="6078" y="9358"/>
                      <a:pt x="5658" y="9358"/>
                    </a:cubicBezTo>
                    <a:lnTo>
                      <a:pt x="1261" y="9358"/>
                    </a:lnTo>
                    <a:cubicBezTo>
                      <a:pt x="571" y="9358"/>
                      <a:pt x="1" y="8800"/>
                      <a:pt x="1" y="8098"/>
                    </a:cubicBezTo>
                    <a:lnTo>
                      <a:pt x="1" y="1255"/>
                    </a:lnTo>
                    <a:cubicBezTo>
                      <a:pt x="1" y="565"/>
                      <a:pt x="565" y="1"/>
                      <a:pt x="1261" y="1"/>
                    </a:cubicBezTo>
                    <a:lnTo>
                      <a:pt x="11355" y="1"/>
                    </a:lnTo>
                    <a:cubicBezTo>
                      <a:pt x="12046" y="1"/>
                      <a:pt x="12615" y="559"/>
                      <a:pt x="12615" y="1255"/>
                    </a:cubicBezTo>
                    <a:lnTo>
                      <a:pt x="12615" y="8109"/>
                    </a:lnTo>
                    <a:cubicBezTo>
                      <a:pt x="12621" y="8806"/>
                      <a:pt x="12051" y="9364"/>
                      <a:pt x="11361" y="936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7">
                <a:extLst>
                  <a:ext uri="{FF2B5EF4-FFF2-40B4-BE49-F238E27FC236}">
                    <a16:creationId xmlns:a16="http://schemas.microsoft.com/office/drawing/2014/main" id="{38167462-8B42-6954-74DD-BC63504936F1}"/>
                  </a:ext>
                </a:extLst>
              </p:cNvPr>
              <p:cNvSpPr/>
              <p:nvPr/>
            </p:nvSpPr>
            <p:spPr>
              <a:xfrm>
                <a:off x="6163240" y="2083048"/>
                <a:ext cx="375362" cy="302812"/>
              </a:xfrm>
              <a:custGeom>
                <a:avLst/>
                <a:gdLst/>
                <a:ahLst/>
                <a:cxnLst/>
                <a:rect l="l" t="t" r="r" b="b"/>
                <a:pathLst>
                  <a:path w="6457" h="5209" extrusionOk="0">
                    <a:moveTo>
                      <a:pt x="2952" y="2964"/>
                    </a:moveTo>
                    <a:lnTo>
                      <a:pt x="1853" y="2964"/>
                    </a:lnTo>
                    <a:cubicBezTo>
                      <a:pt x="1916" y="3523"/>
                      <a:pt x="2164" y="4213"/>
                      <a:pt x="2952" y="4213"/>
                    </a:cubicBezTo>
                    <a:lnTo>
                      <a:pt x="2952" y="5209"/>
                    </a:lnTo>
                    <a:lnTo>
                      <a:pt x="2227" y="5209"/>
                    </a:lnTo>
                    <a:cubicBezTo>
                      <a:pt x="996" y="5209"/>
                      <a:pt x="0" y="4207"/>
                      <a:pt x="0" y="2976"/>
                    </a:cubicBezTo>
                    <a:lnTo>
                      <a:pt x="0" y="2964"/>
                    </a:lnTo>
                    <a:lnTo>
                      <a:pt x="0" y="2257"/>
                    </a:lnTo>
                    <a:lnTo>
                      <a:pt x="0" y="6"/>
                    </a:lnTo>
                    <a:lnTo>
                      <a:pt x="2952" y="6"/>
                    </a:lnTo>
                    <a:close/>
                    <a:moveTo>
                      <a:pt x="6457" y="1"/>
                    </a:moveTo>
                    <a:lnTo>
                      <a:pt x="3499" y="1"/>
                    </a:lnTo>
                    <a:lnTo>
                      <a:pt x="3499" y="2251"/>
                    </a:lnTo>
                    <a:lnTo>
                      <a:pt x="3499" y="2959"/>
                    </a:lnTo>
                    <a:lnTo>
                      <a:pt x="3499" y="2970"/>
                    </a:lnTo>
                    <a:cubicBezTo>
                      <a:pt x="3499" y="4202"/>
                      <a:pt x="4500" y="5203"/>
                      <a:pt x="5732" y="5203"/>
                    </a:cubicBezTo>
                    <a:lnTo>
                      <a:pt x="6457" y="5203"/>
                    </a:lnTo>
                    <a:lnTo>
                      <a:pt x="6457" y="4207"/>
                    </a:lnTo>
                    <a:cubicBezTo>
                      <a:pt x="5674" y="4207"/>
                      <a:pt x="5427" y="3517"/>
                      <a:pt x="5358" y="2959"/>
                    </a:cubicBezTo>
                    <a:lnTo>
                      <a:pt x="6457" y="295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7">
                <a:extLst>
                  <a:ext uri="{FF2B5EF4-FFF2-40B4-BE49-F238E27FC236}">
                    <a16:creationId xmlns:a16="http://schemas.microsoft.com/office/drawing/2014/main" id="{A1999750-578E-83B3-64B8-CE047B357F79}"/>
                  </a:ext>
                </a:extLst>
              </p:cNvPr>
              <p:cNvSpPr/>
              <p:nvPr/>
            </p:nvSpPr>
            <p:spPr>
              <a:xfrm>
                <a:off x="6580041" y="2438050"/>
                <a:ext cx="733051" cy="692532"/>
              </a:xfrm>
              <a:custGeom>
                <a:avLst/>
                <a:gdLst/>
                <a:ahLst/>
                <a:cxnLst/>
                <a:rect l="l" t="t" r="r" b="b"/>
                <a:pathLst>
                  <a:path w="12610" h="11913" extrusionOk="0">
                    <a:moveTo>
                      <a:pt x="1249" y="9369"/>
                    </a:moveTo>
                    <a:lnTo>
                      <a:pt x="3028" y="9369"/>
                    </a:lnTo>
                    <a:cubicBezTo>
                      <a:pt x="3223" y="9369"/>
                      <a:pt x="3379" y="9524"/>
                      <a:pt x="3379" y="9720"/>
                    </a:cubicBezTo>
                    <a:lnTo>
                      <a:pt x="3384" y="11533"/>
                    </a:lnTo>
                    <a:cubicBezTo>
                      <a:pt x="3384" y="11786"/>
                      <a:pt x="3695" y="11913"/>
                      <a:pt x="3879" y="11728"/>
                    </a:cubicBezTo>
                    <a:lnTo>
                      <a:pt x="5790" y="9772"/>
                    </a:lnTo>
                    <a:cubicBezTo>
                      <a:pt x="6118" y="9501"/>
                      <a:pt x="6532" y="9357"/>
                      <a:pt x="6952" y="9357"/>
                    </a:cubicBezTo>
                    <a:lnTo>
                      <a:pt x="11349" y="9357"/>
                    </a:lnTo>
                    <a:cubicBezTo>
                      <a:pt x="12040" y="9357"/>
                      <a:pt x="12609" y="8799"/>
                      <a:pt x="12609" y="8103"/>
                    </a:cubicBezTo>
                    <a:lnTo>
                      <a:pt x="12609" y="1260"/>
                    </a:lnTo>
                    <a:cubicBezTo>
                      <a:pt x="12609" y="570"/>
                      <a:pt x="12045" y="0"/>
                      <a:pt x="11349" y="0"/>
                    </a:cubicBezTo>
                    <a:lnTo>
                      <a:pt x="1255" y="0"/>
                    </a:lnTo>
                    <a:cubicBezTo>
                      <a:pt x="564" y="0"/>
                      <a:pt x="1" y="564"/>
                      <a:pt x="1" y="1260"/>
                    </a:cubicBezTo>
                    <a:lnTo>
                      <a:pt x="1" y="8103"/>
                    </a:lnTo>
                    <a:cubicBezTo>
                      <a:pt x="1" y="8805"/>
                      <a:pt x="559" y="9369"/>
                      <a:pt x="1249" y="936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7">
                <a:extLst>
                  <a:ext uri="{FF2B5EF4-FFF2-40B4-BE49-F238E27FC236}">
                    <a16:creationId xmlns:a16="http://schemas.microsoft.com/office/drawing/2014/main" id="{9467D3A2-29CE-7030-7D49-D4A9E55972B2}"/>
                  </a:ext>
                </a:extLst>
              </p:cNvPr>
              <p:cNvSpPr/>
              <p:nvPr/>
            </p:nvSpPr>
            <p:spPr>
              <a:xfrm>
                <a:off x="6771409" y="2559138"/>
                <a:ext cx="375710" cy="302115"/>
              </a:xfrm>
              <a:custGeom>
                <a:avLst/>
                <a:gdLst/>
                <a:ahLst/>
                <a:cxnLst/>
                <a:rect l="l" t="t" r="r" b="b"/>
                <a:pathLst>
                  <a:path w="6463" h="5197" extrusionOk="0">
                    <a:moveTo>
                      <a:pt x="3505" y="0"/>
                    </a:moveTo>
                    <a:lnTo>
                      <a:pt x="6463" y="0"/>
                    </a:lnTo>
                    <a:lnTo>
                      <a:pt x="6463" y="2250"/>
                    </a:lnTo>
                    <a:lnTo>
                      <a:pt x="6463" y="2953"/>
                    </a:lnTo>
                    <a:lnTo>
                      <a:pt x="6463" y="2970"/>
                    </a:lnTo>
                    <a:cubicBezTo>
                      <a:pt x="6463" y="4201"/>
                      <a:pt x="5462" y="5197"/>
                      <a:pt x="4230" y="5197"/>
                    </a:cubicBezTo>
                    <a:lnTo>
                      <a:pt x="3505" y="5197"/>
                    </a:lnTo>
                    <a:lnTo>
                      <a:pt x="3505" y="4207"/>
                    </a:lnTo>
                    <a:cubicBezTo>
                      <a:pt x="4288" y="4207"/>
                      <a:pt x="4535" y="3516"/>
                      <a:pt x="4604" y="2953"/>
                    </a:cubicBezTo>
                    <a:lnTo>
                      <a:pt x="3505" y="2953"/>
                    </a:lnTo>
                    <a:close/>
                    <a:moveTo>
                      <a:pt x="0" y="2953"/>
                    </a:moveTo>
                    <a:lnTo>
                      <a:pt x="1105" y="2953"/>
                    </a:lnTo>
                    <a:cubicBezTo>
                      <a:pt x="1036" y="3516"/>
                      <a:pt x="794" y="4207"/>
                      <a:pt x="0" y="4207"/>
                    </a:cubicBezTo>
                    <a:lnTo>
                      <a:pt x="0" y="5197"/>
                    </a:lnTo>
                    <a:lnTo>
                      <a:pt x="731" y="5197"/>
                    </a:lnTo>
                    <a:cubicBezTo>
                      <a:pt x="1957" y="5197"/>
                      <a:pt x="2958" y="4201"/>
                      <a:pt x="2958" y="2970"/>
                    </a:cubicBezTo>
                    <a:lnTo>
                      <a:pt x="2958" y="2953"/>
                    </a:lnTo>
                    <a:lnTo>
                      <a:pt x="2958" y="2250"/>
                    </a:lnTo>
                    <a:lnTo>
                      <a:pt x="2958"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7">
                <a:extLst>
                  <a:ext uri="{FF2B5EF4-FFF2-40B4-BE49-F238E27FC236}">
                    <a16:creationId xmlns:a16="http://schemas.microsoft.com/office/drawing/2014/main" id="{770A05B7-63AA-B71B-8CBE-9C16A596950A}"/>
                  </a:ext>
                </a:extLst>
              </p:cNvPr>
              <p:cNvSpPr/>
              <p:nvPr/>
            </p:nvSpPr>
            <p:spPr>
              <a:xfrm>
                <a:off x="7072122" y="1652817"/>
                <a:ext cx="779557" cy="813332"/>
              </a:xfrm>
              <a:custGeom>
                <a:avLst/>
                <a:gdLst/>
                <a:ahLst/>
                <a:cxnLst/>
                <a:rect l="l" t="t" r="r" b="b"/>
                <a:pathLst>
                  <a:path w="13410" h="13991" extrusionOk="0">
                    <a:moveTo>
                      <a:pt x="12886" y="13991"/>
                    </a:moveTo>
                    <a:lnTo>
                      <a:pt x="525" y="13991"/>
                    </a:lnTo>
                    <a:cubicBezTo>
                      <a:pt x="237" y="13991"/>
                      <a:pt x="1" y="13755"/>
                      <a:pt x="1" y="13467"/>
                    </a:cubicBezTo>
                    <a:lnTo>
                      <a:pt x="1" y="525"/>
                    </a:lnTo>
                    <a:cubicBezTo>
                      <a:pt x="1" y="237"/>
                      <a:pt x="237" y="1"/>
                      <a:pt x="525" y="1"/>
                    </a:cubicBezTo>
                    <a:lnTo>
                      <a:pt x="12886" y="1"/>
                    </a:lnTo>
                    <a:cubicBezTo>
                      <a:pt x="13174" y="1"/>
                      <a:pt x="13410" y="237"/>
                      <a:pt x="13410" y="525"/>
                    </a:cubicBezTo>
                    <a:lnTo>
                      <a:pt x="13410" y="13467"/>
                    </a:lnTo>
                    <a:cubicBezTo>
                      <a:pt x="13410" y="13761"/>
                      <a:pt x="13174" y="13991"/>
                      <a:pt x="12886" y="1399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7">
                <a:extLst>
                  <a:ext uri="{FF2B5EF4-FFF2-40B4-BE49-F238E27FC236}">
                    <a16:creationId xmlns:a16="http://schemas.microsoft.com/office/drawing/2014/main" id="{84B67786-05B3-B12A-1264-01D54B5B183D}"/>
                  </a:ext>
                </a:extLst>
              </p:cNvPr>
              <p:cNvSpPr/>
              <p:nvPr/>
            </p:nvSpPr>
            <p:spPr>
              <a:xfrm>
                <a:off x="7186234" y="1775939"/>
                <a:ext cx="551387" cy="566792"/>
              </a:xfrm>
              <a:custGeom>
                <a:avLst/>
                <a:gdLst/>
                <a:ahLst/>
                <a:cxnLst/>
                <a:rect l="l" t="t" r="r" b="b"/>
                <a:pathLst>
                  <a:path w="9485" h="9750" extrusionOk="0">
                    <a:moveTo>
                      <a:pt x="9179" y="8167"/>
                    </a:moveTo>
                    <a:lnTo>
                      <a:pt x="8454" y="8167"/>
                    </a:lnTo>
                    <a:lnTo>
                      <a:pt x="8454" y="7131"/>
                    </a:lnTo>
                    <a:lnTo>
                      <a:pt x="7292" y="7131"/>
                    </a:lnTo>
                    <a:lnTo>
                      <a:pt x="7292" y="6561"/>
                    </a:lnTo>
                    <a:lnTo>
                      <a:pt x="7953" y="6561"/>
                    </a:lnTo>
                    <a:cubicBezTo>
                      <a:pt x="8155" y="6561"/>
                      <a:pt x="8316" y="6400"/>
                      <a:pt x="8316" y="6199"/>
                    </a:cubicBezTo>
                    <a:lnTo>
                      <a:pt x="8316" y="4587"/>
                    </a:lnTo>
                    <a:cubicBezTo>
                      <a:pt x="8316" y="4386"/>
                      <a:pt x="8155" y="4219"/>
                      <a:pt x="7953" y="4219"/>
                    </a:cubicBezTo>
                    <a:lnTo>
                      <a:pt x="7292" y="4219"/>
                    </a:lnTo>
                    <a:lnTo>
                      <a:pt x="7292" y="3292"/>
                    </a:lnTo>
                    <a:lnTo>
                      <a:pt x="4892" y="3292"/>
                    </a:lnTo>
                    <a:lnTo>
                      <a:pt x="4892" y="2608"/>
                    </a:lnTo>
                    <a:lnTo>
                      <a:pt x="6814" y="2608"/>
                    </a:lnTo>
                    <a:cubicBezTo>
                      <a:pt x="7004" y="2608"/>
                      <a:pt x="7154" y="2458"/>
                      <a:pt x="7154" y="2268"/>
                    </a:cubicBezTo>
                    <a:lnTo>
                      <a:pt x="7154" y="340"/>
                    </a:lnTo>
                    <a:cubicBezTo>
                      <a:pt x="7154" y="156"/>
                      <a:pt x="7004" y="1"/>
                      <a:pt x="6814" y="1"/>
                    </a:cubicBezTo>
                    <a:lnTo>
                      <a:pt x="2688" y="1"/>
                    </a:lnTo>
                    <a:cubicBezTo>
                      <a:pt x="2498" y="1"/>
                      <a:pt x="2348" y="156"/>
                      <a:pt x="2348" y="340"/>
                    </a:cubicBezTo>
                    <a:lnTo>
                      <a:pt x="2348" y="2268"/>
                    </a:lnTo>
                    <a:cubicBezTo>
                      <a:pt x="2348" y="2458"/>
                      <a:pt x="2498" y="2608"/>
                      <a:pt x="2688" y="2608"/>
                    </a:cubicBezTo>
                    <a:lnTo>
                      <a:pt x="4604" y="2608"/>
                    </a:lnTo>
                    <a:lnTo>
                      <a:pt x="4604" y="3292"/>
                    </a:lnTo>
                    <a:lnTo>
                      <a:pt x="2210" y="3292"/>
                    </a:lnTo>
                    <a:lnTo>
                      <a:pt x="2210" y="4219"/>
                    </a:lnTo>
                    <a:lnTo>
                      <a:pt x="1548" y="4219"/>
                    </a:lnTo>
                    <a:cubicBezTo>
                      <a:pt x="1347" y="4219"/>
                      <a:pt x="1180" y="4386"/>
                      <a:pt x="1180" y="4587"/>
                    </a:cubicBezTo>
                    <a:lnTo>
                      <a:pt x="1180" y="6199"/>
                    </a:lnTo>
                    <a:cubicBezTo>
                      <a:pt x="1180" y="6400"/>
                      <a:pt x="1347" y="6561"/>
                      <a:pt x="1548" y="6561"/>
                    </a:cubicBezTo>
                    <a:lnTo>
                      <a:pt x="2210" y="6561"/>
                    </a:lnTo>
                    <a:lnTo>
                      <a:pt x="2210" y="7131"/>
                    </a:lnTo>
                    <a:lnTo>
                      <a:pt x="1030" y="7131"/>
                    </a:lnTo>
                    <a:lnTo>
                      <a:pt x="1030" y="8167"/>
                    </a:lnTo>
                    <a:lnTo>
                      <a:pt x="305" y="8167"/>
                    </a:lnTo>
                    <a:cubicBezTo>
                      <a:pt x="138" y="8167"/>
                      <a:pt x="0" y="8305"/>
                      <a:pt x="0" y="8472"/>
                    </a:cubicBezTo>
                    <a:lnTo>
                      <a:pt x="0" y="9450"/>
                    </a:lnTo>
                    <a:cubicBezTo>
                      <a:pt x="0" y="9611"/>
                      <a:pt x="138" y="9749"/>
                      <a:pt x="305" y="9749"/>
                    </a:cubicBezTo>
                    <a:lnTo>
                      <a:pt x="2043" y="9749"/>
                    </a:lnTo>
                    <a:cubicBezTo>
                      <a:pt x="2210" y="9749"/>
                      <a:pt x="2348" y="9611"/>
                      <a:pt x="2348" y="9450"/>
                    </a:cubicBezTo>
                    <a:lnTo>
                      <a:pt x="2348" y="8460"/>
                    </a:lnTo>
                    <a:cubicBezTo>
                      <a:pt x="2348" y="8299"/>
                      <a:pt x="2210" y="8161"/>
                      <a:pt x="2043" y="8161"/>
                    </a:cubicBezTo>
                    <a:lnTo>
                      <a:pt x="1318" y="8161"/>
                    </a:lnTo>
                    <a:lnTo>
                      <a:pt x="1318" y="7413"/>
                    </a:lnTo>
                    <a:lnTo>
                      <a:pt x="4598" y="7413"/>
                    </a:lnTo>
                    <a:lnTo>
                      <a:pt x="4598" y="8161"/>
                    </a:lnTo>
                    <a:lnTo>
                      <a:pt x="3873" y="8161"/>
                    </a:lnTo>
                    <a:cubicBezTo>
                      <a:pt x="3706" y="8161"/>
                      <a:pt x="3568" y="8299"/>
                      <a:pt x="3568" y="8460"/>
                    </a:cubicBezTo>
                    <a:lnTo>
                      <a:pt x="3568" y="9450"/>
                    </a:lnTo>
                    <a:cubicBezTo>
                      <a:pt x="3568" y="9611"/>
                      <a:pt x="3706" y="9749"/>
                      <a:pt x="3873" y="9749"/>
                    </a:cubicBezTo>
                    <a:lnTo>
                      <a:pt x="5611" y="9749"/>
                    </a:lnTo>
                    <a:cubicBezTo>
                      <a:pt x="5778" y="9749"/>
                      <a:pt x="5916" y="9611"/>
                      <a:pt x="5916" y="9450"/>
                    </a:cubicBezTo>
                    <a:lnTo>
                      <a:pt x="5916" y="8460"/>
                    </a:lnTo>
                    <a:cubicBezTo>
                      <a:pt x="5916" y="8299"/>
                      <a:pt x="5778" y="8161"/>
                      <a:pt x="5611" y="8161"/>
                    </a:cubicBezTo>
                    <a:lnTo>
                      <a:pt x="4886" y="8161"/>
                    </a:lnTo>
                    <a:lnTo>
                      <a:pt x="4886" y="7413"/>
                    </a:lnTo>
                    <a:lnTo>
                      <a:pt x="8166" y="7413"/>
                    </a:lnTo>
                    <a:lnTo>
                      <a:pt x="8166" y="8161"/>
                    </a:lnTo>
                    <a:lnTo>
                      <a:pt x="7441" y="8161"/>
                    </a:lnTo>
                    <a:cubicBezTo>
                      <a:pt x="7274" y="8161"/>
                      <a:pt x="7136" y="8299"/>
                      <a:pt x="7136" y="8460"/>
                    </a:cubicBezTo>
                    <a:lnTo>
                      <a:pt x="7136" y="9450"/>
                    </a:lnTo>
                    <a:cubicBezTo>
                      <a:pt x="7136" y="9611"/>
                      <a:pt x="7274" y="9749"/>
                      <a:pt x="7441" y="9749"/>
                    </a:cubicBezTo>
                    <a:lnTo>
                      <a:pt x="9179" y="9749"/>
                    </a:lnTo>
                    <a:cubicBezTo>
                      <a:pt x="9346" y="9749"/>
                      <a:pt x="9484" y="9611"/>
                      <a:pt x="9484" y="9450"/>
                    </a:cubicBezTo>
                    <a:lnTo>
                      <a:pt x="9484" y="8460"/>
                    </a:lnTo>
                    <a:cubicBezTo>
                      <a:pt x="9478" y="8299"/>
                      <a:pt x="9346" y="8167"/>
                      <a:pt x="9179" y="8167"/>
                    </a:cubicBezTo>
                    <a:close/>
                    <a:moveTo>
                      <a:pt x="2492" y="7125"/>
                    </a:moveTo>
                    <a:lnTo>
                      <a:pt x="2492" y="6555"/>
                    </a:lnTo>
                    <a:lnTo>
                      <a:pt x="3154" y="6555"/>
                    </a:lnTo>
                    <a:cubicBezTo>
                      <a:pt x="3355" y="6555"/>
                      <a:pt x="3522" y="6389"/>
                      <a:pt x="3522" y="6187"/>
                    </a:cubicBezTo>
                    <a:lnTo>
                      <a:pt x="3522" y="4576"/>
                    </a:lnTo>
                    <a:cubicBezTo>
                      <a:pt x="3522" y="4374"/>
                      <a:pt x="3355" y="4213"/>
                      <a:pt x="3154" y="4213"/>
                    </a:cubicBezTo>
                    <a:lnTo>
                      <a:pt x="2492" y="4213"/>
                    </a:lnTo>
                    <a:lnTo>
                      <a:pt x="2492" y="3569"/>
                    </a:lnTo>
                    <a:lnTo>
                      <a:pt x="7004" y="3569"/>
                    </a:lnTo>
                    <a:lnTo>
                      <a:pt x="7004" y="4213"/>
                    </a:lnTo>
                    <a:lnTo>
                      <a:pt x="6342" y="4213"/>
                    </a:lnTo>
                    <a:cubicBezTo>
                      <a:pt x="6141" y="4213"/>
                      <a:pt x="5974" y="4374"/>
                      <a:pt x="5974" y="4576"/>
                    </a:cubicBezTo>
                    <a:lnTo>
                      <a:pt x="5974" y="6187"/>
                    </a:lnTo>
                    <a:cubicBezTo>
                      <a:pt x="5974" y="6389"/>
                      <a:pt x="6141" y="6555"/>
                      <a:pt x="6342" y="6555"/>
                    </a:cubicBezTo>
                    <a:lnTo>
                      <a:pt x="7004" y="6555"/>
                    </a:lnTo>
                    <a:lnTo>
                      <a:pt x="7004" y="712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7">
                <a:extLst>
                  <a:ext uri="{FF2B5EF4-FFF2-40B4-BE49-F238E27FC236}">
                    <a16:creationId xmlns:a16="http://schemas.microsoft.com/office/drawing/2014/main" id="{262E9E1A-61F1-6A69-2F0F-E190CB7F6844}"/>
                  </a:ext>
                </a:extLst>
              </p:cNvPr>
              <p:cNvSpPr/>
              <p:nvPr/>
            </p:nvSpPr>
            <p:spPr>
              <a:xfrm>
                <a:off x="7606756" y="2424280"/>
                <a:ext cx="734330" cy="766186"/>
              </a:xfrm>
              <a:custGeom>
                <a:avLst/>
                <a:gdLst/>
                <a:ahLst/>
                <a:cxnLst/>
                <a:rect l="l" t="t" r="r" b="b"/>
                <a:pathLst>
                  <a:path w="12632" h="13180" extrusionOk="0">
                    <a:moveTo>
                      <a:pt x="12131" y="13179"/>
                    </a:moveTo>
                    <a:lnTo>
                      <a:pt x="495" y="13179"/>
                    </a:lnTo>
                    <a:cubicBezTo>
                      <a:pt x="219" y="13179"/>
                      <a:pt x="0" y="12955"/>
                      <a:pt x="0" y="12684"/>
                    </a:cubicBezTo>
                    <a:lnTo>
                      <a:pt x="0" y="495"/>
                    </a:lnTo>
                    <a:cubicBezTo>
                      <a:pt x="0" y="225"/>
                      <a:pt x="219" y="1"/>
                      <a:pt x="495" y="1"/>
                    </a:cubicBezTo>
                    <a:lnTo>
                      <a:pt x="12131" y="1"/>
                    </a:lnTo>
                    <a:cubicBezTo>
                      <a:pt x="12407" y="1"/>
                      <a:pt x="12632" y="225"/>
                      <a:pt x="12632" y="495"/>
                    </a:cubicBezTo>
                    <a:lnTo>
                      <a:pt x="12632" y="12684"/>
                    </a:lnTo>
                    <a:cubicBezTo>
                      <a:pt x="12620" y="12960"/>
                      <a:pt x="12407" y="13179"/>
                      <a:pt x="12131" y="1317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7">
                <a:extLst>
                  <a:ext uri="{FF2B5EF4-FFF2-40B4-BE49-F238E27FC236}">
                    <a16:creationId xmlns:a16="http://schemas.microsoft.com/office/drawing/2014/main" id="{0F4C98DD-D421-1C0D-B7A5-89E1EDC74BED}"/>
                  </a:ext>
                </a:extLst>
              </p:cNvPr>
              <p:cNvSpPr/>
              <p:nvPr/>
            </p:nvSpPr>
            <p:spPr>
              <a:xfrm>
                <a:off x="7737551" y="2539381"/>
                <a:ext cx="472443" cy="578825"/>
              </a:xfrm>
              <a:custGeom>
                <a:avLst/>
                <a:gdLst/>
                <a:ahLst/>
                <a:cxnLst/>
                <a:rect l="l" t="t" r="r" b="b"/>
                <a:pathLst>
                  <a:path w="8127" h="9957" extrusionOk="0">
                    <a:moveTo>
                      <a:pt x="8126" y="662"/>
                    </a:moveTo>
                    <a:cubicBezTo>
                      <a:pt x="8126" y="1025"/>
                      <a:pt x="6308" y="1324"/>
                      <a:pt x="4063" y="1324"/>
                    </a:cubicBezTo>
                    <a:cubicBezTo>
                      <a:pt x="1819" y="1324"/>
                      <a:pt x="0" y="1025"/>
                      <a:pt x="0" y="662"/>
                    </a:cubicBezTo>
                    <a:cubicBezTo>
                      <a:pt x="0" y="294"/>
                      <a:pt x="1819" y="0"/>
                      <a:pt x="4063" y="0"/>
                    </a:cubicBezTo>
                    <a:cubicBezTo>
                      <a:pt x="6308" y="0"/>
                      <a:pt x="8126" y="294"/>
                      <a:pt x="8126" y="662"/>
                    </a:cubicBezTo>
                    <a:close/>
                    <a:moveTo>
                      <a:pt x="8126" y="1387"/>
                    </a:moveTo>
                    <a:lnTo>
                      <a:pt x="8126" y="3539"/>
                    </a:lnTo>
                    <a:cubicBezTo>
                      <a:pt x="8126" y="3902"/>
                      <a:pt x="6308" y="4201"/>
                      <a:pt x="4063" y="4201"/>
                    </a:cubicBezTo>
                    <a:cubicBezTo>
                      <a:pt x="1819" y="4201"/>
                      <a:pt x="0" y="3902"/>
                      <a:pt x="0" y="3539"/>
                    </a:cubicBezTo>
                    <a:lnTo>
                      <a:pt x="0" y="1387"/>
                    </a:lnTo>
                    <a:cubicBezTo>
                      <a:pt x="0" y="1755"/>
                      <a:pt x="1819" y="2049"/>
                      <a:pt x="4063" y="2049"/>
                    </a:cubicBezTo>
                    <a:cubicBezTo>
                      <a:pt x="6308" y="2049"/>
                      <a:pt x="8126" y="1755"/>
                      <a:pt x="8126" y="1387"/>
                    </a:cubicBezTo>
                    <a:close/>
                    <a:moveTo>
                      <a:pt x="7510" y="2941"/>
                    </a:moveTo>
                    <a:cubicBezTo>
                      <a:pt x="7510" y="2768"/>
                      <a:pt x="7366" y="2624"/>
                      <a:pt x="7194" y="2624"/>
                    </a:cubicBezTo>
                    <a:cubicBezTo>
                      <a:pt x="7021" y="2624"/>
                      <a:pt x="6877" y="2768"/>
                      <a:pt x="6877" y="2941"/>
                    </a:cubicBezTo>
                    <a:cubicBezTo>
                      <a:pt x="6877" y="3114"/>
                      <a:pt x="7021" y="3257"/>
                      <a:pt x="7194" y="3257"/>
                    </a:cubicBezTo>
                    <a:cubicBezTo>
                      <a:pt x="7366" y="3257"/>
                      <a:pt x="7510" y="3114"/>
                      <a:pt x="7510" y="2941"/>
                    </a:cubicBezTo>
                    <a:close/>
                    <a:moveTo>
                      <a:pt x="8126" y="4265"/>
                    </a:moveTo>
                    <a:lnTo>
                      <a:pt x="8126" y="6417"/>
                    </a:lnTo>
                    <a:cubicBezTo>
                      <a:pt x="8126" y="6779"/>
                      <a:pt x="6308" y="7079"/>
                      <a:pt x="4063" y="7079"/>
                    </a:cubicBezTo>
                    <a:cubicBezTo>
                      <a:pt x="1819" y="7079"/>
                      <a:pt x="0" y="6779"/>
                      <a:pt x="0" y="6417"/>
                    </a:cubicBezTo>
                    <a:lnTo>
                      <a:pt x="0" y="4265"/>
                    </a:lnTo>
                    <a:cubicBezTo>
                      <a:pt x="0" y="4633"/>
                      <a:pt x="1819" y="4926"/>
                      <a:pt x="4063" y="4926"/>
                    </a:cubicBezTo>
                    <a:cubicBezTo>
                      <a:pt x="6308" y="4926"/>
                      <a:pt x="8126" y="4633"/>
                      <a:pt x="8126" y="4265"/>
                    </a:cubicBezTo>
                    <a:close/>
                    <a:moveTo>
                      <a:pt x="7510" y="5818"/>
                    </a:moveTo>
                    <a:cubicBezTo>
                      <a:pt x="7510" y="5646"/>
                      <a:pt x="7366" y="5502"/>
                      <a:pt x="7194" y="5502"/>
                    </a:cubicBezTo>
                    <a:cubicBezTo>
                      <a:pt x="7021" y="5502"/>
                      <a:pt x="6877" y="5646"/>
                      <a:pt x="6877" y="5818"/>
                    </a:cubicBezTo>
                    <a:cubicBezTo>
                      <a:pt x="6877" y="5991"/>
                      <a:pt x="7021" y="6135"/>
                      <a:pt x="7194" y="6135"/>
                    </a:cubicBezTo>
                    <a:cubicBezTo>
                      <a:pt x="7366" y="6135"/>
                      <a:pt x="7510" y="5991"/>
                      <a:pt x="7510" y="5818"/>
                    </a:cubicBezTo>
                    <a:close/>
                    <a:moveTo>
                      <a:pt x="8126" y="7142"/>
                    </a:moveTo>
                    <a:lnTo>
                      <a:pt x="8126" y="9294"/>
                    </a:lnTo>
                    <a:cubicBezTo>
                      <a:pt x="8126" y="9657"/>
                      <a:pt x="6308" y="9956"/>
                      <a:pt x="4063" y="9956"/>
                    </a:cubicBezTo>
                    <a:cubicBezTo>
                      <a:pt x="1819" y="9956"/>
                      <a:pt x="0" y="9657"/>
                      <a:pt x="0" y="9294"/>
                    </a:cubicBezTo>
                    <a:lnTo>
                      <a:pt x="0" y="7142"/>
                    </a:lnTo>
                    <a:cubicBezTo>
                      <a:pt x="0" y="7510"/>
                      <a:pt x="1819" y="7804"/>
                      <a:pt x="4063" y="7804"/>
                    </a:cubicBezTo>
                    <a:cubicBezTo>
                      <a:pt x="6308" y="7804"/>
                      <a:pt x="8126" y="7510"/>
                      <a:pt x="8126" y="7142"/>
                    </a:cubicBezTo>
                    <a:close/>
                    <a:moveTo>
                      <a:pt x="7510" y="8696"/>
                    </a:moveTo>
                    <a:cubicBezTo>
                      <a:pt x="7510" y="8523"/>
                      <a:pt x="7366" y="8379"/>
                      <a:pt x="7194" y="8379"/>
                    </a:cubicBezTo>
                    <a:cubicBezTo>
                      <a:pt x="7021" y="8379"/>
                      <a:pt x="6877" y="8523"/>
                      <a:pt x="6877" y="8696"/>
                    </a:cubicBezTo>
                    <a:cubicBezTo>
                      <a:pt x="6877" y="8868"/>
                      <a:pt x="7021" y="9012"/>
                      <a:pt x="7194" y="9012"/>
                    </a:cubicBezTo>
                    <a:cubicBezTo>
                      <a:pt x="7366" y="9012"/>
                      <a:pt x="7510" y="8868"/>
                      <a:pt x="7510" y="869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47">
                <a:extLst>
                  <a:ext uri="{FF2B5EF4-FFF2-40B4-BE49-F238E27FC236}">
                    <a16:creationId xmlns:a16="http://schemas.microsoft.com/office/drawing/2014/main" id="{C8135A09-B6E1-C3D4-479A-0053842834C4}"/>
                  </a:ext>
                </a:extLst>
              </p:cNvPr>
              <p:cNvSpPr/>
              <p:nvPr/>
            </p:nvSpPr>
            <p:spPr>
              <a:xfrm>
                <a:off x="7990132" y="1845523"/>
                <a:ext cx="249912" cy="202824"/>
              </a:xfrm>
              <a:custGeom>
                <a:avLst/>
                <a:gdLst/>
                <a:ahLst/>
                <a:cxnLst/>
                <a:rect l="l" t="t" r="r" b="b"/>
                <a:pathLst>
                  <a:path w="4299" h="3489" extrusionOk="0">
                    <a:moveTo>
                      <a:pt x="2331" y="6"/>
                    </a:moveTo>
                    <a:lnTo>
                      <a:pt x="4299" y="6"/>
                    </a:lnTo>
                    <a:lnTo>
                      <a:pt x="4299" y="1508"/>
                    </a:lnTo>
                    <a:lnTo>
                      <a:pt x="4299" y="1986"/>
                    </a:lnTo>
                    <a:lnTo>
                      <a:pt x="4299" y="1998"/>
                    </a:lnTo>
                    <a:cubicBezTo>
                      <a:pt x="4299" y="2821"/>
                      <a:pt x="3631" y="3488"/>
                      <a:pt x="2814" y="3488"/>
                    </a:cubicBezTo>
                    <a:lnTo>
                      <a:pt x="2331" y="3488"/>
                    </a:lnTo>
                    <a:lnTo>
                      <a:pt x="2331" y="2826"/>
                    </a:lnTo>
                    <a:cubicBezTo>
                      <a:pt x="2854" y="2826"/>
                      <a:pt x="3021" y="2366"/>
                      <a:pt x="3062" y="1992"/>
                    </a:cubicBezTo>
                    <a:lnTo>
                      <a:pt x="2331" y="1992"/>
                    </a:lnTo>
                    <a:lnTo>
                      <a:pt x="2331" y="6"/>
                    </a:lnTo>
                    <a:close/>
                    <a:moveTo>
                      <a:pt x="0" y="1986"/>
                    </a:moveTo>
                    <a:lnTo>
                      <a:pt x="731" y="1986"/>
                    </a:lnTo>
                    <a:cubicBezTo>
                      <a:pt x="691" y="2360"/>
                      <a:pt x="524" y="2821"/>
                      <a:pt x="0" y="2821"/>
                    </a:cubicBezTo>
                    <a:lnTo>
                      <a:pt x="0" y="3482"/>
                    </a:lnTo>
                    <a:lnTo>
                      <a:pt x="484" y="3482"/>
                    </a:lnTo>
                    <a:cubicBezTo>
                      <a:pt x="1301" y="3482"/>
                      <a:pt x="1968" y="2815"/>
                      <a:pt x="1968" y="1992"/>
                    </a:cubicBezTo>
                    <a:lnTo>
                      <a:pt x="1968" y="1980"/>
                    </a:lnTo>
                    <a:lnTo>
                      <a:pt x="1968" y="1503"/>
                    </a:lnTo>
                    <a:lnTo>
                      <a:pt x="1968" y="1"/>
                    </a:lnTo>
                    <a:lnTo>
                      <a:pt x="0" y="1"/>
                    </a:lnTo>
                    <a:lnTo>
                      <a:pt x="0" y="198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7">
                <a:extLst>
                  <a:ext uri="{FF2B5EF4-FFF2-40B4-BE49-F238E27FC236}">
                    <a16:creationId xmlns:a16="http://schemas.microsoft.com/office/drawing/2014/main" id="{97A28595-74B5-3A88-BF5C-17C8F94A4ABD}"/>
                  </a:ext>
                </a:extLst>
              </p:cNvPr>
              <p:cNvSpPr/>
              <p:nvPr/>
            </p:nvSpPr>
            <p:spPr>
              <a:xfrm>
                <a:off x="5923042" y="2617975"/>
                <a:ext cx="480407" cy="493836"/>
              </a:xfrm>
              <a:custGeom>
                <a:avLst/>
                <a:gdLst/>
                <a:ahLst/>
                <a:cxnLst/>
                <a:rect l="l" t="t" r="r" b="b"/>
                <a:pathLst>
                  <a:path w="8264" h="8495" extrusionOk="0">
                    <a:moveTo>
                      <a:pt x="7999" y="7119"/>
                    </a:moveTo>
                    <a:lnTo>
                      <a:pt x="7366" y="7119"/>
                    </a:lnTo>
                    <a:lnTo>
                      <a:pt x="7366" y="6216"/>
                    </a:lnTo>
                    <a:lnTo>
                      <a:pt x="6348" y="6216"/>
                    </a:lnTo>
                    <a:lnTo>
                      <a:pt x="6348" y="5715"/>
                    </a:lnTo>
                    <a:lnTo>
                      <a:pt x="6923" y="5715"/>
                    </a:lnTo>
                    <a:cubicBezTo>
                      <a:pt x="7096" y="5715"/>
                      <a:pt x="7240" y="5571"/>
                      <a:pt x="7240" y="5399"/>
                    </a:cubicBezTo>
                    <a:lnTo>
                      <a:pt x="7240" y="4000"/>
                    </a:lnTo>
                    <a:cubicBezTo>
                      <a:pt x="7240" y="3828"/>
                      <a:pt x="7096" y="3684"/>
                      <a:pt x="6923" y="3684"/>
                    </a:cubicBezTo>
                    <a:lnTo>
                      <a:pt x="6348" y="3684"/>
                    </a:lnTo>
                    <a:lnTo>
                      <a:pt x="6348" y="2867"/>
                    </a:lnTo>
                    <a:lnTo>
                      <a:pt x="4253" y="2867"/>
                    </a:lnTo>
                    <a:lnTo>
                      <a:pt x="4253" y="2274"/>
                    </a:lnTo>
                    <a:lnTo>
                      <a:pt x="5928" y="2274"/>
                    </a:lnTo>
                    <a:cubicBezTo>
                      <a:pt x="6089" y="2274"/>
                      <a:pt x="6221" y="2141"/>
                      <a:pt x="6221" y="1975"/>
                    </a:cubicBezTo>
                    <a:lnTo>
                      <a:pt x="6221" y="294"/>
                    </a:lnTo>
                    <a:cubicBezTo>
                      <a:pt x="6221" y="133"/>
                      <a:pt x="6094" y="1"/>
                      <a:pt x="5928" y="1"/>
                    </a:cubicBezTo>
                    <a:lnTo>
                      <a:pt x="2331" y="1"/>
                    </a:lnTo>
                    <a:cubicBezTo>
                      <a:pt x="2175" y="1"/>
                      <a:pt x="2037" y="127"/>
                      <a:pt x="2037" y="294"/>
                    </a:cubicBezTo>
                    <a:lnTo>
                      <a:pt x="2037" y="1975"/>
                    </a:lnTo>
                    <a:cubicBezTo>
                      <a:pt x="2037" y="2136"/>
                      <a:pt x="2164" y="2274"/>
                      <a:pt x="2331" y="2274"/>
                    </a:cubicBezTo>
                    <a:lnTo>
                      <a:pt x="4005" y="2274"/>
                    </a:lnTo>
                    <a:lnTo>
                      <a:pt x="4005" y="2867"/>
                    </a:lnTo>
                    <a:lnTo>
                      <a:pt x="1916" y="2867"/>
                    </a:lnTo>
                    <a:lnTo>
                      <a:pt x="1916" y="3684"/>
                    </a:lnTo>
                    <a:lnTo>
                      <a:pt x="1341" y="3684"/>
                    </a:lnTo>
                    <a:cubicBezTo>
                      <a:pt x="1168" y="3684"/>
                      <a:pt x="1024" y="3828"/>
                      <a:pt x="1024" y="4000"/>
                    </a:cubicBezTo>
                    <a:lnTo>
                      <a:pt x="1024" y="5399"/>
                    </a:lnTo>
                    <a:cubicBezTo>
                      <a:pt x="1024" y="5571"/>
                      <a:pt x="1168" y="5715"/>
                      <a:pt x="1341" y="5715"/>
                    </a:cubicBezTo>
                    <a:lnTo>
                      <a:pt x="1916" y="5715"/>
                    </a:lnTo>
                    <a:lnTo>
                      <a:pt x="1916" y="6216"/>
                    </a:lnTo>
                    <a:lnTo>
                      <a:pt x="892" y="6216"/>
                    </a:lnTo>
                    <a:lnTo>
                      <a:pt x="892" y="7119"/>
                    </a:lnTo>
                    <a:lnTo>
                      <a:pt x="259" y="7119"/>
                    </a:lnTo>
                    <a:cubicBezTo>
                      <a:pt x="115" y="7119"/>
                      <a:pt x="0" y="7234"/>
                      <a:pt x="0" y="7378"/>
                    </a:cubicBezTo>
                    <a:lnTo>
                      <a:pt x="0" y="8236"/>
                    </a:lnTo>
                    <a:cubicBezTo>
                      <a:pt x="0" y="8380"/>
                      <a:pt x="115" y="8495"/>
                      <a:pt x="259" y="8495"/>
                    </a:cubicBezTo>
                    <a:lnTo>
                      <a:pt x="1778" y="8495"/>
                    </a:lnTo>
                    <a:cubicBezTo>
                      <a:pt x="1922" y="8495"/>
                      <a:pt x="2037" y="8380"/>
                      <a:pt x="2037" y="8236"/>
                    </a:cubicBezTo>
                    <a:lnTo>
                      <a:pt x="2037" y="7378"/>
                    </a:lnTo>
                    <a:cubicBezTo>
                      <a:pt x="2037" y="7234"/>
                      <a:pt x="1922" y="7119"/>
                      <a:pt x="1778" y="7119"/>
                    </a:cubicBezTo>
                    <a:lnTo>
                      <a:pt x="1145" y="7119"/>
                    </a:lnTo>
                    <a:lnTo>
                      <a:pt x="1145" y="6463"/>
                    </a:lnTo>
                    <a:lnTo>
                      <a:pt x="4005" y="6463"/>
                    </a:lnTo>
                    <a:lnTo>
                      <a:pt x="4005" y="7119"/>
                    </a:lnTo>
                    <a:lnTo>
                      <a:pt x="3372" y="7119"/>
                    </a:lnTo>
                    <a:cubicBezTo>
                      <a:pt x="3229" y="7119"/>
                      <a:pt x="3113" y="7234"/>
                      <a:pt x="3113" y="7378"/>
                    </a:cubicBezTo>
                    <a:lnTo>
                      <a:pt x="3113" y="8236"/>
                    </a:lnTo>
                    <a:cubicBezTo>
                      <a:pt x="3113" y="8380"/>
                      <a:pt x="3229" y="8495"/>
                      <a:pt x="3372" y="8495"/>
                    </a:cubicBezTo>
                    <a:lnTo>
                      <a:pt x="4892" y="8495"/>
                    </a:lnTo>
                    <a:cubicBezTo>
                      <a:pt x="5036" y="8495"/>
                      <a:pt x="5151" y="8380"/>
                      <a:pt x="5151" y="8236"/>
                    </a:cubicBezTo>
                    <a:lnTo>
                      <a:pt x="5151" y="7378"/>
                    </a:lnTo>
                    <a:cubicBezTo>
                      <a:pt x="5151" y="7234"/>
                      <a:pt x="5036" y="7119"/>
                      <a:pt x="4892" y="7119"/>
                    </a:cubicBezTo>
                    <a:lnTo>
                      <a:pt x="4259" y="7119"/>
                    </a:lnTo>
                    <a:lnTo>
                      <a:pt x="4259" y="6463"/>
                    </a:lnTo>
                    <a:lnTo>
                      <a:pt x="7119" y="6463"/>
                    </a:lnTo>
                    <a:lnTo>
                      <a:pt x="7119" y="7119"/>
                    </a:lnTo>
                    <a:lnTo>
                      <a:pt x="6486" y="7119"/>
                    </a:lnTo>
                    <a:cubicBezTo>
                      <a:pt x="6342" y="7119"/>
                      <a:pt x="6227" y="7234"/>
                      <a:pt x="6227" y="7378"/>
                    </a:cubicBezTo>
                    <a:lnTo>
                      <a:pt x="6227" y="8236"/>
                    </a:lnTo>
                    <a:cubicBezTo>
                      <a:pt x="6227" y="8380"/>
                      <a:pt x="6342" y="8495"/>
                      <a:pt x="6486" y="8495"/>
                    </a:cubicBezTo>
                    <a:lnTo>
                      <a:pt x="8005" y="8495"/>
                    </a:lnTo>
                    <a:cubicBezTo>
                      <a:pt x="8149" y="8495"/>
                      <a:pt x="8264" y="8380"/>
                      <a:pt x="8264" y="8236"/>
                    </a:cubicBezTo>
                    <a:lnTo>
                      <a:pt x="8264" y="7378"/>
                    </a:lnTo>
                    <a:cubicBezTo>
                      <a:pt x="8264" y="7234"/>
                      <a:pt x="8143" y="7119"/>
                      <a:pt x="7999" y="7119"/>
                    </a:cubicBezTo>
                    <a:close/>
                    <a:moveTo>
                      <a:pt x="2164" y="6216"/>
                    </a:moveTo>
                    <a:lnTo>
                      <a:pt x="2164" y="5715"/>
                    </a:lnTo>
                    <a:lnTo>
                      <a:pt x="2739" y="5715"/>
                    </a:lnTo>
                    <a:cubicBezTo>
                      <a:pt x="2912" y="5715"/>
                      <a:pt x="3056" y="5571"/>
                      <a:pt x="3056" y="5399"/>
                    </a:cubicBezTo>
                    <a:lnTo>
                      <a:pt x="3056" y="4000"/>
                    </a:lnTo>
                    <a:cubicBezTo>
                      <a:pt x="3056" y="3828"/>
                      <a:pt x="2912" y="3684"/>
                      <a:pt x="2739" y="3684"/>
                    </a:cubicBezTo>
                    <a:lnTo>
                      <a:pt x="2164" y="3684"/>
                    </a:lnTo>
                    <a:lnTo>
                      <a:pt x="2164" y="3120"/>
                    </a:lnTo>
                    <a:lnTo>
                      <a:pt x="6100" y="3120"/>
                    </a:lnTo>
                    <a:lnTo>
                      <a:pt x="6100" y="3684"/>
                    </a:lnTo>
                    <a:lnTo>
                      <a:pt x="5525" y="3684"/>
                    </a:lnTo>
                    <a:cubicBezTo>
                      <a:pt x="5352" y="3684"/>
                      <a:pt x="5208" y="3828"/>
                      <a:pt x="5208" y="4000"/>
                    </a:cubicBezTo>
                    <a:lnTo>
                      <a:pt x="5208" y="5399"/>
                    </a:lnTo>
                    <a:cubicBezTo>
                      <a:pt x="5208" y="5571"/>
                      <a:pt x="5352" y="5715"/>
                      <a:pt x="5525" y="5715"/>
                    </a:cubicBezTo>
                    <a:lnTo>
                      <a:pt x="6100" y="5715"/>
                    </a:lnTo>
                    <a:lnTo>
                      <a:pt x="6100" y="621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7">
                <a:extLst>
                  <a:ext uri="{FF2B5EF4-FFF2-40B4-BE49-F238E27FC236}">
                    <a16:creationId xmlns:a16="http://schemas.microsoft.com/office/drawing/2014/main" id="{E9828474-CF63-1F3C-4124-3F7CFE167C72}"/>
                  </a:ext>
                </a:extLst>
              </p:cNvPr>
              <p:cNvSpPr/>
              <p:nvPr/>
            </p:nvSpPr>
            <p:spPr>
              <a:xfrm>
                <a:off x="6583703" y="1728446"/>
                <a:ext cx="289442" cy="354318"/>
              </a:xfrm>
              <a:custGeom>
                <a:avLst/>
                <a:gdLst/>
                <a:ahLst/>
                <a:cxnLst/>
                <a:rect l="l" t="t" r="r" b="b"/>
                <a:pathLst>
                  <a:path w="4979" h="6095" extrusionOk="0">
                    <a:moveTo>
                      <a:pt x="4979" y="403"/>
                    </a:moveTo>
                    <a:cubicBezTo>
                      <a:pt x="4979" y="628"/>
                      <a:pt x="3862" y="806"/>
                      <a:pt x="2493" y="806"/>
                    </a:cubicBezTo>
                    <a:cubicBezTo>
                      <a:pt x="1117" y="806"/>
                      <a:pt x="1" y="628"/>
                      <a:pt x="1" y="403"/>
                    </a:cubicBezTo>
                    <a:cubicBezTo>
                      <a:pt x="1" y="179"/>
                      <a:pt x="1117" y="1"/>
                      <a:pt x="2493" y="1"/>
                    </a:cubicBezTo>
                    <a:cubicBezTo>
                      <a:pt x="3862" y="1"/>
                      <a:pt x="4979" y="179"/>
                      <a:pt x="4979" y="403"/>
                    </a:cubicBezTo>
                    <a:close/>
                    <a:moveTo>
                      <a:pt x="4979" y="847"/>
                    </a:moveTo>
                    <a:lnTo>
                      <a:pt x="4979" y="2164"/>
                    </a:lnTo>
                    <a:cubicBezTo>
                      <a:pt x="4979" y="2389"/>
                      <a:pt x="3862" y="2567"/>
                      <a:pt x="2493" y="2567"/>
                    </a:cubicBezTo>
                    <a:cubicBezTo>
                      <a:pt x="1117" y="2567"/>
                      <a:pt x="1" y="2389"/>
                      <a:pt x="1" y="2164"/>
                    </a:cubicBezTo>
                    <a:lnTo>
                      <a:pt x="1" y="847"/>
                    </a:lnTo>
                    <a:cubicBezTo>
                      <a:pt x="1" y="1071"/>
                      <a:pt x="1117" y="1249"/>
                      <a:pt x="2493" y="1249"/>
                    </a:cubicBezTo>
                    <a:cubicBezTo>
                      <a:pt x="3862" y="1249"/>
                      <a:pt x="4979" y="1071"/>
                      <a:pt x="4979" y="847"/>
                    </a:cubicBezTo>
                    <a:close/>
                    <a:moveTo>
                      <a:pt x="4599" y="1796"/>
                    </a:moveTo>
                    <a:cubicBezTo>
                      <a:pt x="4599" y="1692"/>
                      <a:pt x="4513" y="1606"/>
                      <a:pt x="4403" y="1606"/>
                    </a:cubicBezTo>
                    <a:cubicBezTo>
                      <a:pt x="4294" y="1606"/>
                      <a:pt x="4208" y="1692"/>
                      <a:pt x="4208" y="1796"/>
                    </a:cubicBezTo>
                    <a:cubicBezTo>
                      <a:pt x="4208" y="1905"/>
                      <a:pt x="4294" y="1992"/>
                      <a:pt x="4403" y="1992"/>
                    </a:cubicBezTo>
                    <a:cubicBezTo>
                      <a:pt x="4513" y="1992"/>
                      <a:pt x="4599" y="1905"/>
                      <a:pt x="4599" y="1796"/>
                    </a:cubicBezTo>
                    <a:close/>
                    <a:moveTo>
                      <a:pt x="4979" y="2613"/>
                    </a:moveTo>
                    <a:lnTo>
                      <a:pt x="4979" y="3925"/>
                    </a:lnTo>
                    <a:cubicBezTo>
                      <a:pt x="4979" y="4150"/>
                      <a:pt x="3862" y="4328"/>
                      <a:pt x="2493" y="4328"/>
                    </a:cubicBezTo>
                    <a:cubicBezTo>
                      <a:pt x="1117" y="4328"/>
                      <a:pt x="1" y="4150"/>
                      <a:pt x="1" y="3925"/>
                    </a:cubicBezTo>
                    <a:lnTo>
                      <a:pt x="1" y="2613"/>
                    </a:lnTo>
                    <a:cubicBezTo>
                      <a:pt x="1" y="2832"/>
                      <a:pt x="1117" y="3016"/>
                      <a:pt x="2493" y="3016"/>
                    </a:cubicBezTo>
                    <a:cubicBezTo>
                      <a:pt x="3862" y="3016"/>
                      <a:pt x="4979" y="2832"/>
                      <a:pt x="4979" y="2613"/>
                    </a:cubicBezTo>
                    <a:close/>
                    <a:moveTo>
                      <a:pt x="4599" y="3563"/>
                    </a:moveTo>
                    <a:cubicBezTo>
                      <a:pt x="4599" y="3453"/>
                      <a:pt x="4513" y="3367"/>
                      <a:pt x="4403" y="3367"/>
                    </a:cubicBezTo>
                    <a:cubicBezTo>
                      <a:pt x="4294" y="3367"/>
                      <a:pt x="4208" y="3453"/>
                      <a:pt x="4208" y="3563"/>
                    </a:cubicBezTo>
                    <a:cubicBezTo>
                      <a:pt x="4208" y="3666"/>
                      <a:pt x="4294" y="3753"/>
                      <a:pt x="4403" y="3753"/>
                    </a:cubicBezTo>
                    <a:cubicBezTo>
                      <a:pt x="4513" y="3753"/>
                      <a:pt x="4599" y="3666"/>
                      <a:pt x="4599" y="3563"/>
                    </a:cubicBezTo>
                    <a:close/>
                    <a:moveTo>
                      <a:pt x="4979" y="4374"/>
                    </a:moveTo>
                    <a:lnTo>
                      <a:pt x="4979" y="5692"/>
                    </a:lnTo>
                    <a:cubicBezTo>
                      <a:pt x="4979" y="5911"/>
                      <a:pt x="3862" y="6095"/>
                      <a:pt x="2493" y="6095"/>
                    </a:cubicBezTo>
                    <a:cubicBezTo>
                      <a:pt x="1117" y="6095"/>
                      <a:pt x="1" y="5911"/>
                      <a:pt x="1" y="5692"/>
                    </a:cubicBezTo>
                    <a:lnTo>
                      <a:pt x="1" y="4374"/>
                    </a:lnTo>
                    <a:cubicBezTo>
                      <a:pt x="1" y="4599"/>
                      <a:pt x="1117" y="4777"/>
                      <a:pt x="2493" y="4777"/>
                    </a:cubicBezTo>
                    <a:cubicBezTo>
                      <a:pt x="3862" y="4777"/>
                      <a:pt x="4979" y="4599"/>
                      <a:pt x="4979" y="4374"/>
                    </a:cubicBezTo>
                    <a:close/>
                    <a:moveTo>
                      <a:pt x="4599" y="5324"/>
                    </a:moveTo>
                    <a:cubicBezTo>
                      <a:pt x="4599" y="5214"/>
                      <a:pt x="4513" y="5128"/>
                      <a:pt x="4403" y="5128"/>
                    </a:cubicBezTo>
                    <a:cubicBezTo>
                      <a:pt x="4294" y="5128"/>
                      <a:pt x="4208" y="5214"/>
                      <a:pt x="4208" y="5324"/>
                    </a:cubicBezTo>
                    <a:cubicBezTo>
                      <a:pt x="4208" y="5433"/>
                      <a:pt x="4294" y="5519"/>
                      <a:pt x="4403" y="5519"/>
                    </a:cubicBezTo>
                    <a:cubicBezTo>
                      <a:pt x="4513" y="5519"/>
                      <a:pt x="4599" y="5433"/>
                      <a:pt x="4599" y="532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 name="Google Shape;850;p47">
              <a:extLst>
                <a:ext uri="{FF2B5EF4-FFF2-40B4-BE49-F238E27FC236}">
                  <a16:creationId xmlns:a16="http://schemas.microsoft.com/office/drawing/2014/main" id="{2AD9E865-BEB1-9EC0-71F6-3F5C40F7CC4D}"/>
                </a:ext>
              </a:extLst>
            </p:cNvPr>
            <p:cNvGrpSpPr/>
            <p:nvPr/>
          </p:nvGrpSpPr>
          <p:grpSpPr>
            <a:xfrm>
              <a:off x="6440272" y="769535"/>
              <a:ext cx="1749455" cy="858630"/>
              <a:chOff x="6440272" y="769535"/>
              <a:chExt cx="1749455" cy="858630"/>
            </a:xfrm>
          </p:grpSpPr>
          <p:sp>
            <p:nvSpPr>
              <p:cNvPr id="851" name="Google Shape;851;p47">
                <a:extLst>
                  <a:ext uri="{FF2B5EF4-FFF2-40B4-BE49-F238E27FC236}">
                    <a16:creationId xmlns:a16="http://schemas.microsoft.com/office/drawing/2014/main" id="{D935AEA3-3645-902E-507E-E3F415456C2F}"/>
                  </a:ext>
                </a:extLst>
              </p:cNvPr>
              <p:cNvSpPr/>
              <p:nvPr/>
            </p:nvSpPr>
            <p:spPr>
              <a:xfrm rot="-5400000">
                <a:off x="7670622" y="76953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7">
                <a:extLst>
                  <a:ext uri="{FF2B5EF4-FFF2-40B4-BE49-F238E27FC236}">
                    <a16:creationId xmlns:a16="http://schemas.microsoft.com/office/drawing/2014/main" id="{B0DECB33-DE08-76F2-B36B-00F0B00A2A56}"/>
                  </a:ext>
                </a:extLst>
              </p:cNvPr>
              <p:cNvSpPr/>
              <p:nvPr/>
            </p:nvSpPr>
            <p:spPr>
              <a:xfrm rot="-5400000">
                <a:off x="6440272" y="1282228"/>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7">
                <a:extLst>
                  <a:ext uri="{FF2B5EF4-FFF2-40B4-BE49-F238E27FC236}">
                    <a16:creationId xmlns:a16="http://schemas.microsoft.com/office/drawing/2014/main" id="{23726A47-E6E0-2579-489E-F9101277097B}"/>
                  </a:ext>
                </a:extLst>
              </p:cNvPr>
              <p:cNvSpPr/>
              <p:nvPr/>
            </p:nvSpPr>
            <p:spPr>
              <a:xfrm rot="-5400000">
                <a:off x="7176684" y="923603"/>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7">
                <a:extLst>
                  <a:ext uri="{FF2B5EF4-FFF2-40B4-BE49-F238E27FC236}">
                    <a16:creationId xmlns:a16="http://schemas.microsoft.com/office/drawing/2014/main" id="{B70AA7CB-F9DA-8949-F13C-2617CE8C50D9}"/>
                  </a:ext>
                </a:extLst>
              </p:cNvPr>
              <p:cNvSpPr/>
              <p:nvPr/>
            </p:nvSpPr>
            <p:spPr>
              <a:xfrm rot="-5400000">
                <a:off x="7983672" y="142211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7">
                <a:extLst>
                  <a:ext uri="{FF2B5EF4-FFF2-40B4-BE49-F238E27FC236}">
                    <a16:creationId xmlns:a16="http://schemas.microsoft.com/office/drawing/2014/main" id="{5B3C0841-CE84-6DDD-1F7F-7D88305C5A38}"/>
                  </a:ext>
                </a:extLst>
              </p:cNvPr>
              <p:cNvSpPr/>
              <p:nvPr/>
            </p:nvSpPr>
            <p:spPr>
              <a:xfrm rot="-5400000">
                <a:off x="7703709" y="1244278"/>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6" name="Google Shape;856;p47">
              <a:extLst>
                <a:ext uri="{FF2B5EF4-FFF2-40B4-BE49-F238E27FC236}">
                  <a16:creationId xmlns:a16="http://schemas.microsoft.com/office/drawing/2014/main" id="{4B744B02-5E98-760F-3298-1EFE6A584DA0}"/>
                </a:ext>
              </a:extLst>
            </p:cNvPr>
            <p:cNvSpPr/>
            <p:nvPr/>
          </p:nvSpPr>
          <p:spPr>
            <a:xfrm>
              <a:off x="8189731" y="2120047"/>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dk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47">
              <a:extLst>
                <a:ext uri="{FF2B5EF4-FFF2-40B4-BE49-F238E27FC236}">
                  <a16:creationId xmlns:a16="http://schemas.microsoft.com/office/drawing/2014/main" id="{4493D920-0F11-099C-E900-2965539E5C79}"/>
                </a:ext>
              </a:extLst>
            </p:cNvPr>
            <p:cNvSpPr/>
            <p:nvPr/>
          </p:nvSpPr>
          <p:spPr>
            <a:xfrm>
              <a:off x="7235030" y="2898432"/>
              <a:ext cx="259947" cy="259667"/>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dk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9F4A47CB-0585-3BD9-B0AC-BA427B774E86}"/>
              </a:ext>
            </a:extLst>
          </p:cNvPr>
          <p:cNvSpPr txBox="1"/>
          <p:nvPr/>
        </p:nvSpPr>
        <p:spPr>
          <a:xfrm>
            <a:off x="838649" y="4028069"/>
            <a:ext cx="8184776" cy="338554"/>
          </a:xfrm>
          <a:prstGeom prst="rect">
            <a:avLst/>
          </a:prstGeom>
          <a:noFill/>
        </p:spPr>
        <p:txBody>
          <a:bodyPr wrap="square">
            <a:spAutoFit/>
          </a:bodyPr>
          <a:lstStyle/>
          <a:p>
            <a:r>
              <a:rPr lang="en-US" altLang="ko-Kore-KR" sz="1600" b="1" dirty="0">
                <a:solidFill>
                  <a:schemeClr val="dk1"/>
                </a:solidFill>
                <a:latin typeface="Sora"/>
                <a:cs typeface="Sora"/>
                <a:sym typeface="Sora"/>
              </a:rPr>
              <a:t>Presenter: Yorbis Daniel Alarcon (C0941168</a:t>
            </a:r>
            <a:r>
              <a:rPr lang="en-US" altLang="ko-Kore-KR" sz="1600" b="1" dirty="0">
                <a:solidFill>
                  <a:schemeClr val="dk1"/>
                </a:solidFill>
                <a:latin typeface="Sora"/>
                <a:cs typeface="Sora"/>
              </a:rPr>
              <a:t>)</a:t>
            </a:r>
            <a:endParaRPr lang="ko-Kore-KR" altLang="en-US" sz="1600" b="1" dirty="0">
              <a:solidFill>
                <a:schemeClr val="dk1"/>
              </a:solidFill>
              <a:latin typeface="Sora"/>
              <a:cs typeface="Sora"/>
            </a:endParaRPr>
          </a:p>
        </p:txBody>
      </p:sp>
    </p:spTree>
    <p:extLst>
      <p:ext uri="{BB962C8B-B14F-4D97-AF65-F5344CB8AC3E}">
        <p14:creationId xmlns:p14="http://schemas.microsoft.com/office/powerpoint/2010/main" val="228909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 and Motivation</a:t>
            </a:r>
            <a:endParaRPr dirty="0"/>
          </a:p>
        </p:txBody>
      </p:sp>
      <p:sp>
        <p:nvSpPr>
          <p:cNvPr id="525" name="Google Shape;525;p38"/>
          <p:cNvSpPr txBox="1">
            <a:spLocks noGrp="1"/>
          </p:cNvSpPr>
          <p:nvPr>
            <p:ph type="subTitle" idx="1"/>
          </p:nvPr>
        </p:nvSpPr>
        <p:spPr>
          <a:xfrm>
            <a:off x="4827973" y="1602925"/>
            <a:ext cx="3525379" cy="19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Motivation </a:t>
            </a:r>
            <a:r>
              <a:rPr lang="en" dirty="0">
                <a:sym typeface="Wingdings" panose="05000000000000000000" pitchFamily="2" charset="2"/>
              </a:rPr>
              <a:t> Why MLGym?</a:t>
            </a:r>
          </a:p>
          <a:p>
            <a:pPr marL="0" lvl="0" indent="0" algn="l" rtl="0">
              <a:spcBef>
                <a:spcPts val="0"/>
              </a:spcBef>
              <a:spcAft>
                <a:spcPts val="0"/>
              </a:spcAft>
              <a:buNone/>
            </a:pPr>
            <a:endParaRPr lang="en" dirty="0">
              <a:sym typeface="Wingdings" panose="05000000000000000000" pitchFamily="2" charset="2"/>
            </a:endParaRPr>
          </a:p>
          <a:p>
            <a:pPr marL="285750" lvl="0" indent="-285750" algn="l" rtl="0">
              <a:spcBef>
                <a:spcPts val="0"/>
              </a:spcBef>
              <a:spcAft>
                <a:spcPts val="0"/>
              </a:spcAft>
              <a:buFont typeface="Arial" panose="020B0604020202020204" pitchFamily="34" charset="0"/>
              <a:buChar char="•"/>
            </a:pPr>
            <a:r>
              <a:rPr lang="en-US" dirty="0">
                <a:sym typeface="Wingdings" panose="05000000000000000000" pitchFamily="2" charset="2"/>
              </a:rPr>
              <a:t>A framework to train and evaluate LLM-based research agents</a:t>
            </a:r>
          </a:p>
          <a:p>
            <a:pPr marL="285750" lvl="0" indent="-285750" algn="l" rtl="0">
              <a:spcBef>
                <a:spcPts val="0"/>
              </a:spcBef>
              <a:spcAft>
                <a:spcPts val="0"/>
              </a:spcAft>
              <a:buFont typeface="Arial" panose="020B0604020202020204" pitchFamily="34" charset="0"/>
              <a:buChar char="•"/>
            </a:pPr>
            <a:r>
              <a:rPr lang="en-US" dirty="0">
                <a:sym typeface="Wingdings" panose="05000000000000000000" pitchFamily="2" charset="2"/>
              </a:rPr>
              <a:t>Works like a Gym for AI research tasks</a:t>
            </a:r>
          </a:p>
          <a:p>
            <a:pPr marL="285750" lvl="0" indent="-285750" algn="l" rtl="0">
              <a:spcBef>
                <a:spcPts val="0"/>
              </a:spcBef>
              <a:spcAft>
                <a:spcPts val="0"/>
              </a:spcAft>
              <a:buFont typeface="Arial" panose="020B0604020202020204" pitchFamily="34" charset="0"/>
              <a:buChar char="•"/>
            </a:pPr>
            <a:r>
              <a:rPr lang="en-US" dirty="0">
                <a:sym typeface="Wingdings" panose="05000000000000000000" pitchFamily="2" charset="2"/>
              </a:rPr>
              <a:t>Supports multiple domains: NLP, vision, RL, game theory</a:t>
            </a:r>
          </a:p>
          <a:p>
            <a:pPr marL="285750" lvl="0" indent="-285750" algn="l" rtl="0">
              <a:spcBef>
                <a:spcPts val="0"/>
              </a:spcBef>
              <a:spcAft>
                <a:spcPts val="0"/>
              </a:spcAft>
              <a:buFont typeface="Arial" panose="020B0604020202020204" pitchFamily="34" charset="0"/>
              <a:buChar char="•"/>
            </a:pPr>
            <a:r>
              <a:rPr lang="en-US" dirty="0">
                <a:sym typeface="Wingdings" panose="05000000000000000000" pitchFamily="2" charset="2"/>
              </a:rPr>
              <a:t>Includes a benchmark called </a:t>
            </a:r>
            <a:r>
              <a:rPr lang="en-US" dirty="0" err="1">
                <a:sym typeface="Wingdings" panose="05000000000000000000" pitchFamily="2" charset="2"/>
              </a:rPr>
              <a:t>MLGym</a:t>
            </a:r>
            <a:r>
              <a:rPr lang="en-US" dirty="0">
                <a:sym typeface="Wingdings" panose="05000000000000000000" pitchFamily="2" charset="2"/>
              </a:rPr>
              <a:t>-Bench</a:t>
            </a:r>
            <a:endParaRPr lang="en" dirty="0"/>
          </a:p>
        </p:txBody>
      </p:sp>
      <p:sp>
        <p:nvSpPr>
          <p:cNvPr id="526" name="Google Shape;526;p38"/>
          <p:cNvSpPr txBox="1">
            <a:spLocks noGrp="1"/>
          </p:cNvSpPr>
          <p:nvPr>
            <p:ph type="subTitle" idx="2"/>
          </p:nvPr>
        </p:nvSpPr>
        <p:spPr>
          <a:xfrm>
            <a:off x="997425" y="1602925"/>
            <a:ext cx="3318600" cy="19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Context </a:t>
            </a:r>
            <a:r>
              <a:rPr lang="en" dirty="0">
                <a:sym typeface="Wingdings" panose="05000000000000000000" pitchFamily="2" charset="2"/>
              </a:rPr>
              <a:t> Why do we need AI research agents?</a:t>
            </a:r>
          </a:p>
          <a:p>
            <a:pPr marL="0" lvl="0" indent="0" algn="l" rtl="0">
              <a:spcBef>
                <a:spcPts val="0"/>
              </a:spcBef>
              <a:spcAft>
                <a:spcPts val="0"/>
              </a:spcAft>
              <a:buNone/>
            </a:pPr>
            <a:endParaRPr lang="en" dirty="0"/>
          </a:p>
          <a:p>
            <a:pPr marL="285750" lvl="0" indent="-285750">
              <a:buFont typeface="Arial" panose="020B0604020202020204" pitchFamily="34" charset="0"/>
              <a:buChar char="•"/>
            </a:pPr>
            <a:r>
              <a:rPr lang="en-US" dirty="0"/>
              <a:t>Scientific progress is slow and costly</a:t>
            </a:r>
          </a:p>
          <a:p>
            <a:pPr marL="285750" lvl="0" indent="-285750">
              <a:buFont typeface="Arial" panose="020B0604020202020204" pitchFamily="34" charset="0"/>
              <a:buChar char="•"/>
            </a:pPr>
            <a:r>
              <a:rPr lang="en-US" dirty="0"/>
              <a:t>LLMs can help automate repetitive research tasks</a:t>
            </a:r>
          </a:p>
          <a:p>
            <a:pPr marL="285750" lvl="0" indent="-285750">
              <a:buFont typeface="Arial" panose="020B0604020202020204" pitchFamily="34" charset="0"/>
              <a:buChar char="•"/>
            </a:pPr>
            <a:r>
              <a:rPr lang="en-US" b="1" dirty="0"/>
              <a:t>But</a:t>
            </a:r>
            <a:r>
              <a:rPr lang="en-US" dirty="0"/>
              <a:t> we need frameworks to test and train these AI research agents</a:t>
            </a:r>
            <a:endParaRPr lang="e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7">
          <a:extLst>
            <a:ext uri="{FF2B5EF4-FFF2-40B4-BE49-F238E27FC236}">
              <a16:creationId xmlns:a16="http://schemas.microsoft.com/office/drawing/2014/main" id="{BEE12F01-D764-DD2C-E2FB-C13EF7C87096}"/>
            </a:ext>
          </a:extLst>
        </p:cNvPr>
        <p:cNvGrpSpPr/>
        <p:nvPr/>
      </p:nvGrpSpPr>
      <p:grpSpPr>
        <a:xfrm>
          <a:off x="0" y="0"/>
          <a:ext cx="0" cy="0"/>
          <a:chOff x="0" y="0"/>
          <a:chExt cx="0" cy="0"/>
        </a:xfrm>
      </p:grpSpPr>
      <p:sp>
        <p:nvSpPr>
          <p:cNvPr id="809" name="Google Shape;809;p45">
            <a:extLst>
              <a:ext uri="{FF2B5EF4-FFF2-40B4-BE49-F238E27FC236}">
                <a16:creationId xmlns:a16="http://schemas.microsoft.com/office/drawing/2014/main" id="{0DBCAF18-5A24-4149-2045-4D02DF5AD251}"/>
              </a:ext>
            </a:extLst>
          </p:cNvPr>
          <p:cNvSpPr txBox="1">
            <a:spLocks noGrp="1"/>
          </p:cNvSpPr>
          <p:nvPr>
            <p:ph type="subTitle" idx="1"/>
          </p:nvPr>
        </p:nvSpPr>
        <p:spPr>
          <a:xfrm>
            <a:off x="4776538" y="1247845"/>
            <a:ext cx="4204668" cy="2935704"/>
          </a:xfrm>
          <a:prstGeom prst="rect">
            <a:avLst/>
          </a:prstGeom>
        </p:spPr>
        <p:txBody>
          <a:bodyPr spcFirstLastPara="1" wrap="square" lIns="91425" tIns="91425" rIns="91425" bIns="91425" anchor="t" anchorCtr="0">
            <a:noAutofit/>
          </a:bodyPr>
          <a:lstStyle/>
          <a:p>
            <a:pPr marL="285750" indent="-285750"/>
            <a:r>
              <a:rPr lang="en-US" b="1" dirty="0"/>
              <a:t>Agent</a:t>
            </a:r>
            <a:r>
              <a:rPr lang="en-US" dirty="0"/>
              <a:t> </a:t>
            </a:r>
            <a:r>
              <a:rPr lang="en-US" dirty="0">
                <a:sym typeface="Wingdings" panose="05000000000000000000" pitchFamily="2" charset="2"/>
              </a:rPr>
              <a:t> T</a:t>
            </a:r>
            <a:r>
              <a:rPr lang="en-US" dirty="0"/>
              <a:t>he brain (plans and executes commands)</a:t>
            </a:r>
          </a:p>
          <a:p>
            <a:pPr marL="285750" indent="-285750"/>
            <a:endParaRPr lang="en-US" dirty="0"/>
          </a:p>
          <a:p>
            <a:pPr marL="285750" indent="-285750"/>
            <a:r>
              <a:rPr lang="en-US" b="1" dirty="0"/>
              <a:t>Environment</a:t>
            </a:r>
            <a:r>
              <a:rPr lang="en-US" dirty="0"/>
              <a:t> </a:t>
            </a:r>
            <a:r>
              <a:rPr lang="en-US" dirty="0">
                <a:sym typeface="Wingdings" panose="05000000000000000000" pitchFamily="2" charset="2"/>
              </a:rPr>
              <a:t></a:t>
            </a:r>
            <a:r>
              <a:rPr lang="en-US" dirty="0"/>
              <a:t> The lab (a secure workspace in Docker)</a:t>
            </a:r>
          </a:p>
          <a:p>
            <a:pPr marL="285750" indent="-285750"/>
            <a:endParaRPr lang="en-US" dirty="0"/>
          </a:p>
          <a:p>
            <a:pPr marL="285750" indent="-285750"/>
            <a:r>
              <a:rPr lang="en-US" b="1" dirty="0"/>
              <a:t>Tasks</a:t>
            </a:r>
            <a:r>
              <a:rPr lang="en-US" dirty="0"/>
              <a:t> </a:t>
            </a:r>
            <a:r>
              <a:rPr lang="en-US" dirty="0">
                <a:sym typeface="Wingdings" panose="05000000000000000000" pitchFamily="2" charset="2"/>
              </a:rPr>
              <a:t> T</a:t>
            </a:r>
            <a:r>
              <a:rPr lang="en-US" dirty="0"/>
              <a:t>he experiments (the challenges to solve)</a:t>
            </a:r>
          </a:p>
          <a:p>
            <a:pPr marL="285750" indent="-285750"/>
            <a:endParaRPr lang="en-US" dirty="0"/>
          </a:p>
          <a:p>
            <a:pPr marL="285750" indent="-285750"/>
            <a:r>
              <a:rPr lang="en-US" b="1" dirty="0"/>
              <a:t>Datasets</a:t>
            </a:r>
            <a:r>
              <a:rPr lang="en-US" dirty="0"/>
              <a:t> </a:t>
            </a:r>
            <a:r>
              <a:rPr lang="en-US" dirty="0">
                <a:sym typeface="Wingdings" panose="05000000000000000000" pitchFamily="2" charset="2"/>
              </a:rPr>
              <a:t></a:t>
            </a:r>
            <a:r>
              <a:rPr lang="en-US" dirty="0"/>
              <a:t> The data to work on</a:t>
            </a:r>
          </a:p>
          <a:p>
            <a:pPr marL="285750" indent="-285750"/>
            <a:endParaRPr lang="en-US" dirty="0"/>
          </a:p>
          <a:p>
            <a:pPr marL="285750" indent="-285750"/>
            <a:r>
              <a:rPr lang="en-US" b="1" dirty="0"/>
              <a:t>Tools</a:t>
            </a:r>
            <a:r>
              <a:rPr lang="en-US" dirty="0"/>
              <a:t> </a:t>
            </a:r>
            <a:r>
              <a:rPr lang="en-US" dirty="0">
                <a:sym typeface="Wingdings" panose="05000000000000000000" pitchFamily="2" charset="2"/>
              </a:rPr>
              <a:t></a:t>
            </a:r>
            <a:r>
              <a:rPr lang="en-US" dirty="0"/>
              <a:t> Extra abilities (like file search, editing)</a:t>
            </a:r>
            <a:endParaRPr dirty="0"/>
          </a:p>
        </p:txBody>
      </p:sp>
      <p:sp>
        <p:nvSpPr>
          <p:cNvPr id="3" name="Title 2">
            <a:extLst>
              <a:ext uri="{FF2B5EF4-FFF2-40B4-BE49-F238E27FC236}">
                <a16:creationId xmlns:a16="http://schemas.microsoft.com/office/drawing/2014/main" id="{3C9A77B7-57E7-80C2-98E3-06FBB499AFBA}"/>
              </a:ext>
            </a:extLst>
          </p:cNvPr>
          <p:cNvSpPr>
            <a:spLocks noGrp="1"/>
          </p:cNvSpPr>
          <p:nvPr>
            <p:ph type="title"/>
          </p:nvPr>
        </p:nvSpPr>
        <p:spPr>
          <a:xfrm>
            <a:off x="747617" y="115447"/>
            <a:ext cx="7800021" cy="1403400"/>
          </a:xfrm>
        </p:spPr>
        <p:txBody>
          <a:bodyPr anchor="ctr"/>
          <a:lstStyle/>
          <a:p>
            <a:r>
              <a:rPr lang="en-US" dirty="0"/>
              <a:t>Architecture Overview</a:t>
            </a:r>
          </a:p>
        </p:txBody>
      </p:sp>
      <p:pic>
        <p:nvPicPr>
          <p:cNvPr id="11" name="Picture 10">
            <a:extLst>
              <a:ext uri="{FF2B5EF4-FFF2-40B4-BE49-F238E27FC236}">
                <a16:creationId xmlns:a16="http://schemas.microsoft.com/office/drawing/2014/main" id="{3B90E98C-6C1C-6390-7302-BBD802F585C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083" b="98297" l="1827" r="98173">
                        <a14:foregroundMark x1="3959" y1="11922" x2="27310" y2="11436"/>
                        <a14:foregroundMark x1="27310" y1="11436" x2="31168" y2="12165"/>
                        <a14:foregroundMark x1="31168" y1="12165" x2="31168" y2="12165"/>
                        <a14:foregroundMark x1="39492" y1="28467" x2="31168" y2="28224"/>
                        <a14:foregroundMark x1="39086" y1="39416" x2="39289" y2="40389"/>
                        <a14:foregroundMark x1="33096" y1="39416" x2="39289" y2="39416"/>
                        <a14:foregroundMark x1="37868" y1="36983" x2="32792" y2="36496"/>
                        <a14:foregroundMark x1="37868" y1="50365" x2="31675" y2="49878"/>
                        <a14:foregroundMark x1="32284" y1="47689" x2="37868" y2="50365"/>
                        <a14:foregroundMark x1="32284" y1="46959" x2="34213" y2="47202"/>
                        <a14:foregroundMark x1="38782" y1="49878" x2="36751" y2="49635"/>
                        <a14:foregroundMark x1="40000" y1="8516" x2="56244" y2="10462"/>
                        <a14:foregroundMark x1="56244" y1="10462" x2="45178" y2="6569"/>
                        <a14:foregroundMark x1="45178" y1="6569" x2="39492" y2="7056"/>
                        <a14:foregroundMark x1="3756" y1="12895" x2="4569" y2="74939"/>
                        <a14:foregroundMark x1="4365" y1="12652" x2="16751" y2="14842"/>
                        <a14:foregroundMark x1="16751" y1="14842" x2="27614" y2="14112"/>
                        <a14:foregroundMark x1="27614" y1="14112" x2="27716" y2="14112"/>
                        <a14:foregroundMark x1="3046" y1="21898" x2="6497" y2="43552"/>
                        <a14:foregroundMark x1="6497" y1="43552" x2="4162" y2="61071"/>
                        <a14:foregroundMark x1="4162" y1="61071" x2="18274" y2="72019"/>
                        <a14:foregroundMark x1="18274" y1="72019" x2="30558" y2="72019"/>
                        <a14:foregroundMark x1="30558" y1="72019" x2="32183" y2="24088"/>
                        <a14:foregroundMark x1="32183" y1="24088" x2="3147" y2="22384"/>
                        <a14:foregroundMark x1="5381" y1="35036" x2="5584" y2="56448"/>
                        <a14:foregroundMark x1="5584" y1="56448" x2="13706" y2="72749"/>
                        <a14:foregroundMark x1="13706" y1="72749" x2="24670" y2="75912"/>
                        <a14:foregroundMark x1="24670" y1="75912" x2="31168" y2="59367"/>
                        <a14:foregroundMark x1="31168" y1="59367" x2="29137" y2="42579"/>
                        <a14:foregroundMark x1="29137" y1="42579" x2="14721" y2="31144"/>
                        <a14:foregroundMark x1="14721" y1="31144" x2="5279" y2="37470"/>
                        <a14:foregroundMark x1="4975" y1="48418" x2="21218" y2="49148"/>
                        <a14:foregroundMark x1="21218" y1="49148" x2="28020" y2="63017"/>
                        <a14:foregroundMark x1="28020" y1="63017" x2="16244" y2="69100"/>
                        <a14:foregroundMark x1="16244" y1="69100" x2="3147" y2="50122"/>
                        <a14:foregroundMark x1="72792" y1="12652" x2="73807" y2="73723"/>
                        <a14:foregroundMark x1="72487" y1="12895" x2="82640" y2="10219"/>
                        <a14:foregroundMark x1="82640" y1="10219" x2="93604" y2="10949"/>
                        <a14:foregroundMark x1="93604" y1="10949" x2="95838" y2="66667"/>
                        <a14:foregroundMark x1="95838" y1="66667" x2="85482" y2="75912"/>
                        <a14:foregroundMark x1="85482" y1="75912" x2="74924" y2="75426"/>
                        <a14:foregroundMark x1="74924" y1="75426" x2="72893" y2="14112"/>
                        <a14:foregroundMark x1="72893" y1="13382" x2="84670" y2="13139"/>
                        <a14:foregroundMark x1="84670" y1="13139" x2="93604" y2="13625"/>
                        <a14:foregroundMark x1="78579" y1="17032" x2="90152" y2="19465"/>
                        <a14:foregroundMark x1="74213" y1="23358" x2="93909" y2="24818"/>
                        <a14:foregroundMark x1="73807" y1="30657" x2="94213" y2="32847"/>
                        <a14:foregroundMark x1="74721" y1="34307" x2="92893" y2="34793"/>
                        <a14:foregroundMark x1="75127" y1="45255" x2="96041" y2="44282"/>
                        <a14:foregroundMark x1="96041" y1="44282" x2="96650" y2="44282"/>
                        <a14:foregroundMark x1="2234" y1="90998" x2="16244" y2="92457"/>
                        <a14:foregroundMark x1="16244" y1="92457" x2="29848" y2="91241"/>
                        <a14:foregroundMark x1="29848" y1="91241" x2="43553" y2="91727"/>
                        <a14:foregroundMark x1="43553" y1="91727" x2="58173" y2="91727"/>
                        <a14:foregroundMark x1="58173" y1="91727" x2="94213" y2="93187"/>
                        <a14:foregroundMark x1="94213" y1="93187" x2="77056" y2="91484"/>
                        <a14:foregroundMark x1="2437" y1="91241" x2="12893" y2="98783"/>
                        <a14:foregroundMark x1="12893" y1="98783" x2="35939" y2="95377"/>
                        <a14:foregroundMark x1="35939" y1="95377" x2="46802" y2="98783"/>
                        <a14:foregroundMark x1="46802" y1="98783" x2="68122" y2="97810"/>
                        <a14:foregroundMark x1="1726" y1="89051" x2="15736" y2="90754"/>
                        <a14:foregroundMark x1="15736" y1="90754" x2="31777" y2="89538"/>
                        <a14:foregroundMark x1="31777" y1="89538" x2="69543" y2="93674"/>
                        <a14:foregroundMark x1="69543" y1="93674" x2="84975" y2="90268"/>
                        <a14:foregroundMark x1="84975" y1="90268" x2="95431" y2="91484"/>
                        <a14:foregroundMark x1="95431" y1="91484" x2="96954" y2="90754"/>
                        <a14:foregroundMark x1="1421" y1="87591" x2="24975" y2="87348"/>
                        <a14:foregroundMark x1="24975" y1="87348" x2="41117" y2="90754"/>
                        <a14:foregroundMark x1="41117" y1="90754" x2="67614" y2="88321"/>
                        <a14:foregroundMark x1="67614" y1="88321" x2="98274" y2="91484"/>
                        <a14:foregroundMark x1="8731" y1="98297" x2="1827" y2="89294"/>
                      </a14:backgroundRemoval>
                    </a14:imgEffect>
                  </a14:imgLayer>
                </a14:imgProps>
              </a:ext>
            </a:extLst>
          </a:blip>
          <a:stretch>
            <a:fillRect/>
          </a:stretch>
        </p:blipFill>
        <p:spPr>
          <a:xfrm>
            <a:off x="162795" y="1320038"/>
            <a:ext cx="4613743" cy="2935704"/>
          </a:xfrm>
          <a:prstGeom prst="rect">
            <a:avLst/>
          </a:prstGeom>
        </p:spPr>
      </p:pic>
      <p:sp>
        <p:nvSpPr>
          <p:cNvPr id="6" name="TextBox 5">
            <a:extLst>
              <a:ext uri="{FF2B5EF4-FFF2-40B4-BE49-F238E27FC236}">
                <a16:creationId xmlns:a16="http://schemas.microsoft.com/office/drawing/2014/main" id="{443247EC-7C04-C5AA-B2EF-E536CB4A2DFE}"/>
              </a:ext>
            </a:extLst>
          </p:cNvPr>
          <p:cNvSpPr txBox="1"/>
          <p:nvPr/>
        </p:nvSpPr>
        <p:spPr>
          <a:xfrm>
            <a:off x="342900" y="4478269"/>
            <a:ext cx="4728410" cy="307777"/>
          </a:xfrm>
          <a:prstGeom prst="rect">
            <a:avLst/>
          </a:prstGeom>
          <a:noFill/>
        </p:spPr>
        <p:txBody>
          <a:bodyPr wrap="square">
            <a:spAutoFit/>
          </a:bodyPr>
          <a:lstStyle/>
          <a:p>
            <a:r>
              <a:rPr lang="en-US" dirty="0">
                <a:solidFill>
                  <a:schemeClr val="dk1"/>
                </a:solidFill>
                <a:latin typeface="Lato"/>
                <a:ea typeface="Lato"/>
                <a:cs typeface="Lato"/>
                <a:sym typeface="Lato"/>
              </a:rPr>
              <a:t>Reason </a:t>
            </a:r>
            <a:r>
              <a:rPr lang="en-US" dirty="0">
                <a:solidFill>
                  <a:schemeClr val="dk1"/>
                </a:solidFill>
                <a:latin typeface="Lato"/>
                <a:ea typeface="Lato"/>
                <a:cs typeface="Lato"/>
                <a:sym typeface="Wingdings" panose="05000000000000000000" pitchFamily="2" charset="2"/>
              </a:rPr>
              <a:t></a:t>
            </a:r>
            <a:r>
              <a:rPr lang="en-US" dirty="0">
                <a:solidFill>
                  <a:schemeClr val="dk1"/>
                </a:solidFill>
                <a:latin typeface="Lato"/>
                <a:ea typeface="Lato"/>
                <a:cs typeface="Lato"/>
                <a:sym typeface="Lato"/>
              </a:rPr>
              <a:t> Take Action </a:t>
            </a:r>
            <a:r>
              <a:rPr lang="en-US" dirty="0">
                <a:solidFill>
                  <a:schemeClr val="dk1"/>
                </a:solidFill>
                <a:latin typeface="Lato"/>
                <a:ea typeface="Lato"/>
                <a:cs typeface="Lato"/>
                <a:sym typeface="Wingdings" panose="05000000000000000000" pitchFamily="2" charset="2"/>
              </a:rPr>
              <a:t></a:t>
            </a:r>
            <a:r>
              <a:rPr lang="en-US" dirty="0">
                <a:solidFill>
                  <a:schemeClr val="dk1"/>
                </a:solidFill>
                <a:latin typeface="Lato"/>
                <a:ea typeface="Lato"/>
                <a:cs typeface="Lato"/>
                <a:sym typeface="Lato"/>
              </a:rPr>
              <a:t> Evaluate </a:t>
            </a:r>
            <a:r>
              <a:rPr lang="en-US" dirty="0">
                <a:solidFill>
                  <a:schemeClr val="dk1"/>
                </a:solidFill>
                <a:latin typeface="Lato"/>
                <a:ea typeface="Lato"/>
                <a:cs typeface="Lato"/>
                <a:sym typeface="Wingdings" panose="05000000000000000000" pitchFamily="2" charset="2"/>
              </a:rPr>
              <a:t> </a:t>
            </a:r>
            <a:r>
              <a:rPr lang="en-US" dirty="0">
                <a:solidFill>
                  <a:schemeClr val="dk1"/>
                </a:solidFill>
                <a:latin typeface="Lato"/>
                <a:ea typeface="Lato"/>
                <a:cs typeface="Lato"/>
                <a:sym typeface="Lato"/>
              </a:rPr>
              <a:t>Adjust </a:t>
            </a:r>
            <a:r>
              <a:rPr lang="en-US" dirty="0">
                <a:solidFill>
                  <a:schemeClr val="dk1"/>
                </a:solidFill>
                <a:latin typeface="Lato"/>
                <a:ea typeface="Lato"/>
                <a:cs typeface="Lato"/>
                <a:sym typeface="Wingdings" panose="05000000000000000000" pitchFamily="2" charset="2"/>
              </a:rPr>
              <a:t></a:t>
            </a:r>
            <a:r>
              <a:rPr lang="en-US" dirty="0">
                <a:solidFill>
                  <a:schemeClr val="dk1"/>
                </a:solidFill>
                <a:latin typeface="Lato"/>
                <a:ea typeface="Lato"/>
                <a:cs typeface="Lato"/>
                <a:sym typeface="Lato"/>
              </a:rPr>
              <a:t> Repeat </a:t>
            </a:r>
          </a:p>
        </p:txBody>
      </p:sp>
    </p:spTree>
    <p:extLst>
      <p:ext uri="{BB962C8B-B14F-4D97-AF65-F5344CB8AC3E}">
        <p14:creationId xmlns:p14="http://schemas.microsoft.com/office/powerpoint/2010/main" val="3379965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err="1"/>
              <a:t>MLGym</a:t>
            </a:r>
            <a:r>
              <a:rPr lang="en-US" dirty="0"/>
              <a:t> Components</a:t>
            </a:r>
            <a:endParaRPr dirty="0"/>
          </a:p>
        </p:txBody>
      </p:sp>
      <p:graphicFrame>
        <p:nvGraphicFramePr>
          <p:cNvPr id="441" name="Google Shape;441;p34"/>
          <p:cNvGraphicFramePr/>
          <p:nvPr>
            <p:extLst>
              <p:ext uri="{D42A27DB-BD31-4B8C-83A1-F6EECF244321}">
                <p14:modId xmlns:p14="http://schemas.microsoft.com/office/powerpoint/2010/main" val="2281327374"/>
              </p:ext>
            </p:extLst>
          </p:nvPr>
        </p:nvGraphicFramePr>
        <p:xfrm>
          <a:off x="3229383" y="1648326"/>
          <a:ext cx="5194618" cy="2129592"/>
        </p:xfrm>
        <a:graphic>
          <a:graphicData uri="http://schemas.openxmlformats.org/drawingml/2006/table">
            <a:tbl>
              <a:tblPr>
                <a:noFill/>
                <a:tableStyleId>{0704A663-4BFD-4038-97B5-FAC07F237689}</a:tableStyleId>
              </a:tblPr>
              <a:tblGrid>
                <a:gridCol w="1311725">
                  <a:extLst>
                    <a:ext uri="{9D8B030D-6E8A-4147-A177-3AD203B41FA5}">
                      <a16:colId xmlns:a16="http://schemas.microsoft.com/office/drawing/2014/main" val="20000"/>
                    </a:ext>
                  </a:extLst>
                </a:gridCol>
                <a:gridCol w="3882893">
                  <a:extLst>
                    <a:ext uri="{9D8B030D-6E8A-4147-A177-3AD203B41FA5}">
                      <a16:colId xmlns:a16="http://schemas.microsoft.com/office/drawing/2014/main" val="20001"/>
                    </a:ext>
                  </a:extLst>
                </a:gridCol>
              </a:tblGrid>
              <a:tr h="532398">
                <a:tc>
                  <a:txBody>
                    <a:bodyPr/>
                    <a:lstStyle/>
                    <a:p>
                      <a:pPr marL="0" lvl="0" indent="0" algn="l" rtl="0">
                        <a:spcBef>
                          <a:spcPts val="0"/>
                        </a:spcBef>
                        <a:spcAft>
                          <a:spcPts val="0"/>
                        </a:spcAft>
                        <a:buNone/>
                      </a:pPr>
                      <a:r>
                        <a:rPr lang="en-US" sz="1000" b="1" u="sng" dirty="0">
                          <a:solidFill>
                            <a:schemeClr val="lt1"/>
                          </a:solidFill>
                          <a:latin typeface="Lato"/>
                          <a:ea typeface="Lato"/>
                          <a:cs typeface="Lato"/>
                          <a:sym typeface="Lato"/>
                        </a:rPr>
                        <a:t>Agent</a:t>
                      </a:r>
                      <a:endParaRPr sz="1000" b="1" u="sng" dirty="0">
                        <a:solidFill>
                          <a:schemeClr val="lt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2"/>
                    </a:solidFill>
                  </a:tcPr>
                </a:tc>
                <a:tc>
                  <a:txBody>
                    <a:bodyPr/>
                    <a:lstStyle/>
                    <a:p>
                      <a:pPr marL="171450" marR="0" lvl="0" indent="-171450" algn="l" rtl="0">
                        <a:lnSpc>
                          <a:spcPct val="100000"/>
                        </a:lnSpc>
                        <a:spcBef>
                          <a:spcPts val="0"/>
                        </a:spcBef>
                        <a:spcAft>
                          <a:spcPts val="1600"/>
                        </a:spcAft>
                        <a:buClr>
                          <a:srgbClr val="000000"/>
                        </a:buClr>
                        <a:buFont typeface="Arial" panose="020B0604020202020204" pitchFamily="34" charset="0"/>
                        <a:buChar char="•"/>
                      </a:pPr>
                      <a:r>
                        <a:rPr lang="en-US" sz="1000" dirty="0"/>
                        <a:t>LLMs with a memory module for long tasks, integrated through an agentic harness for consistent evaluations</a:t>
                      </a:r>
                      <a:endParaRPr sz="1000" b="0" i="0" u="none" strike="noStrike" cap="none" dirty="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0"/>
                  </a:ext>
                </a:extLst>
              </a:tr>
              <a:tr h="532398">
                <a:tc>
                  <a:txBody>
                    <a:bodyPr/>
                    <a:lstStyle/>
                    <a:p>
                      <a:pPr marL="0" lvl="0" indent="0" algn="l" rtl="0">
                        <a:spcBef>
                          <a:spcPts val="0"/>
                        </a:spcBef>
                        <a:spcAft>
                          <a:spcPts val="0"/>
                        </a:spcAft>
                        <a:buNone/>
                      </a:pPr>
                      <a:r>
                        <a:rPr lang="en-US" sz="1000" b="1" u="sng" dirty="0">
                          <a:solidFill>
                            <a:schemeClr val="lt1"/>
                          </a:solidFill>
                          <a:latin typeface="Lato"/>
                          <a:ea typeface="Lato"/>
                          <a:cs typeface="Lato"/>
                          <a:sym typeface="Lato"/>
                        </a:rPr>
                        <a:t>Environment</a:t>
                      </a:r>
                      <a:endParaRPr sz="1000" b="1" u="sng" dirty="0">
                        <a:solidFill>
                          <a:schemeClr val="lt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2"/>
                    </a:solidFill>
                  </a:tcPr>
                </a:tc>
                <a:tc>
                  <a:txBody>
                    <a:bodyPr/>
                    <a:lstStyle/>
                    <a:p>
                      <a:pPr marL="171450" marR="0" lvl="0" indent="-171450" algn="l" rtl="0">
                        <a:lnSpc>
                          <a:spcPct val="100000"/>
                        </a:lnSpc>
                        <a:spcBef>
                          <a:spcPts val="0"/>
                        </a:spcBef>
                        <a:spcAft>
                          <a:spcPts val="1600"/>
                        </a:spcAft>
                        <a:buFont typeface="Arial" panose="020B0604020202020204" pitchFamily="34" charset="0"/>
                        <a:buChar char="•"/>
                      </a:pPr>
                      <a:r>
                        <a:rPr lang="en-US" sz="1000" dirty="0"/>
                        <a:t>Gym interface running in a Docker container with secure permissions and reproducibility</a:t>
                      </a:r>
                      <a:endParaRPr sz="1000" dirty="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532398">
                <a:tc>
                  <a:txBody>
                    <a:bodyPr/>
                    <a:lstStyle/>
                    <a:p>
                      <a:pPr marL="0" lvl="0" indent="0" algn="l" rtl="0">
                        <a:spcBef>
                          <a:spcPts val="0"/>
                        </a:spcBef>
                        <a:spcAft>
                          <a:spcPts val="0"/>
                        </a:spcAft>
                        <a:buNone/>
                      </a:pPr>
                      <a:r>
                        <a:rPr lang="en" sz="1000" b="1" u="sng" dirty="0">
                          <a:solidFill>
                            <a:schemeClr val="lt1"/>
                          </a:solidFill>
                          <a:latin typeface="Lato"/>
                          <a:ea typeface="Lato"/>
                          <a:cs typeface="Lato"/>
                          <a:sym typeface="Lato"/>
                        </a:rPr>
                        <a:t>Datasets</a:t>
                      </a:r>
                      <a:endParaRPr sz="1000" b="1" u="sng" dirty="0">
                        <a:solidFill>
                          <a:schemeClr val="lt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2"/>
                    </a:solidFill>
                  </a:tcPr>
                </a:tc>
                <a:tc>
                  <a:txBody>
                    <a:bodyPr/>
                    <a:lstStyle/>
                    <a:p>
                      <a:pPr marL="171450" lvl="0" indent="-171450" algn="l" rtl="0">
                        <a:spcBef>
                          <a:spcPts val="0"/>
                        </a:spcBef>
                        <a:spcAft>
                          <a:spcPts val="1600"/>
                        </a:spcAft>
                        <a:buFont typeface="Arial" panose="020B0604020202020204" pitchFamily="34" charset="0"/>
                        <a:buChar char="•"/>
                      </a:pPr>
                      <a:r>
                        <a:rPr lang="en-US" sz="1000" dirty="0"/>
                        <a:t>Local or </a:t>
                      </a:r>
                      <a:r>
                        <a:rPr lang="en-US" sz="1000" dirty="0" err="1"/>
                        <a:t>HuggingFace</a:t>
                      </a:r>
                      <a:r>
                        <a:rPr lang="en-US" sz="1000" dirty="0"/>
                        <a:t> datasets, mounted read-only for data integrity and reproducibility</a:t>
                      </a:r>
                      <a:endParaRPr sz="1000" dirty="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532398">
                <a:tc>
                  <a:txBody>
                    <a:bodyPr/>
                    <a:lstStyle/>
                    <a:p>
                      <a:pPr marL="0" lvl="0" indent="0" algn="l" rtl="0">
                        <a:spcBef>
                          <a:spcPts val="0"/>
                        </a:spcBef>
                        <a:spcAft>
                          <a:spcPts val="0"/>
                        </a:spcAft>
                        <a:buNone/>
                      </a:pPr>
                      <a:r>
                        <a:rPr lang="en" sz="1000" b="1" u="sng" dirty="0">
                          <a:solidFill>
                            <a:schemeClr val="lt1"/>
                          </a:solidFill>
                          <a:latin typeface="Lato"/>
                          <a:ea typeface="Lato"/>
                          <a:cs typeface="Lato"/>
                          <a:sym typeface="Lato"/>
                        </a:rPr>
                        <a:t>Taks</a:t>
                      </a:r>
                      <a:endParaRPr sz="1000" b="1" u="sng" dirty="0">
                        <a:solidFill>
                          <a:schemeClr val="lt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lt2"/>
                    </a:solidFill>
                  </a:tcPr>
                </a:tc>
                <a:tc>
                  <a:txBody>
                    <a:bodyPr/>
                    <a:lstStyle/>
                    <a:p>
                      <a:pPr marL="171450" lvl="0" indent="-171450" algn="l" rtl="0">
                        <a:spcBef>
                          <a:spcPts val="0"/>
                        </a:spcBef>
                        <a:spcAft>
                          <a:spcPts val="1600"/>
                        </a:spcAft>
                        <a:buFont typeface="Arial" panose="020B0604020202020204" pitchFamily="34" charset="0"/>
                        <a:buChar char="•"/>
                      </a:pPr>
                      <a:r>
                        <a:rPr lang="en-US" sz="1000" dirty="0"/>
                        <a:t>Defined by flexible YAML config files, evaluated with domain-specific artifacts beyond simple metrics</a:t>
                      </a:r>
                      <a:endParaRPr sz="1000" dirty="0">
                        <a:solidFill>
                          <a:schemeClr val="dk1"/>
                        </a:solidFill>
                        <a:latin typeface="Lato"/>
                        <a:ea typeface="Lato"/>
                        <a:cs typeface="Lato"/>
                        <a:sym typeface="Lato"/>
                      </a:endParaRPr>
                    </a:p>
                  </a:txBody>
                  <a:tcPr marL="91425" marR="91425" marT="0" marB="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cxnSp>
        <p:nvCxnSpPr>
          <p:cNvPr id="444" name="Google Shape;444;p34"/>
          <p:cNvCxnSpPr>
            <a:cxnSpLocks/>
          </p:cNvCxnSpPr>
          <p:nvPr/>
        </p:nvCxnSpPr>
        <p:spPr>
          <a:xfrm rot="10800000">
            <a:off x="6641675" y="4364525"/>
            <a:ext cx="2684100" cy="614400"/>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20" name="Google Shape;1776;p64">
            <a:extLst>
              <a:ext uri="{FF2B5EF4-FFF2-40B4-BE49-F238E27FC236}">
                <a16:creationId xmlns:a16="http://schemas.microsoft.com/office/drawing/2014/main" id="{019DC34F-7DE7-FC2D-F8C8-26C1B2A95050}"/>
              </a:ext>
            </a:extLst>
          </p:cNvPr>
          <p:cNvSpPr/>
          <p:nvPr/>
        </p:nvSpPr>
        <p:spPr>
          <a:xfrm>
            <a:off x="2277984" y="2860649"/>
            <a:ext cx="67234" cy="124016"/>
          </a:xfrm>
          <a:custGeom>
            <a:avLst/>
            <a:gdLst/>
            <a:ahLst/>
            <a:cxnLst/>
            <a:rect l="l" t="t" r="r" b="b"/>
            <a:pathLst>
              <a:path w="4104" h="7570" extrusionOk="0">
                <a:moveTo>
                  <a:pt x="1" y="1"/>
                </a:moveTo>
                <a:lnTo>
                  <a:pt x="1" y="7569"/>
                </a:lnTo>
                <a:lnTo>
                  <a:pt x="4104" y="7569"/>
                </a:lnTo>
                <a:lnTo>
                  <a:pt x="41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77;p64">
            <a:extLst>
              <a:ext uri="{FF2B5EF4-FFF2-40B4-BE49-F238E27FC236}">
                <a16:creationId xmlns:a16="http://schemas.microsoft.com/office/drawing/2014/main" id="{0DFBA669-88DB-9461-2F5F-8532FEF2E021}"/>
              </a:ext>
            </a:extLst>
          </p:cNvPr>
          <p:cNvSpPr/>
          <p:nvPr/>
        </p:nvSpPr>
        <p:spPr>
          <a:xfrm>
            <a:off x="2343705" y="2712267"/>
            <a:ext cx="396899" cy="316231"/>
          </a:xfrm>
          <a:custGeom>
            <a:avLst/>
            <a:gdLst/>
            <a:ahLst/>
            <a:cxnLst/>
            <a:rect l="l" t="t" r="r" b="b"/>
            <a:pathLst>
              <a:path w="24227" h="19303" extrusionOk="0">
                <a:moveTo>
                  <a:pt x="62" y="9059"/>
                </a:moveTo>
                <a:cubicBezTo>
                  <a:pt x="62" y="9059"/>
                  <a:pt x="5746" y="1034"/>
                  <a:pt x="16627" y="1"/>
                </a:cubicBezTo>
                <a:lnTo>
                  <a:pt x="16354" y="9089"/>
                </a:lnTo>
                <a:cubicBezTo>
                  <a:pt x="16323" y="10396"/>
                  <a:pt x="16688" y="11673"/>
                  <a:pt x="17478" y="12676"/>
                </a:cubicBezTo>
                <a:cubicBezTo>
                  <a:pt x="18542" y="13983"/>
                  <a:pt x="20579" y="15168"/>
                  <a:pt x="24226" y="14104"/>
                </a:cubicBezTo>
                <a:cubicBezTo>
                  <a:pt x="24226" y="14104"/>
                  <a:pt x="17843" y="17782"/>
                  <a:pt x="10183" y="18816"/>
                </a:cubicBezTo>
                <a:cubicBezTo>
                  <a:pt x="6657" y="19302"/>
                  <a:pt x="3040" y="18512"/>
                  <a:pt x="1" y="16627"/>
                </a:cubicBezTo>
                <a:lnTo>
                  <a:pt x="1" y="16627"/>
                </a:lnTo>
                <a:lnTo>
                  <a:pt x="1" y="905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78;p64">
            <a:extLst>
              <a:ext uri="{FF2B5EF4-FFF2-40B4-BE49-F238E27FC236}">
                <a16:creationId xmlns:a16="http://schemas.microsoft.com/office/drawing/2014/main" id="{862B4163-E406-E596-2D6C-46826F9AEFB6}"/>
              </a:ext>
            </a:extLst>
          </p:cNvPr>
          <p:cNvSpPr/>
          <p:nvPr/>
        </p:nvSpPr>
        <p:spPr>
          <a:xfrm>
            <a:off x="2604954" y="2684386"/>
            <a:ext cx="314888" cy="265954"/>
          </a:xfrm>
          <a:custGeom>
            <a:avLst/>
            <a:gdLst/>
            <a:ahLst/>
            <a:cxnLst/>
            <a:rect l="l" t="t" r="r" b="b"/>
            <a:pathLst>
              <a:path w="19221" h="16234" extrusionOk="0">
                <a:moveTo>
                  <a:pt x="12838" y="1"/>
                </a:moveTo>
                <a:cubicBezTo>
                  <a:pt x="4509" y="548"/>
                  <a:pt x="588" y="4864"/>
                  <a:pt x="588" y="4864"/>
                </a:cubicBezTo>
                <a:lnTo>
                  <a:pt x="436" y="10791"/>
                </a:lnTo>
                <a:cubicBezTo>
                  <a:pt x="0" y="13945"/>
                  <a:pt x="2549" y="16234"/>
                  <a:pt x="5730" y="16234"/>
                </a:cubicBezTo>
                <a:cubicBezTo>
                  <a:pt x="6319" y="16234"/>
                  <a:pt x="6931" y="16155"/>
                  <a:pt x="7549" y="15989"/>
                </a:cubicBezTo>
                <a:lnTo>
                  <a:pt x="13141" y="14530"/>
                </a:lnTo>
                <a:lnTo>
                  <a:pt x="16333" y="11186"/>
                </a:lnTo>
                <a:lnTo>
                  <a:pt x="19221" y="7265"/>
                </a:lnTo>
                <a:lnTo>
                  <a:pt x="17488" y="5776"/>
                </a:lnTo>
                <a:lnTo>
                  <a:pt x="14084" y="7083"/>
                </a:lnTo>
                <a:lnTo>
                  <a:pt x="10953" y="8299"/>
                </a:lnTo>
                <a:lnTo>
                  <a:pt x="6181" y="8299"/>
                </a:lnTo>
                <a:lnTo>
                  <a:pt x="5421" y="6171"/>
                </a:lnTo>
                <a:cubicBezTo>
                  <a:pt x="9737" y="3891"/>
                  <a:pt x="12838" y="3648"/>
                  <a:pt x="12838" y="3648"/>
                </a:cubicBezTo>
                <a:lnTo>
                  <a:pt x="13476" y="2432"/>
                </a:lnTo>
                <a:lnTo>
                  <a:pt x="128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79;p64">
            <a:extLst>
              <a:ext uri="{FF2B5EF4-FFF2-40B4-BE49-F238E27FC236}">
                <a16:creationId xmlns:a16="http://schemas.microsoft.com/office/drawing/2014/main" id="{9F39672B-3F31-4242-B224-A2650618452E}"/>
              </a:ext>
            </a:extLst>
          </p:cNvPr>
          <p:cNvSpPr/>
          <p:nvPr/>
        </p:nvSpPr>
        <p:spPr>
          <a:xfrm>
            <a:off x="1615245" y="2923881"/>
            <a:ext cx="145919" cy="186253"/>
          </a:xfrm>
          <a:custGeom>
            <a:avLst/>
            <a:gdLst/>
            <a:ahLst/>
            <a:cxnLst/>
            <a:rect l="l" t="t" r="r" b="b"/>
            <a:pathLst>
              <a:path w="8907" h="11369" extrusionOk="0">
                <a:moveTo>
                  <a:pt x="3740" y="1"/>
                </a:moveTo>
                <a:lnTo>
                  <a:pt x="1" y="5533"/>
                </a:lnTo>
                <a:lnTo>
                  <a:pt x="4712" y="11369"/>
                </a:lnTo>
                <a:lnTo>
                  <a:pt x="8907" y="7843"/>
                </a:lnTo>
                <a:lnTo>
                  <a:pt x="37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0;p64">
            <a:extLst>
              <a:ext uri="{FF2B5EF4-FFF2-40B4-BE49-F238E27FC236}">
                <a16:creationId xmlns:a16="http://schemas.microsoft.com/office/drawing/2014/main" id="{68F8947D-CBFF-2E5D-E262-5B5A4265C6AE}"/>
              </a:ext>
            </a:extLst>
          </p:cNvPr>
          <p:cNvSpPr/>
          <p:nvPr/>
        </p:nvSpPr>
        <p:spPr>
          <a:xfrm>
            <a:off x="1474841" y="3014503"/>
            <a:ext cx="305255" cy="369999"/>
          </a:xfrm>
          <a:custGeom>
            <a:avLst/>
            <a:gdLst/>
            <a:ahLst/>
            <a:cxnLst/>
            <a:rect l="l" t="t" r="r" b="b"/>
            <a:pathLst>
              <a:path w="18633" h="22585" extrusionOk="0">
                <a:moveTo>
                  <a:pt x="8572" y="1"/>
                </a:moveTo>
                <a:cubicBezTo>
                  <a:pt x="2645" y="1065"/>
                  <a:pt x="426" y="9758"/>
                  <a:pt x="0" y="22190"/>
                </a:cubicBezTo>
                <a:cubicBezTo>
                  <a:pt x="0" y="22190"/>
                  <a:pt x="1824" y="22402"/>
                  <a:pt x="3313" y="21551"/>
                </a:cubicBezTo>
                <a:cubicBezTo>
                  <a:pt x="4013" y="21156"/>
                  <a:pt x="4712" y="20792"/>
                  <a:pt x="5532" y="20670"/>
                </a:cubicBezTo>
                <a:cubicBezTo>
                  <a:pt x="7265" y="20244"/>
                  <a:pt x="10122" y="19971"/>
                  <a:pt x="12311" y="21612"/>
                </a:cubicBezTo>
                <a:cubicBezTo>
                  <a:pt x="12311" y="21612"/>
                  <a:pt x="13283" y="22585"/>
                  <a:pt x="15168" y="21764"/>
                </a:cubicBezTo>
                <a:cubicBezTo>
                  <a:pt x="15168" y="21764"/>
                  <a:pt x="18633" y="9758"/>
                  <a:pt x="14408" y="370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81;p64">
            <a:extLst>
              <a:ext uri="{FF2B5EF4-FFF2-40B4-BE49-F238E27FC236}">
                <a16:creationId xmlns:a16="http://schemas.microsoft.com/office/drawing/2014/main" id="{EEFE7B42-7256-3D39-0F93-DDBEF26610BC}"/>
              </a:ext>
            </a:extLst>
          </p:cNvPr>
          <p:cNvSpPr/>
          <p:nvPr/>
        </p:nvSpPr>
        <p:spPr>
          <a:xfrm>
            <a:off x="1446960" y="3342785"/>
            <a:ext cx="198703" cy="255321"/>
          </a:xfrm>
          <a:custGeom>
            <a:avLst/>
            <a:gdLst/>
            <a:ahLst/>
            <a:cxnLst/>
            <a:rect l="l" t="t" r="r" b="b"/>
            <a:pathLst>
              <a:path w="12129" h="15585" extrusionOk="0">
                <a:moveTo>
                  <a:pt x="9279" y="1"/>
                </a:moveTo>
                <a:cubicBezTo>
                  <a:pt x="8415" y="1"/>
                  <a:pt x="7123" y="170"/>
                  <a:pt x="5958" y="995"/>
                </a:cubicBezTo>
                <a:cubicBezTo>
                  <a:pt x="5958" y="995"/>
                  <a:pt x="0" y="8563"/>
                  <a:pt x="4104" y="15585"/>
                </a:cubicBezTo>
                <a:lnTo>
                  <a:pt x="6353" y="14247"/>
                </a:lnTo>
                <a:cubicBezTo>
                  <a:pt x="6353" y="14247"/>
                  <a:pt x="3283" y="8411"/>
                  <a:pt x="7994" y="5098"/>
                </a:cubicBezTo>
                <a:lnTo>
                  <a:pt x="8663" y="4855"/>
                </a:lnTo>
                <a:lnTo>
                  <a:pt x="8663" y="6618"/>
                </a:lnTo>
                <a:lnTo>
                  <a:pt x="8663" y="13791"/>
                </a:lnTo>
                <a:lnTo>
                  <a:pt x="11672" y="13791"/>
                </a:lnTo>
                <a:lnTo>
                  <a:pt x="11672" y="6679"/>
                </a:lnTo>
                <a:lnTo>
                  <a:pt x="12128" y="569"/>
                </a:lnTo>
                <a:cubicBezTo>
                  <a:pt x="11429" y="235"/>
                  <a:pt x="10791" y="113"/>
                  <a:pt x="10274" y="83"/>
                </a:cubicBezTo>
                <a:cubicBezTo>
                  <a:pt x="10274" y="83"/>
                  <a:pt x="9880" y="1"/>
                  <a:pt x="92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82;p64">
            <a:extLst>
              <a:ext uri="{FF2B5EF4-FFF2-40B4-BE49-F238E27FC236}">
                <a16:creationId xmlns:a16="http://schemas.microsoft.com/office/drawing/2014/main" id="{AC548BDF-859E-A281-6530-AC7184D9B0A0}"/>
              </a:ext>
            </a:extLst>
          </p:cNvPr>
          <p:cNvSpPr/>
          <p:nvPr/>
        </p:nvSpPr>
        <p:spPr>
          <a:xfrm>
            <a:off x="1673514" y="2731187"/>
            <a:ext cx="644864" cy="931198"/>
          </a:xfrm>
          <a:custGeom>
            <a:avLst/>
            <a:gdLst/>
            <a:ahLst/>
            <a:cxnLst/>
            <a:rect l="l" t="t" r="r" b="b"/>
            <a:pathLst>
              <a:path w="39363" h="56841" extrusionOk="0">
                <a:moveTo>
                  <a:pt x="39211" y="12463"/>
                </a:moveTo>
                <a:cubicBezTo>
                  <a:pt x="38846" y="20700"/>
                  <a:pt x="37326" y="37904"/>
                  <a:pt x="31551" y="48938"/>
                </a:cubicBezTo>
                <a:cubicBezTo>
                  <a:pt x="28663" y="54470"/>
                  <a:pt x="22888" y="56841"/>
                  <a:pt x="17569" y="56050"/>
                </a:cubicBezTo>
                <a:cubicBezTo>
                  <a:pt x="13496" y="55442"/>
                  <a:pt x="9666" y="53011"/>
                  <a:pt x="7538" y="48695"/>
                </a:cubicBezTo>
                <a:cubicBezTo>
                  <a:pt x="3648" y="40913"/>
                  <a:pt x="1246" y="28785"/>
                  <a:pt x="243" y="12767"/>
                </a:cubicBezTo>
                <a:cubicBezTo>
                  <a:pt x="0" y="9393"/>
                  <a:pt x="1794" y="6262"/>
                  <a:pt x="4712" y="4682"/>
                </a:cubicBezTo>
                <a:cubicBezTo>
                  <a:pt x="5198" y="4408"/>
                  <a:pt x="5745" y="4165"/>
                  <a:pt x="6322" y="3983"/>
                </a:cubicBezTo>
                <a:cubicBezTo>
                  <a:pt x="6930" y="3800"/>
                  <a:pt x="7508" y="3618"/>
                  <a:pt x="8207" y="3436"/>
                </a:cubicBezTo>
                <a:cubicBezTo>
                  <a:pt x="15380" y="1521"/>
                  <a:pt x="25989" y="1"/>
                  <a:pt x="34590" y="4378"/>
                </a:cubicBezTo>
                <a:cubicBezTo>
                  <a:pt x="34682" y="4408"/>
                  <a:pt x="34773" y="4469"/>
                  <a:pt x="34894" y="4530"/>
                </a:cubicBezTo>
                <a:cubicBezTo>
                  <a:pt x="37660" y="6141"/>
                  <a:pt x="39363" y="9180"/>
                  <a:pt x="39211" y="1246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83;p64">
            <a:extLst>
              <a:ext uri="{FF2B5EF4-FFF2-40B4-BE49-F238E27FC236}">
                <a16:creationId xmlns:a16="http://schemas.microsoft.com/office/drawing/2014/main" id="{9A2E21E7-6501-91BB-22F8-789341A89B06}"/>
              </a:ext>
            </a:extLst>
          </p:cNvPr>
          <p:cNvSpPr/>
          <p:nvPr/>
        </p:nvSpPr>
        <p:spPr>
          <a:xfrm>
            <a:off x="1673514" y="2731187"/>
            <a:ext cx="570668" cy="918256"/>
          </a:xfrm>
          <a:custGeom>
            <a:avLst/>
            <a:gdLst/>
            <a:ahLst/>
            <a:cxnLst/>
            <a:rect l="l" t="t" r="r" b="b"/>
            <a:pathLst>
              <a:path w="34834" h="56051" extrusionOk="0">
                <a:moveTo>
                  <a:pt x="34834" y="4560"/>
                </a:moveTo>
                <a:cubicBezTo>
                  <a:pt x="26171" y="1"/>
                  <a:pt x="15472" y="1521"/>
                  <a:pt x="8177" y="3466"/>
                </a:cubicBezTo>
                <a:cubicBezTo>
                  <a:pt x="7508" y="3648"/>
                  <a:pt x="6870" y="3831"/>
                  <a:pt x="6262" y="3983"/>
                </a:cubicBezTo>
                <a:cubicBezTo>
                  <a:pt x="5684" y="4135"/>
                  <a:pt x="5167" y="4378"/>
                  <a:pt x="4681" y="4682"/>
                </a:cubicBezTo>
                <a:cubicBezTo>
                  <a:pt x="1794" y="6232"/>
                  <a:pt x="0" y="9332"/>
                  <a:pt x="183" y="12767"/>
                </a:cubicBezTo>
                <a:cubicBezTo>
                  <a:pt x="1216" y="28785"/>
                  <a:pt x="3617" y="40913"/>
                  <a:pt x="7478" y="48695"/>
                </a:cubicBezTo>
                <a:cubicBezTo>
                  <a:pt x="9605" y="53011"/>
                  <a:pt x="13435" y="55442"/>
                  <a:pt x="17508" y="56050"/>
                </a:cubicBezTo>
                <a:cubicBezTo>
                  <a:pt x="10608" y="42403"/>
                  <a:pt x="7326" y="31673"/>
                  <a:pt x="6140" y="23405"/>
                </a:cubicBezTo>
                <a:cubicBezTo>
                  <a:pt x="5046" y="15685"/>
                  <a:pt x="11095" y="8724"/>
                  <a:pt x="18876" y="8876"/>
                </a:cubicBezTo>
                <a:lnTo>
                  <a:pt x="19666" y="8876"/>
                </a:lnTo>
                <a:cubicBezTo>
                  <a:pt x="27022" y="8876"/>
                  <a:pt x="33131" y="7053"/>
                  <a:pt x="34834" y="4560"/>
                </a:cubicBezTo>
                <a:close/>
              </a:path>
            </a:pathLst>
          </a:custGeom>
          <a:solidFill>
            <a:srgbClr val="134F5C">
              <a:alpha val="56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84;p64">
            <a:extLst>
              <a:ext uri="{FF2B5EF4-FFF2-40B4-BE49-F238E27FC236}">
                <a16:creationId xmlns:a16="http://schemas.microsoft.com/office/drawing/2014/main" id="{A837652A-5E28-CA42-C17B-90318E185C8C}"/>
              </a:ext>
            </a:extLst>
          </p:cNvPr>
          <p:cNvSpPr/>
          <p:nvPr/>
        </p:nvSpPr>
        <p:spPr>
          <a:xfrm>
            <a:off x="1404140" y="1900669"/>
            <a:ext cx="986456" cy="960064"/>
          </a:xfrm>
          <a:custGeom>
            <a:avLst/>
            <a:gdLst/>
            <a:ahLst/>
            <a:cxnLst/>
            <a:rect l="l" t="t" r="r" b="b"/>
            <a:pathLst>
              <a:path w="60214" h="58603" extrusionOk="0">
                <a:moveTo>
                  <a:pt x="60032" y="33982"/>
                </a:moveTo>
                <a:cubicBezTo>
                  <a:pt x="58968" y="49788"/>
                  <a:pt x="41794" y="54347"/>
                  <a:pt x="38451" y="55077"/>
                </a:cubicBezTo>
                <a:cubicBezTo>
                  <a:pt x="37964" y="55168"/>
                  <a:pt x="37508" y="55290"/>
                  <a:pt x="36992" y="55442"/>
                </a:cubicBezTo>
                <a:cubicBezTo>
                  <a:pt x="35533" y="55867"/>
                  <a:pt x="34104" y="56171"/>
                  <a:pt x="32797" y="56445"/>
                </a:cubicBezTo>
                <a:cubicBezTo>
                  <a:pt x="20943" y="58603"/>
                  <a:pt x="13678" y="54834"/>
                  <a:pt x="9332" y="50548"/>
                </a:cubicBezTo>
                <a:cubicBezTo>
                  <a:pt x="5836" y="47052"/>
                  <a:pt x="3708" y="42493"/>
                  <a:pt x="3009" y="37630"/>
                </a:cubicBezTo>
                <a:cubicBezTo>
                  <a:pt x="0" y="16961"/>
                  <a:pt x="10304" y="8480"/>
                  <a:pt x="17690" y="5137"/>
                </a:cubicBezTo>
                <a:cubicBezTo>
                  <a:pt x="21551" y="3404"/>
                  <a:pt x="24590" y="3009"/>
                  <a:pt x="24590" y="3009"/>
                </a:cubicBezTo>
                <a:cubicBezTo>
                  <a:pt x="37083" y="0"/>
                  <a:pt x="45898" y="3100"/>
                  <a:pt x="51946" y="10912"/>
                </a:cubicBezTo>
                <a:cubicBezTo>
                  <a:pt x="55047" y="14894"/>
                  <a:pt x="57418" y="20152"/>
                  <a:pt x="59150" y="26414"/>
                </a:cubicBezTo>
                <a:cubicBezTo>
                  <a:pt x="59880" y="28876"/>
                  <a:pt x="60214" y="31429"/>
                  <a:pt x="60032" y="3398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85;p64">
            <a:extLst>
              <a:ext uri="{FF2B5EF4-FFF2-40B4-BE49-F238E27FC236}">
                <a16:creationId xmlns:a16="http://schemas.microsoft.com/office/drawing/2014/main" id="{3D36C690-6E77-D34A-2E80-AA9E3F8FE00B}"/>
              </a:ext>
            </a:extLst>
          </p:cNvPr>
          <p:cNvSpPr/>
          <p:nvPr/>
        </p:nvSpPr>
        <p:spPr>
          <a:xfrm>
            <a:off x="1404140" y="1984803"/>
            <a:ext cx="537313" cy="875923"/>
          </a:xfrm>
          <a:custGeom>
            <a:avLst/>
            <a:gdLst/>
            <a:ahLst/>
            <a:cxnLst/>
            <a:rect l="l" t="t" r="r" b="b"/>
            <a:pathLst>
              <a:path w="32798" h="53467" extrusionOk="0">
                <a:moveTo>
                  <a:pt x="32797" y="51309"/>
                </a:moveTo>
                <a:cubicBezTo>
                  <a:pt x="20943" y="53467"/>
                  <a:pt x="13678" y="49698"/>
                  <a:pt x="9332" y="45412"/>
                </a:cubicBezTo>
                <a:cubicBezTo>
                  <a:pt x="5836" y="41916"/>
                  <a:pt x="3708" y="37357"/>
                  <a:pt x="3009" y="32494"/>
                </a:cubicBezTo>
                <a:cubicBezTo>
                  <a:pt x="0" y="11825"/>
                  <a:pt x="10304" y="3344"/>
                  <a:pt x="17690" y="1"/>
                </a:cubicBezTo>
                <a:cubicBezTo>
                  <a:pt x="10699" y="12949"/>
                  <a:pt x="122" y="41157"/>
                  <a:pt x="32797" y="51309"/>
                </a:cubicBezTo>
                <a:close/>
              </a:path>
            </a:pathLst>
          </a:custGeom>
          <a:solidFill>
            <a:srgbClr val="134F5C">
              <a:alpha val="56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86;p64">
            <a:extLst>
              <a:ext uri="{FF2B5EF4-FFF2-40B4-BE49-F238E27FC236}">
                <a16:creationId xmlns:a16="http://schemas.microsoft.com/office/drawing/2014/main" id="{5FEB97E8-5AA1-4357-124A-18EF6D33EF54}"/>
              </a:ext>
            </a:extLst>
          </p:cNvPr>
          <p:cNvSpPr/>
          <p:nvPr/>
        </p:nvSpPr>
        <p:spPr>
          <a:xfrm>
            <a:off x="1652595" y="2059682"/>
            <a:ext cx="723058" cy="512068"/>
          </a:xfrm>
          <a:custGeom>
            <a:avLst/>
            <a:gdLst/>
            <a:ahLst/>
            <a:cxnLst/>
            <a:rect l="l" t="t" r="r" b="b"/>
            <a:pathLst>
              <a:path w="44136" h="31257" extrusionOk="0">
                <a:moveTo>
                  <a:pt x="27905" y="1"/>
                </a:moveTo>
                <a:cubicBezTo>
                  <a:pt x="24936" y="1"/>
                  <a:pt x="21964" y="419"/>
                  <a:pt x="19089" y="1296"/>
                </a:cubicBezTo>
                <a:cubicBezTo>
                  <a:pt x="10700" y="3789"/>
                  <a:pt x="5198" y="9290"/>
                  <a:pt x="1551" y="16676"/>
                </a:cubicBezTo>
                <a:cubicBezTo>
                  <a:pt x="335" y="19108"/>
                  <a:pt x="1" y="21874"/>
                  <a:pt x="639" y="24549"/>
                </a:cubicBezTo>
                <a:cubicBezTo>
                  <a:pt x="1437" y="27790"/>
                  <a:pt x="3830" y="31257"/>
                  <a:pt x="10420" y="31257"/>
                </a:cubicBezTo>
                <a:cubicBezTo>
                  <a:pt x="11863" y="31257"/>
                  <a:pt x="13508" y="31091"/>
                  <a:pt x="15381" y="30719"/>
                </a:cubicBezTo>
                <a:cubicBezTo>
                  <a:pt x="15381" y="30719"/>
                  <a:pt x="31764" y="28136"/>
                  <a:pt x="39819" y="23941"/>
                </a:cubicBezTo>
                <a:cubicBezTo>
                  <a:pt x="42494" y="22512"/>
                  <a:pt x="44135" y="19716"/>
                  <a:pt x="44014" y="16707"/>
                </a:cubicBezTo>
                <a:cubicBezTo>
                  <a:pt x="42281" y="10445"/>
                  <a:pt x="39910" y="5187"/>
                  <a:pt x="36779" y="1235"/>
                </a:cubicBezTo>
                <a:cubicBezTo>
                  <a:pt x="33894" y="426"/>
                  <a:pt x="30901" y="1"/>
                  <a:pt x="279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87;p64">
            <a:extLst>
              <a:ext uri="{FF2B5EF4-FFF2-40B4-BE49-F238E27FC236}">
                <a16:creationId xmlns:a16="http://schemas.microsoft.com/office/drawing/2014/main" id="{D4A4C4ED-728B-0EE5-86CE-2ACAECD42CDE}"/>
              </a:ext>
            </a:extLst>
          </p:cNvPr>
          <p:cNvSpPr/>
          <p:nvPr/>
        </p:nvSpPr>
        <p:spPr>
          <a:xfrm>
            <a:off x="1912009" y="2355759"/>
            <a:ext cx="129979" cy="66251"/>
          </a:xfrm>
          <a:custGeom>
            <a:avLst/>
            <a:gdLst/>
            <a:ahLst/>
            <a:cxnLst/>
            <a:rect l="l" t="t" r="r" b="b"/>
            <a:pathLst>
              <a:path w="7934" h="4044" extrusionOk="0">
                <a:moveTo>
                  <a:pt x="7721" y="2280"/>
                </a:moveTo>
                <a:cubicBezTo>
                  <a:pt x="7721" y="2280"/>
                  <a:pt x="5472" y="1"/>
                  <a:pt x="1581" y="1490"/>
                </a:cubicBezTo>
                <a:cubicBezTo>
                  <a:pt x="1125" y="1672"/>
                  <a:pt x="639" y="1976"/>
                  <a:pt x="335" y="2402"/>
                </a:cubicBezTo>
                <a:cubicBezTo>
                  <a:pt x="31" y="2767"/>
                  <a:pt x="1" y="3435"/>
                  <a:pt x="396" y="3739"/>
                </a:cubicBezTo>
                <a:cubicBezTo>
                  <a:pt x="852" y="4043"/>
                  <a:pt x="1399" y="3830"/>
                  <a:pt x="1824" y="3618"/>
                </a:cubicBezTo>
                <a:cubicBezTo>
                  <a:pt x="2372" y="3314"/>
                  <a:pt x="2919" y="3010"/>
                  <a:pt x="3527" y="2827"/>
                </a:cubicBezTo>
                <a:cubicBezTo>
                  <a:pt x="4864" y="2402"/>
                  <a:pt x="6262" y="2311"/>
                  <a:pt x="7630" y="2615"/>
                </a:cubicBezTo>
                <a:cubicBezTo>
                  <a:pt x="7812" y="2675"/>
                  <a:pt x="7934" y="2311"/>
                  <a:pt x="7721" y="228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88;p64">
            <a:extLst>
              <a:ext uri="{FF2B5EF4-FFF2-40B4-BE49-F238E27FC236}">
                <a16:creationId xmlns:a16="http://schemas.microsoft.com/office/drawing/2014/main" id="{2C0A20AC-6B1A-CD4A-28AA-7B0D9B80AD83}"/>
              </a:ext>
            </a:extLst>
          </p:cNvPr>
          <p:cNvSpPr/>
          <p:nvPr/>
        </p:nvSpPr>
        <p:spPr>
          <a:xfrm>
            <a:off x="2271513" y="2265137"/>
            <a:ext cx="59272" cy="66251"/>
          </a:xfrm>
          <a:custGeom>
            <a:avLst/>
            <a:gdLst/>
            <a:ahLst/>
            <a:cxnLst/>
            <a:rect l="l" t="t" r="r" b="b"/>
            <a:pathLst>
              <a:path w="3618" h="4044" extrusionOk="0">
                <a:moveTo>
                  <a:pt x="2493" y="153"/>
                </a:moveTo>
                <a:cubicBezTo>
                  <a:pt x="1733" y="1"/>
                  <a:pt x="1003" y="365"/>
                  <a:pt x="578" y="973"/>
                </a:cubicBezTo>
                <a:cubicBezTo>
                  <a:pt x="0" y="1764"/>
                  <a:pt x="244" y="4043"/>
                  <a:pt x="244" y="4043"/>
                </a:cubicBezTo>
                <a:cubicBezTo>
                  <a:pt x="244" y="4013"/>
                  <a:pt x="274" y="3982"/>
                  <a:pt x="274" y="3922"/>
                </a:cubicBezTo>
                <a:cubicBezTo>
                  <a:pt x="304" y="3891"/>
                  <a:pt x="335" y="3861"/>
                  <a:pt x="335" y="3770"/>
                </a:cubicBezTo>
                <a:lnTo>
                  <a:pt x="335" y="3739"/>
                </a:lnTo>
                <a:cubicBezTo>
                  <a:pt x="517" y="3526"/>
                  <a:pt x="700" y="3283"/>
                  <a:pt x="912" y="3101"/>
                </a:cubicBezTo>
                <a:cubicBezTo>
                  <a:pt x="1216" y="2888"/>
                  <a:pt x="1551" y="2767"/>
                  <a:pt x="1946" y="2675"/>
                </a:cubicBezTo>
                <a:cubicBezTo>
                  <a:pt x="2584" y="2523"/>
                  <a:pt x="3344" y="2371"/>
                  <a:pt x="3496" y="1612"/>
                </a:cubicBezTo>
                <a:cubicBezTo>
                  <a:pt x="3618" y="973"/>
                  <a:pt x="3131" y="274"/>
                  <a:pt x="2493" y="15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89;p64">
            <a:extLst>
              <a:ext uri="{FF2B5EF4-FFF2-40B4-BE49-F238E27FC236}">
                <a16:creationId xmlns:a16="http://schemas.microsoft.com/office/drawing/2014/main" id="{CF148172-4A1A-1649-0475-9AAE3A0A7879}"/>
              </a:ext>
            </a:extLst>
          </p:cNvPr>
          <p:cNvSpPr/>
          <p:nvPr/>
        </p:nvSpPr>
        <p:spPr>
          <a:xfrm>
            <a:off x="1867698" y="2994599"/>
            <a:ext cx="257959" cy="231567"/>
          </a:xfrm>
          <a:custGeom>
            <a:avLst/>
            <a:gdLst/>
            <a:ahLst/>
            <a:cxnLst/>
            <a:rect l="l" t="t" r="r" b="b"/>
            <a:pathLst>
              <a:path w="15746" h="14135" extrusionOk="0">
                <a:moveTo>
                  <a:pt x="7873" y="0"/>
                </a:moveTo>
                <a:cubicBezTo>
                  <a:pt x="3526" y="0"/>
                  <a:pt x="1" y="3161"/>
                  <a:pt x="1" y="7052"/>
                </a:cubicBezTo>
                <a:cubicBezTo>
                  <a:pt x="1" y="10943"/>
                  <a:pt x="3526" y="14134"/>
                  <a:pt x="7873" y="14134"/>
                </a:cubicBezTo>
                <a:cubicBezTo>
                  <a:pt x="12220" y="14134"/>
                  <a:pt x="15745" y="10943"/>
                  <a:pt x="15745" y="7052"/>
                </a:cubicBezTo>
                <a:cubicBezTo>
                  <a:pt x="15745" y="3161"/>
                  <a:pt x="12220" y="0"/>
                  <a:pt x="7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90;p64">
            <a:extLst>
              <a:ext uri="{FF2B5EF4-FFF2-40B4-BE49-F238E27FC236}">
                <a16:creationId xmlns:a16="http://schemas.microsoft.com/office/drawing/2014/main" id="{703975F6-003E-5907-C1F4-3AE7C5D6436D}"/>
              </a:ext>
            </a:extLst>
          </p:cNvPr>
          <p:cNvSpPr/>
          <p:nvPr/>
        </p:nvSpPr>
        <p:spPr>
          <a:xfrm>
            <a:off x="1900067" y="3023480"/>
            <a:ext cx="193215" cy="173294"/>
          </a:xfrm>
          <a:custGeom>
            <a:avLst/>
            <a:gdLst/>
            <a:ahLst/>
            <a:cxnLst/>
            <a:rect l="l" t="t" r="r" b="b"/>
            <a:pathLst>
              <a:path w="11794" h="10578" extrusionOk="0">
                <a:moveTo>
                  <a:pt x="11794" y="5289"/>
                </a:moveTo>
                <a:cubicBezTo>
                  <a:pt x="11794" y="8207"/>
                  <a:pt x="9149" y="10578"/>
                  <a:pt x="5897" y="10578"/>
                </a:cubicBezTo>
                <a:cubicBezTo>
                  <a:pt x="2645" y="10578"/>
                  <a:pt x="0" y="8207"/>
                  <a:pt x="0" y="5289"/>
                </a:cubicBezTo>
                <a:cubicBezTo>
                  <a:pt x="0" y="2371"/>
                  <a:pt x="2645" y="0"/>
                  <a:pt x="5897" y="0"/>
                </a:cubicBezTo>
                <a:cubicBezTo>
                  <a:pt x="9149" y="0"/>
                  <a:pt x="11794" y="2371"/>
                  <a:pt x="11794" y="528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91;p64">
            <a:extLst>
              <a:ext uri="{FF2B5EF4-FFF2-40B4-BE49-F238E27FC236}">
                <a16:creationId xmlns:a16="http://schemas.microsoft.com/office/drawing/2014/main" id="{5538B974-7054-D06A-FCA2-3822F2C996D0}"/>
              </a:ext>
            </a:extLst>
          </p:cNvPr>
          <p:cNvSpPr/>
          <p:nvPr/>
        </p:nvSpPr>
        <p:spPr>
          <a:xfrm>
            <a:off x="2597157" y="2332481"/>
            <a:ext cx="372489" cy="423651"/>
          </a:xfrm>
          <a:custGeom>
            <a:avLst/>
            <a:gdLst/>
            <a:ahLst/>
            <a:cxnLst/>
            <a:rect l="l" t="t" r="r" b="b"/>
            <a:pathLst>
              <a:path w="22737" h="25860" extrusionOk="0">
                <a:moveTo>
                  <a:pt x="11095" y="631"/>
                </a:moveTo>
                <a:lnTo>
                  <a:pt x="11095" y="8899"/>
                </a:lnTo>
                <a:lnTo>
                  <a:pt x="1034" y="4309"/>
                </a:lnTo>
                <a:lnTo>
                  <a:pt x="11095" y="631"/>
                </a:lnTo>
                <a:close/>
                <a:moveTo>
                  <a:pt x="11611" y="631"/>
                </a:moveTo>
                <a:lnTo>
                  <a:pt x="21703" y="4279"/>
                </a:lnTo>
                <a:lnTo>
                  <a:pt x="11611" y="8899"/>
                </a:lnTo>
                <a:lnTo>
                  <a:pt x="11611" y="631"/>
                </a:lnTo>
                <a:close/>
                <a:moveTo>
                  <a:pt x="22128" y="4704"/>
                </a:moveTo>
                <a:lnTo>
                  <a:pt x="22159" y="19385"/>
                </a:lnTo>
                <a:lnTo>
                  <a:pt x="11642" y="14431"/>
                </a:lnTo>
                <a:lnTo>
                  <a:pt x="11642" y="9507"/>
                </a:lnTo>
                <a:lnTo>
                  <a:pt x="11611" y="9507"/>
                </a:lnTo>
                <a:lnTo>
                  <a:pt x="22128" y="4704"/>
                </a:lnTo>
                <a:close/>
                <a:moveTo>
                  <a:pt x="578" y="4704"/>
                </a:moveTo>
                <a:lnTo>
                  <a:pt x="11064" y="9507"/>
                </a:lnTo>
                <a:lnTo>
                  <a:pt x="11064" y="14431"/>
                </a:lnTo>
                <a:lnTo>
                  <a:pt x="578" y="19416"/>
                </a:lnTo>
                <a:lnTo>
                  <a:pt x="578" y="4704"/>
                </a:lnTo>
                <a:close/>
                <a:moveTo>
                  <a:pt x="11095" y="15039"/>
                </a:moveTo>
                <a:lnTo>
                  <a:pt x="11095" y="25161"/>
                </a:lnTo>
                <a:lnTo>
                  <a:pt x="912" y="19902"/>
                </a:lnTo>
                <a:lnTo>
                  <a:pt x="11095" y="15039"/>
                </a:lnTo>
                <a:close/>
                <a:moveTo>
                  <a:pt x="11611" y="15039"/>
                </a:moveTo>
                <a:lnTo>
                  <a:pt x="21824" y="19841"/>
                </a:lnTo>
                <a:lnTo>
                  <a:pt x="11611" y="25161"/>
                </a:lnTo>
                <a:lnTo>
                  <a:pt x="11611" y="15039"/>
                </a:lnTo>
                <a:close/>
                <a:moveTo>
                  <a:pt x="11338" y="1"/>
                </a:moveTo>
                <a:cubicBezTo>
                  <a:pt x="11307" y="1"/>
                  <a:pt x="11277" y="8"/>
                  <a:pt x="11247" y="23"/>
                </a:cubicBezTo>
                <a:lnTo>
                  <a:pt x="183" y="4036"/>
                </a:lnTo>
                <a:lnTo>
                  <a:pt x="122" y="4036"/>
                </a:lnTo>
                <a:lnTo>
                  <a:pt x="61" y="4096"/>
                </a:lnTo>
                <a:lnTo>
                  <a:pt x="31" y="4127"/>
                </a:lnTo>
                <a:cubicBezTo>
                  <a:pt x="0" y="4157"/>
                  <a:pt x="0" y="4188"/>
                  <a:pt x="0" y="4248"/>
                </a:cubicBezTo>
                <a:lnTo>
                  <a:pt x="0" y="4279"/>
                </a:lnTo>
                <a:lnTo>
                  <a:pt x="0" y="19841"/>
                </a:lnTo>
                <a:cubicBezTo>
                  <a:pt x="0" y="19902"/>
                  <a:pt x="0" y="19933"/>
                  <a:pt x="31" y="19963"/>
                </a:cubicBezTo>
                <a:cubicBezTo>
                  <a:pt x="31" y="19993"/>
                  <a:pt x="61" y="19993"/>
                  <a:pt x="61" y="20054"/>
                </a:cubicBezTo>
                <a:lnTo>
                  <a:pt x="122" y="20084"/>
                </a:lnTo>
                <a:lnTo>
                  <a:pt x="11155" y="25829"/>
                </a:lnTo>
                <a:cubicBezTo>
                  <a:pt x="11216" y="25860"/>
                  <a:pt x="11247" y="25860"/>
                  <a:pt x="11277" y="25860"/>
                </a:cubicBezTo>
                <a:cubicBezTo>
                  <a:pt x="11307" y="25860"/>
                  <a:pt x="11368" y="25860"/>
                  <a:pt x="11399" y="25829"/>
                </a:cubicBezTo>
                <a:lnTo>
                  <a:pt x="22493" y="19993"/>
                </a:lnTo>
                <a:lnTo>
                  <a:pt x="22523" y="19963"/>
                </a:lnTo>
                <a:cubicBezTo>
                  <a:pt x="22554" y="19933"/>
                  <a:pt x="22554" y="19933"/>
                  <a:pt x="22554" y="19902"/>
                </a:cubicBezTo>
                <a:cubicBezTo>
                  <a:pt x="22736" y="19902"/>
                  <a:pt x="22736" y="19841"/>
                  <a:pt x="22736" y="19811"/>
                </a:cubicBezTo>
                <a:lnTo>
                  <a:pt x="22675" y="4279"/>
                </a:lnTo>
                <a:lnTo>
                  <a:pt x="22675" y="4248"/>
                </a:lnTo>
                <a:cubicBezTo>
                  <a:pt x="22675" y="4188"/>
                  <a:pt x="22675" y="4157"/>
                  <a:pt x="22645" y="4127"/>
                </a:cubicBezTo>
                <a:lnTo>
                  <a:pt x="22615" y="4096"/>
                </a:lnTo>
                <a:lnTo>
                  <a:pt x="22554" y="4036"/>
                </a:lnTo>
                <a:lnTo>
                  <a:pt x="22493" y="4036"/>
                </a:lnTo>
                <a:lnTo>
                  <a:pt x="11429" y="23"/>
                </a:lnTo>
                <a:cubicBezTo>
                  <a:pt x="11399" y="8"/>
                  <a:pt x="11368" y="1"/>
                  <a:pt x="113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9">
          <a:extLst>
            <a:ext uri="{FF2B5EF4-FFF2-40B4-BE49-F238E27FC236}">
              <a16:creationId xmlns:a16="http://schemas.microsoft.com/office/drawing/2014/main" id="{852001CB-214C-646C-440F-D7C25B5A4D8A}"/>
            </a:ext>
          </a:extLst>
        </p:cNvPr>
        <p:cNvGrpSpPr/>
        <p:nvPr/>
      </p:nvGrpSpPr>
      <p:grpSpPr>
        <a:xfrm>
          <a:off x="0" y="0"/>
          <a:ext cx="0" cy="0"/>
          <a:chOff x="0" y="0"/>
          <a:chExt cx="0" cy="0"/>
        </a:xfrm>
      </p:grpSpPr>
      <p:sp>
        <p:nvSpPr>
          <p:cNvPr id="660" name="Google Shape;660;p42">
            <a:extLst>
              <a:ext uri="{FF2B5EF4-FFF2-40B4-BE49-F238E27FC236}">
                <a16:creationId xmlns:a16="http://schemas.microsoft.com/office/drawing/2014/main" id="{B71A5095-76DC-E2D6-C1C1-838503E9B8E9}"/>
              </a:ext>
            </a:extLst>
          </p:cNvPr>
          <p:cNvSpPr/>
          <p:nvPr/>
        </p:nvSpPr>
        <p:spPr>
          <a:xfrm>
            <a:off x="886950" y="3669363"/>
            <a:ext cx="716400" cy="716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61" name="Google Shape;661;p42">
            <a:extLst>
              <a:ext uri="{FF2B5EF4-FFF2-40B4-BE49-F238E27FC236}">
                <a16:creationId xmlns:a16="http://schemas.microsoft.com/office/drawing/2014/main" id="{72B4146E-E24F-6844-0338-8F4F59B80A0F}"/>
              </a:ext>
            </a:extLst>
          </p:cNvPr>
          <p:cNvSpPr/>
          <p:nvPr/>
        </p:nvSpPr>
        <p:spPr>
          <a:xfrm>
            <a:off x="4122950" y="1756738"/>
            <a:ext cx="716400" cy="716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62" name="Google Shape;662;p42">
            <a:extLst>
              <a:ext uri="{FF2B5EF4-FFF2-40B4-BE49-F238E27FC236}">
                <a16:creationId xmlns:a16="http://schemas.microsoft.com/office/drawing/2014/main" id="{2DD60625-982E-B8AC-11E9-0E4D09EFF676}"/>
              </a:ext>
            </a:extLst>
          </p:cNvPr>
          <p:cNvSpPr/>
          <p:nvPr/>
        </p:nvSpPr>
        <p:spPr>
          <a:xfrm>
            <a:off x="886950" y="1756738"/>
            <a:ext cx="716400" cy="716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63" name="Google Shape;663;p42">
            <a:extLst>
              <a:ext uri="{FF2B5EF4-FFF2-40B4-BE49-F238E27FC236}">
                <a16:creationId xmlns:a16="http://schemas.microsoft.com/office/drawing/2014/main" id="{661C8FEC-DA54-C126-622B-036913B3ECC8}"/>
              </a:ext>
            </a:extLst>
          </p:cNvPr>
          <p:cNvSpPr/>
          <p:nvPr/>
        </p:nvSpPr>
        <p:spPr>
          <a:xfrm>
            <a:off x="4122950" y="3675538"/>
            <a:ext cx="716400" cy="7164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64" name="Google Shape;664;p42">
            <a:extLst>
              <a:ext uri="{FF2B5EF4-FFF2-40B4-BE49-F238E27FC236}">
                <a16:creationId xmlns:a16="http://schemas.microsoft.com/office/drawing/2014/main" id="{35BDE25B-8948-CC67-1A08-51D45506D0B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Tools and Memory Module</a:t>
            </a:r>
            <a:endParaRPr dirty="0"/>
          </a:p>
        </p:txBody>
      </p:sp>
      <p:sp>
        <p:nvSpPr>
          <p:cNvPr id="665" name="Google Shape;665;p42">
            <a:extLst>
              <a:ext uri="{FF2B5EF4-FFF2-40B4-BE49-F238E27FC236}">
                <a16:creationId xmlns:a16="http://schemas.microsoft.com/office/drawing/2014/main" id="{71857F6E-B04E-40C5-DCC0-F70989540373}"/>
              </a:ext>
            </a:extLst>
          </p:cNvPr>
          <p:cNvSpPr txBox="1">
            <a:spLocks noGrp="1"/>
          </p:cNvSpPr>
          <p:nvPr>
            <p:ph type="subTitle" idx="1"/>
          </p:nvPr>
        </p:nvSpPr>
        <p:spPr>
          <a:xfrm>
            <a:off x="1967648" y="1770544"/>
            <a:ext cx="1978200" cy="665400"/>
          </a:xfrm>
          <a:prstGeom prst="rect">
            <a:avLst/>
          </a:prstGeom>
        </p:spPr>
        <p:txBody>
          <a:bodyPr spcFirstLastPara="1" wrap="square" lIns="91425" tIns="91425" rIns="91425" bIns="91425" anchor="t" anchorCtr="0">
            <a:noAutofit/>
          </a:bodyPr>
          <a:lstStyle/>
          <a:p>
            <a:pPr marL="0" lvl="0" indent="0"/>
            <a:r>
              <a:rPr lang="en-US" b="1" dirty="0"/>
              <a:t>File editor, validator, and search tools </a:t>
            </a:r>
            <a:r>
              <a:rPr lang="en-US" dirty="0"/>
              <a:t>available as command-based interactions via the Agent-Computer-Interface (</a:t>
            </a:r>
            <a:r>
              <a:rPr lang="en-US" b="1" dirty="0"/>
              <a:t>ACI</a:t>
            </a:r>
            <a:r>
              <a:rPr lang="en-US" dirty="0"/>
              <a:t>)</a:t>
            </a:r>
          </a:p>
        </p:txBody>
      </p:sp>
      <p:sp>
        <p:nvSpPr>
          <p:cNvPr id="666" name="Google Shape;666;p42">
            <a:extLst>
              <a:ext uri="{FF2B5EF4-FFF2-40B4-BE49-F238E27FC236}">
                <a16:creationId xmlns:a16="http://schemas.microsoft.com/office/drawing/2014/main" id="{CE09F6DD-1112-A54D-40D8-A741B50C53F0}"/>
              </a:ext>
            </a:extLst>
          </p:cNvPr>
          <p:cNvSpPr txBox="1">
            <a:spLocks noGrp="1"/>
          </p:cNvSpPr>
          <p:nvPr>
            <p:ph type="subTitle" idx="2"/>
          </p:nvPr>
        </p:nvSpPr>
        <p:spPr>
          <a:xfrm>
            <a:off x="5198150" y="1756738"/>
            <a:ext cx="1978200" cy="665400"/>
          </a:xfrm>
          <a:prstGeom prst="rect">
            <a:avLst/>
          </a:prstGeom>
        </p:spPr>
        <p:txBody>
          <a:bodyPr spcFirstLastPara="1" wrap="square" lIns="91425" tIns="91425" rIns="91425" bIns="91425" anchor="t" anchorCtr="0">
            <a:noAutofit/>
          </a:bodyPr>
          <a:lstStyle/>
          <a:p>
            <a:pPr marL="0" lvl="0" indent="0"/>
            <a:r>
              <a:rPr lang="en-US" b="1" dirty="0"/>
              <a:t>Memory module </a:t>
            </a:r>
            <a:r>
              <a:rPr lang="en-US" dirty="0"/>
              <a:t>saves and retrieves configurations using </a:t>
            </a:r>
            <a:r>
              <a:rPr lang="en-US" b="1" dirty="0"/>
              <a:t>JSON-based semantic embeddings</a:t>
            </a:r>
            <a:endParaRPr b="1" dirty="0"/>
          </a:p>
        </p:txBody>
      </p:sp>
      <p:sp>
        <p:nvSpPr>
          <p:cNvPr id="667" name="Google Shape;667;p42">
            <a:extLst>
              <a:ext uri="{FF2B5EF4-FFF2-40B4-BE49-F238E27FC236}">
                <a16:creationId xmlns:a16="http://schemas.microsoft.com/office/drawing/2014/main" id="{4B7BC3C5-0AFE-DE44-FA98-602D94A73081}"/>
              </a:ext>
            </a:extLst>
          </p:cNvPr>
          <p:cNvSpPr txBox="1">
            <a:spLocks noGrp="1"/>
          </p:cNvSpPr>
          <p:nvPr>
            <p:ph type="subTitle" idx="3"/>
          </p:nvPr>
        </p:nvSpPr>
        <p:spPr>
          <a:xfrm>
            <a:off x="1967648" y="3680345"/>
            <a:ext cx="1978200" cy="665400"/>
          </a:xfrm>
          <a:prstGeom prst="rect">
            <a:avLst/>
          </a:prstGeom>
        </p:spPr>
        <p:txBody>
          <a:bodyPr spcFirstLastPara="1" wrap="square" lIns="91425" tIns="91425" rIns="91425" bIns="91425" anchor="t" anchorCtr="0">
            <a:noAutofit/>
          </a:bodyPr>
          <a:lstStyle/>
          <a:p>
            <a:pPr marL="0" lvl="0" indent="0"/>
            <a:r>
              <a:rPr lang="en-US" b="1" dirty="0"/>
              <a:t>Literature retrieval </a:t>
            </a:r>
            <a:r>
              <a:rPr lang="en-US" dirty="0"/>
              <a:t>through Semantic Scholar API plus optional PDF parsing support</a:t>
            </a:r>
            <a:endParaRPr dirty="0"/>
          </a:p>
        </p:txBody>
      </p:sp>
      <p:sp>
        <p:nvSpPr>
          <p:cNvPr id="668" name="Google Shape;668;p42">
            <a:extLst>
              <a:ext uri="{FF2B5EF4-FFF2-40B4-BE49-F238E27FC236}">
                <a16:creationId xmlns:a16="http://schemas.microsoft.com/office/drawing/2014/main" id="{55E67104-94EA-BE33-C8A5-1FB9D63A1F38}"/>
              </a:ext>
            </a:extLst>
          </p:cNvPr>
          <p:cNvSpPr txBox="1">
            <a:spLocks noGrp="1"/>
          </p:cNvSpPr>
          <p:nvPr>
            <p:ph type="subTitle" idx="4"/>
          </p:nvPr>
        </p:nvSpPr>
        <p:spPr>
          <a:xfrm>
            <a:off x="5198150" y="3657050"/>
            <a:ext cx="2405808" cy="665400"/>
          </a:xfrm>
          <a:prstGeom prst="rect">
            <a:avLst/>
          </a:prstGeom>
        </p:spPr>
        <p:txBody>
          <a:bodyPr spcFirstLastPara="1" wrap="square" lIns="91425" tIns="91425" rIns="91425" bIns="91425" anchor="t" anchorCtr="0">
            <a:noAutofit/>
          </a:bodyPr>
          <a:lstStyle/>
          <a:p>
            <a:pPr marL="0" lvl="0" indent="0"/>
            <a:r>
              <a:rPr lang="en-US" dirty="0"/>
              <a:t>Supports long-horizon tasks beyond normal context length by enabling persistent memory</a:t>
            </a:r>
            <a:endParaRPr dirty="0"/>
          </a:p>
        </p:txBody>
      </p:sp>
      <p:grpSp>
        <p:nvGrpSpPr>
          <p:cNvPr id="673" name="Google Shape;673;p42">
            <a:extLst>
              <a:ext uri="{FF2B5EF4-FFF2-40B4-BE49-F238E27FC236}">
                <a16:creationId xmlns:a16="http://schemas.microsoft.com/office/drawing/2014/main" id="{CC335756-973A-1715-B05F-E77642826DDE}"/>
              </a:ext>
            </a:extLst>
          </p:cNvPr>
          <p:cNvGrpSpPr/>
          <p:nvPr/>
        </p:nvGrpSpPr>
        <p:grpSpPr>
          <a:xfrm>
            <a:off x="1010107" y="1864779"/>
            <a:ext cx="470086" cy="500326"/>
            <a:chOff x="4663732" y="1480816"/>
            <a:chExt cx="470086" cy="500326"/>
          </a:xfrm>
        </p:grpSpPr>
        <p:sp>
          <p:nvSpPr>
            <p:cNvPr id="674" name="Google Shape;674;p42">
              <a:extLst>
                <a:ext uri="{FF2B5EF4-FFF2-40B4-BE49-F238E27FC236}">
                  <a16:creationId xmlns:a16="http://schemas.microsoft.com/office/drawing/2014/main" id="{9E14D395-BC52-B5EF-3C4B-2A4DEBB57F1A}"/>
                </a:ext>
              </a:extLst>
            </p:cNvPr>
            <p:cNvSpPr/>
            <p:nvPr/>
          </p:nvSpPr>
          <p:spPr>
            <a:xfrm>
              <a:off x="5045882" y="1539550"/>
              <a:ext cx="87855" cy="59634"/>
            </a:xfrm>
            <a:custGeom>
              <a:avLst/>
              <a:gdLst/>
              <a:ahLst/>
              <a:cxnLst/>
              <a:rect l="l" t="t" r="r" b="b"/>
              <a:pathLst>
                <a:path w="3219" h="2185" extrusionOk="0">
                  <a:moveTo>
                    <a:pt x="0" y="1"/>
                  </a:moveTo>
                  <a:lnTo>
                    <a:pt x="0" y="2185"/>
                  </a:lnTo>
                  <a:lnTo>
                    <a:pt x="3215" y="2185"/>
                  </a:lnTo>
                  <a:lnTo>
                    <a:pt x="32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2">
              <a:extLst>
                <a:ext uri="{FF2B5EF4-FFF2-40B4-BE49-F238E27FC236}">
                  <a16:creationId xmlns:a16="http://schemas.microsoft.com/office/drawing/2014/main" id="{AFFCADDE-C4D8-6572-85DB-1EFDFFB93882}"/>
                </a:ext>
              </a:extLst>
            </p:cNvPr>
            <p:cNvSpPr/>
            <p:nvPr/>
          </p:nvSpPr>
          <p:spPr>
            <a:xfrm>
              <a:off x="5050685" y="1833681"/>
              <a:ext cx="79012" cy="120606"/>
            </a:xfrm>
            <a:custGeom>
              <a:avLst/>
              <a:gdLst/>
              <a:ahLst/>
              <a:cxnLst/>
              <a:rect l="l" t="t" r="r" b="b"/>
              <a:pathLst>
                <a:path w="2895" h="4419" extrusionOk="0">
                  <a:moveTo>
                    <a:pt x="1" y="0"/>
                  </a:moveTo>
                  <a:lnTo>
                    <a:pt x="1433" y="4418"/>
                  </a:lnTo>
                  <a:lnTo>
                    <a:pt x="289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2">
              <a:extLst>
                <a:ext uri="{FF2B5EF4-FFF2-40B4-BE49-F238E27FC236}">
                  <a16:creationId xmlns:a16="http://schemas.microsoft.com/office/drawing/2014/main" id="{690E903E-C36E-EBC9-0A22-8872C07BF0A8}"/>
                </a:ext>
              </a:extLst>
            </p:cNvPr>
            <p:cNvSpPr/>
            <p:nvPr/>
          </p:nvSpPr>
          <p:spPr>
            <a:xfrm>
              <a:off x="4899185" y="1862856"/>
              <a:ext cx="29421" cy="29394"/>
            </a:xfrm>
            <a:custGeom>
              <a:avLst/>
              <a:gdLst/>
              <a:ahLst/>
              <a:cxnLst/>
              <a:rect l="l" t="t" r="r" b="b"/>
              <a:pathLst>
                <a:path w="1078" h="1077" extrusionOk="0">
                  <a:moveTo>
                    <a:pt x="541" y="0"/>
                  </a:moveTo>
                  <a:cubicBezTo>
                    <a:pt x="244" y="0"/>
                    <a:pt x="1" y="244"/>
                    <a:pt x="1" y="540"/>
                  </a:cubicBezTo>
                  <a:cubicBezTo>
                    <a:pt x="1" y="837"/>
                    <a:pt x="244" y="1077"/>
                    <a:pt x="541" y="1077"/>
                  </a:cubicBezTo>
                  <a:cubicBezTo>
                    <a:pt x="834" y="1077"/>
                    <a:pt x="1077" y="837"/>
                    <a:pt x="1077" y="540"/>
                  </a:cubicBezTo>
                  <a:cubicBezTo>
                    <a:pt x="1077" y="244"/>
                    <a:pt x="834" y="0"/>
                    <a:pt x="5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2">
              <a:extLst>
                <a:ext uri="{FF2B5EF4-FFF2-40B4-BE49-F238E27FC236}">
                  <a16:creationId xmlns:a16="http://schemas.microsoft.com/office/drawing/2014/main" id="{CDC4C079-CB37-B6B9-1F16-EAC0F16DDBA8}"/>
                </a:ext>
              </a:extLst>
            </p:cNvPr>
            <p:cNvSpPr/>
            <p:nvPr/>
          </p:nvSpPr>
          <p:spPr>
            <a:xfrm>
              <a:off x="4663732" y="1480816"/>
              <a:ext cx="352892" cy="500326"/>
            </a:xfrm>
            <a:custGeom>
              <a:avLst/>
              <a:gdLst/>
              <a:ahLst/>
              <a:cxnLst/>
              <a:rect l="l" t="t" r="r" b="b"/>
              <a:pathLst>
                <a:path w="12930" h="18332" extrusionOk="0">
                  <a:moveTo>
                    <a:pt x="9387" y="6038"/>
                  </a:moveTo>
                  <a:lnTo>
                    <a:pt x="10145" y="6796"/>
                  </a:lnTo>
                  <a:lnTo>
                    <a:pt x="9387" y="7555"/>
                  </a:lnTo>
                  <a:lnTo>
                    <a:pt x="10145" y="8314"/>
                  </a:lnTo>
                  <a:lnTo>
                    <a:pt x="9387" y="9072"/>
                  </a:lnTo>
                  <a:lnTo>
                    <a:pt x="8628" y="8314"/>
                  </a:lnTo>
                  <a:lnTo>
                    <a:pt x="7869" y="9072"/>
                  </a:lnTo>
                  <a:lnTo>
                    <a:pt x="7111" y="8314"/>
                  </a:lnTo>
                  <a:lnTo>
                    <a:pt x="7869" y="7555"/>
                  </a:lnTo>
                  <a:lnTo>
                    <a:pt x="7111" y="6796"/>
                  </a:lnTo>
                  <a:lnTo>
                    <a:pt x="7869" y="6038"/>
                  </a:lnTo>
                  <a:lnTo>
                    <a:pt x="8628" y="6796"/>
                  </a:lnTo>
                  <a:lnTo>
                    <a:pt x="9387" y="6038"/>
                  </a:lnTo>
                  <a:close/>
                  <a:moveTo>
                    <a:pt x="5092" y="12488"/>
                  </a:moveTo>
                  <a:lnTo>
                    <a:pt x="5851" y="13247"/>
                  </a:lnTo>
                  <a:lnTo>
                    <a:pt x="5092" y="14006"/>
                  </a:lnTo>
                  <a:lnTo>
                    <a:pt x="5851" y="14764"/>
                  </a:lnTo>
                  <a:lnTo>
                    <a:pt x="5092" y="15523"/>
                  </a:lnTo>
                  <a:lnTo>
                    <a:pt x="4333" y="14764"/>
                  </a:lnTo>
                  <a:lnTo>
                    <a:pt x="3575" y="15523"/>
                  </a:lnTo>
                  <a:lnTo>
                    <a:pt x="2816" y="14764"/>
                  </a:lnTo>
                  <a:lnTo>
                    <a:pt x="3575" y="14006"/>
                  </a:lnTo>
                  <a:lnTo>
                    <a:pt x="2816" y="13247"/>
                  </a:lnTo>
                  <a:lnTo>
                    <a:pt x="3575" y="12488"/>
                  </a:lnTo>
                  <a:lnTo>
                    <a:pt x="4333" y="13247"/>
                  </a:lnTo>
                  <a:lnTo>
                    <a:pt x="5092" y="12488"/>
                  </a:lnTo>
                  <a:close/>
                  <a:moveTo>
                    <a:pt x="3797" y="2904"/>
                  </a:moveTo>
                  <a:lnTo>
                    <a:pt x="5840" y="5628"/>
                  </a:lnTo>
                  <a:lnTo>
                    <a:pt x="4979" y="6271"/>
                  </a:lnTo>
                  <a:lnTo>
                    <a:pt x="4337" y="5410"/>
                  </a:lnTo>
                  <a:lnTo>
                    <a:pt x="4337" y="8808"/>
                  </a:lnTo>
                  <a:lnTo>
                    <a:pt x="9708" y="10957"/>
                  </a:lnTo>
                  <a:lnTo>
                    <a:pt x="9708" y="13028"/>
                  </a:lnTo>
                  <a:cubicBezTo>
                    <a:pt x="10332" y="13250"/>
                    <a:pt x="10784" y="13840"/>
                    <a:pt x="10784" y="14542"/>
                  </a:cubicBezTo>
                  <a:cubicBezTo>
                    <a:pt x="10777" y="15428"/>
                    <a:pt x="10054" y="16151"/>
                    <a:pt x="9168" y="16151"/>
                  </a:cubicBezTo>
                  <a:cubicBezTo>
                    <a:pt x="8279" y="16151"/>
                    <a:pt x="7555" y="15428"/>
                    <a:pt x="7555" y="14542"/>
                  </a:cubicBezTo>
                  <a:cubicBezTo>
                    <a:pt x="7555" y="13840"/>
                    <a:pt x="8007" y="13254"/>
                    <a:pt x="8631" y="13028"/>
                  </a:cubicBezTo>
                  <a:lnTo>
                    <a:pt x="8631" y="11684"/>
                  </a:lnTo>
                  <a:lnTo>
                    <a:pt x="3261" y="9535"/>
                  </a:lnTo>
                  <a:lnTo>
                    <a:pt x="3261" y="5410"/>
                  </a:lnTo>
                  <a:lnTo>
                    <a:pt x="2615" y="6271"/>
                  </a:lnTo>
                  <a:lnTo>
                    <a:pt x="1757" y="5628"/>
                  </a:lnTo>
                  <a:lnTo>
                    <a:pt x="3797" y="2904"/>
                  </a:lnTo>
                  <a:close/>
                  <a:moveTo>
                    <a:pt x="0" y="0"/>
                  </a:moveTo>
                  <a:lnTo>
                    <a:pt x="0" y="18332"/>
                  </a:lnTo>
                  <a:lnTo>
                    <a:pt x="12929" y="18332"/>
                  </a:lnTo>
                  <a:lnTo>
                    <a:pt x="12929" y="4337"/>
                  </a:lnTo>
                  <a:lnTo>
                    <a:pt x="8628" y="4337"/>
                  </a:lnTo>
                  <a:lnTo>
                    <a:pt x="862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2">
              <a:extLst>
                <a:ext uri="{FF2B5EF4-FFF2-40B4-BE49-F238E27FC236}">
                  <a16:creationId xmlns:a16="http://schemas.microsoft.com/office/drawing/2014/main" id="{A29BDC20-80B3-1E96-6625-BB3195BCB6CA}"/>
                </a:ext>
              </a:extLst>
            </p:cNvPr>
            <p:cNvSpPr/>
            <p:nvPr/>
          </p:nvSpPr>
          <p:spPr>
            <a:xfrm>
              <a:off x="4928579" y="1489468"/>
              <a:ext cx="79367" cy="80349"/>
            </a:xfrm>
            <a:custGeom>
              <a:avLst/>
              <a:gdLst/>
              <a:ahLst/>
              <a:cxnLst/>
              <a:rect l="l" t="t" r="r" b="b"/>
              <a:pathLst>
                <a:path w="2908" h="2944" extrusionOk="0">
                  <a:moveTo>
                    <a:pt x="0" y="1"/>
                  </a:moveTo>
                  <a:lnTo>
                    <a:pt x="0" y="2944"/>
                  </a:lnTo>
                  <a:lnTo>
                    <a:pt x="2908" y="2944"/>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2">
              <a:extLst>
                <a:ext uri="{FF2B5EF4-FFF2-40B4-BE49-F238E27FC236}">
                  <a16:creationId xmlns:a16="http://schemas.microsoft.com/office/drawing/2014/main" id="{A7F30E93-F33C-D97F-FB86-06FC05309E29}"/>
                </a:ext>
              </a:extLst>
            </p:cNvPr>
            <p:cNvSpPr/>
            <p:nvPr/>
          </p:nvSpPr>
          <p:spPr>
            <a:xfrm>
              <a:off x="5045882" y="1628359"/>
              <a:ext cx="87936" cy="175982"/>
            </a:xfrm>
            <a:custGeom>
              <a:avLst/>
              <a:gdLst/>
              <a:ahLst/>
              <a:cxnLst/>
              <a:rect l="l" t="t" r="r" b="b"/>
              <a:pathLst>
                <a:path w="3222" h="6448" extrusionOk="0">
                  <a:moveTo>
                    <a:pt x="0" y="0"/>
                  </a:moveTo>
                  <a:lnTo>
                    <a:pt x="0" y="6447"/>
                  </a:lnTo>
                  <a:lnTo>
                    <a:pt x="3222" y="6447"/>
                  </a:lnTo>
                  <a:lnTo>
                    <a:pt x="32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0" name="Google Shape;680;p42">
            <a:extLst>
              <a:ext uri="{FF2B5EF4-FFF2-40B4-BE49-F238E27FC236}">
                <a16:creationId xmlns:a16="http://schemas.microsoft.com/office/drawing/2014/main" id="{AEE3C548-4428-9ED0-8326-172042DDD2DF}"/>
              </a:ext>
            </a:extLst>
          </p:cNvPr>
          <p:cNvGrpSpPr/>
          <p:nvPr/>
        </p:nvGrpSpPr>
        <p:grpSpPr>
          <a:xfrm>
            <a:off x="4230931" y="1867817"/>
            <a:ext cx="500435" cy="500435"/>
            <a:chOff x="1512431" y="2099592"/>
            <a:chExt cx="500435" cy="500435"/>
          </a:xfrm>
        </p:grpSpPr>
        <p:sp>
          <p:nvSpPr>
            <p:cNvPr id="681" name="Google Shape;681;p42">
              <a:extLst>
                <a:ext uri="{FF2B5EF4-FFF2-40B4-BE49-F238E27FC236}">
                  <a16:creationId xmlns:a16="http://schemas.microsoft.com/office/drawing/2014/main" id="{38263DD9-DD2C-984E-E5F0-F45B8512252B}"/>
                </a:ext>
              </a:extLst>
            </p:cNvPr>
            <p:cNvSpPr/>
            <p:nvPr/>
          </p:nvSpPr>
          <p:spPr>
            <a:xfrm>
              <a:off x="1512431" y="2158134"/>
              <a:ext cx="441784" cy="261107"/>
            </a:xfrm>
            <a:custGeom>
              <a:avLst/>
              <a:gdLst/>
              <a:ahLst/>
              <a:cxnLst/>
              <a:rect l="l" t="t" r="r" b="b"/>
              <a:pathLst>
                <a:path w="16187" h="9567" extrusionOk="0">
                  <a:moveTo>
                    <a:pt x="0" y="1"/>
                  </a:moveTo>
                  <a:lnTo>
                    <a:pt x="0" y="1077"/>
                  </a:lnTo>
                  <a:lnTo>
                    <a:pt x="4549" y="1077"/>
                  </a:lnTo>
                  <a:lnTo>
                    <a:pt x="6744" y="4302"/>
                  </a:lnTo>
                  <a:lnTo>
                    <a:pt x="2149" y="4302"/>
                  </a:lnTo>
                  <a:lnTo>
                    <a:pt x="2149" y="8632"/>
                  </a:lnTo>
                  <a:lnTo>
                    <a:pt x="4542" y="8632"/>
                  </a:lnTo>
                  <a:lnTo>
                    <a:pt x="6070" y="6306"/>
                  </a:lnTo>
                  <a:lnTo>
                    <a:pt x="7146" y="9567"/>
                  </a:lnTo>
                  <a:lnTo>
                    <a:pt x="7767" y="8632"/>
                  </a:lnTo>
                  <a:lnTo>
                    <a:pt x="9951" y="8632"/>
                  </a:lnTo>
                  <a:lnTo>
                    <a:pt x="11476" y="6306"/>
                  </a:lnTo>
                  <a:lnTo>
                    <a:pt x="12552" y="9567"/>
                  </a:lnTo>
                  <a:lnTo>
                    <a:pt x="13177" y="8628"/>
                  </a:lnTo>
                  <a:lnTo>
                    <a:pt x="16187" y="8628"/>
                  </a:lnTo>
                  <a:lnTo>
                    <a:pt x="16187" y="4299"/>
                  </a:lnTo>
                  <a:lnTo>
                    <a:pt x="8046" y="4299"/>
                  </a:lnTo>
                  <a:lnTo>
                    <a:pt x="511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2">
              <a:extLst>
                <a:ext uri="{FF2B5EF4-FFF2-40B4-BE49-F238E27FC236}">
                  <a16:creationId xmlns:a16="http://schemas.microsoft.com/office/drawing/2014/main" id="{5391EB28-2069-BB3D-1312-8A0E21F32B8F}"/>
                </a:ext>
              </a:extLst>
            </p:cNvPr>
            <p:cNvSpPr/>
            <p:nvPr/>
          </p:nvSpPr>
          <p:spPr>
            <a:xfrm>
              <a:off x="1570892" y="2397544"/>
              <a:ext cx="383132" cy="143722"/>
            </a:xfrm>
            <a:custGeom>
              <a:avLst/>
              <a:gdLst/>
              <a:ahLst/>
              <a:cxnLst/>
              <a:rect l="l" t="t" r="r" b="b"/>
              <a:pathLst>
                <a:path w="14038" h="5266" extrusionOk="0">
                  <a:moveTo>
                    <a:pt x="3600" y="1"/>
                  </a:moveTo>
                  <a:lnTo>
                    <a:pt x="2979" y="936"/>
                  </a:lnTo>
                  <a:lnTo>
                    <a:pt x="0" y="936"/>
                  </a:lnTo>
                  <a:lnTo>
                    <a:pt x="0" y="5266"/>
                  </a:lnTo>
                  <a:lnTo>
                    <a:pt x="14038" y="5266"/>
                  </a:lnTo>
                  <a:lnTo>
                    <a:pt x="14038" y="936"/>
                  </a:lnTo>
                  <a:lnTo>
                    <a:pt x="11606" y="936"/>
                  </a:lnTo>
                  <a:lnTo>
                    <a:pt x="10085" y="3223"/>
                  </a:lnTo>
                  <a:lnTo>
                    <a:pt x="9009" y="1"/>
                  </a:lnTo>
                  <a:lnTo>
                    <a:pt x="8388" y="936"/>
                  </a:lnTo>
                  <a:lnTo>
                    <a:pt x="6204" y="936"/>
                  </a:lnTo>
                  <a:lnTo>
                    <a:pt x="4676" y="3223"/>
                  </a:lnTo>
                  <a:lnTo>
                    <a:pt x="36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2">
              <a:extLst>
                <a:ext uri="{FF2B5EF4-FFF2-40B4-BE49-F238E27FC236}">
                  <a16:creationId xmlns:a16="http://schemas.microsoft.com/office/drawing/2014/main" id="{64A70749-28C1-78E7-E139-7D3C7A20C7D5}"/>
                </a:ext>
              </a:extLst>
            </p:cNvPr>
            <p:cNvSpPr/>
            <p:nvPr/>
          </p:nvSpPr>
          <p:spPr>
            <a:xfrm>
              <a:off x="1924821" y="2216676"/>
              <a:ext cx="88046" cy="88073"/>
            </a:xfrm>
            <a:custGeom>
              <a:avLst/>
              <a:gdLst/>
              <a:ahLst/>
              <a:cxnLst/>
              <a:rect l="l" t="t" r="r" b="b"/>
              <a:pathLst>
                <a:path w="3226" h="3227" extrusionOk="0">
                  <a:moveTo>
                    <a:pt x="0" y="1"/>
                  </a:moveTo>
                  <a:lnTo>
                    <a:pt x="0" y="1077"/>
                  </a:lnTo>
                  <a:lnTo>
                    <a:pt x="2149" y="1077"/>
                  </a:lnTo>
                  <a:lnTo>
                    <a:pt x="2149" y="3226"/>
                  </a:lnTo>
                  <a:lnTo>
                    <a:pt x="3226" y="3226"/>
                  </a:lnTo>
                  <a:lnTo>
                    <a:pt x="32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2">
              <a:extLst>
                <a:ext uri="{FF2B5EF4-FFF2-40B4-BE49-F238E27FC236}">
                  <a16:creationId xmlns:a16="http://schemas.microsoft.com/office/drawing/2014/main" id="{A4C3143A-539B-9476-82F3-9E5300D4096F}"/>
                </a:ext>
              </a:extLst>
            </p:cNvPr>
            <p:cNvSpPr/>
            <p:nvPr/>
          </p:nvSpPr>
          <p:spPr>
            <a:xfrm>
              <a:off x="1924821" y="2510999"/>
              <a:ext cx="88046" cy="89028"/>
            </a:xfrm>
            <a:custGeom>
              <a:avLst/>
              <a:gdLst/>
              <a:ahLst/>
              <a:cxnLst/>
              <a:rect l="l" t="t" r="r" b="b"/>
              <a:pathLst>
                <a:path w="3226" h="3262" extrusionOk="0">
                  <a:moveTo>
                    <a:pt x="2149" y="1"/>
                  </a:moveTo>
                  <a:lnTo>
                    <a:pt x="2149" y="2185"/>
                  </a:lnTo>
                  <a:lnTo>
                    <a:pt x="0" y="2185"/>
                  </a:lnTo>
                  <a:lnTo>
                    <a:pt x="0" y="3261"/>
                  </a:lnTo>
                  <a:lnTo>
                    <a:pt x="3226" y="3261"/>
                  </a:lnTo>
                  <a:lnTo>
                    <a:pt x="32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2">
              <a:extLst>
                <a:ext uri="{FF2B5EF4-FFF2-40B4-BE49-F238E27FC236}">
                  <a16:creationId xmlns:a16="http://schemas.microsoft.com/office/drawing/2014/main" id="{FACE9E88-8474-56B0-A86B-696CF8F1372C}"/>
                </a:ext>
              </a:extLst>
            </p:cNvPr>
            <p:cNvSpPr/>
            <p:nvPr/>
          </p:nvSpPr>
          <p:spPr>
            <a:xfrm>
              <a:off x="1512431" y="2216676"/>
              <a:ext cx="58679" cy="88073"/>
            </a:xfrm>
            <a:custGeom>
              <a:avLst/>
              <a:gdLst/>
              <a:ahLst/>
              <a:cxnLst/>
              <a:rect l="l" t="t" r="r" b="b"/>
              <a:pathLst>
                <a:path w="2150" h="3227" extrusionOk="0">
                  <a:moveTo>
                    <a:pt x="0" y="1"/>
                  </a:moveTo>
                  <a:lnTo>
                    <a:pt x="0" y="3226"/>
                  </a:lnTo>
                  <a:lnTo>
                    <a:pt x="1077" y="3226"/>
                  </a:lnTo>
                  <a:lnTo>
                    <a:pt x="1077" y="1077"/>
                  </a:lnTo>
                  <a:lnTo>
                    <a:pt x="2149" y="1077"/>
                  </a:lnTo>
                  <a:lnTo>
                    <a:pt x="214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2">
              <a:extLst>
                <a:ext uri="{FF2B5EF4-FFF2-40B4-BE49-F238E27FC236}">
                  <a16:creationId xmlns:a16="http://schemas.microsoft.com/office/drawing/2014/main" id="{9543959A-FC70-32CA-D00F-28EF303C45F0}"/>
                </a:ext>
              </a:extLst>
            </p:cNvPr>
            <p:cNvSpPr/>
            <p:nvPr/>
          </p:nvSpPr>
          <p:spPr>
            <a:xfrm>
              <a:off x="1512431" y="2510999"/>
              <a:ext cx="88046" cy="89028"/>
            </a:xfrm>
            <a:custGeom>
              <a:avLst/>
              <a:gdLst/>
              <a:ahLst/>
              <a:cxnLst/>
              <a:rect l="l" t="t" r="r" b="b"/>
              <a:pathLst>
                <a:path w="3226" h="3262" extrusionOk="0">
                  <a:moveTo>
                    <a:pt x="0" y="1"/>
                  </a:moveTo>
                  <a:lnTo>
                    <a:pt x="0" y="3261"/>
                  </a:lnTo>
                  <a:lnTo>
                    <a:pt x="3226" y="3261"/>
                  </a:lnTo>
                  <a:lnTo>
                    <a:pt x="3226" y="2185"/>
                  </a:lnTo>
                  <a:lnTo>
                    <a:pt x="1077" y="2185"/>
                  </a:lnTo>
                  <a:lnTo>
                    <a:pt x="10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2">
              <a:extLst>
                <a:ext uri="{FF2B5EF4-FFF2-40B4-BE49-F238E27FC236}">
                  <a16:creationId xmlns:a16="http://schemas.microsoft.com/office/drawing/2014/main" id="{3FBD3D6B-3DC6-8218-3435-27BA6868EDCB}"/>
                </a:ext>
              </a:extLst>
            </p:cNvPr>
            <p:cNvSpPr/>
            <p:nvPr/>
          </p:nvSpPr>
          <p:spPr>
            <a:xfrm>
              <a:off x="1512431" y="2099592"/>
              <a:ext cx="29394" cy="29394"/>
            </a:xfrm>
            <a:custGeom>
              <a:avLst/>
              <a:gdLst/>
              <a:ahLst/>
              <a:cxnLst/>
              <a:rect l="l" t="t" r="r" b="b"/>
              <a:pathLst>
                <a:path w="1077" h="1077" extrusionOk="0">
                  <a:moveTo>
                    <a:pt x="0" y="0"/>
                  </a:moveTo>
                  <a:lnTo>
                    <a:pt x="0"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2">
              <a:extLst>
                <a:ext uri="{FF2B5EF4-FFF2-40B4-BE49-F238E27FC236}">
                  <a16:creationId xmlns:a16="http://schemas.microsoft.com/office/drawing/2014/main" id="{912B5E06-B795-E014-1A42-BB0C1802D36C}"/>
                </a:ext>
              </a:extLst>
            </p:cNvPr>
            <p:cNvSpPr/>
            <p:nvPr/>
          </p:nvSpPr>
          <p:spPr>
            <a:xfrm>
              <a:off x="1570974" y="2099592"/>
              <a:ext cx="29421" cy="29394"/>
            </a:xfrm>
            <a:custGeom>
              <a:avLst/>
              <a:gdLst/>
              <a:ahLst/>
              <a:cxnLst/>
              <a:rect l="l" t="t" r="r" b="b"/>
              <a:pathLst>
                <a:path w="1078" h="1077" extrusionOk="0">
                  <a:moveTo>
                    <a:pt x="1" y="0"/>
                  </a:moveTo>
                  <a:lnTo>
                    <a:pt x="1"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2">
              <a:extLst>
                <a:ext uri="{FF2B5EF4-FFF2-40B4-BE49-F238E27FC236}">
                  <a16:creationId xmlns:a16="http://schemas.microsoft.com/office/drawing/2014/main" id="{89FA9A06-2986-964D-1E7C-B7A5761615FE}"/>
                </a:ext>
              </a:extLst>
            </p:cNvPr>
            <p:cNvSpPr/>
            <p:nvPr/>
          </p:nvSpPr>
          <p:spPr>
            <a:xfrm>
              <a:off x="1629625" y="2099592"/>
              <a:ext cx="29421" cy="29394"/>
            </a:xfrm>
            <a:custGeom>
              <a:avLst/>
              <a:gdLst/>
              <a:ahLst/>
              <a:cxnLst/>
              <a:rect l="l" t="t" r="r" b="b"/>
              <a:pathLst>
                <a:path w="1078" h="1077" extrusionOk="0">
                  <a:moveTo>
                    <a:pt x="1" y="0"/>
                  </a:moveTo>
                  <a:lnTo>
                    <a:pt x="1"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2">
              <a:extLst>
                <a:ext uri="{FF2B5EF4-FFF2-40B4-BE49-F238E27FC236}">
                  <a16:creationId xmlns:a16="http://schemas.microsoft.com/office/drawing/2014/main" id="{113AE0ED-449A-952F-B244-A0570316FB9D}"/>
                </a:ext>
              </a:extLst>
            </p:cNvPr>
            <p:cNvSpPr/>
            <p:nvPr/>
          </p:nvSpPr>
          <p:spPr>
            <a:xfrm>
              <a:off x="1895454" y="2099592"/>
              <a:ext cx="29394" cy="29394"/>
            </a:xfrm>
            <a:custGeom>
              <a:avLst/>
              <a:gdLst/>
              <a:ahLst/>
              <a:cxnLst/>
              <a:rect l="l" t="t" r="r" b="b"/>
              <a:pathLst>
                <a:path w="1077" h="1077" extrusionOk="0">
                  <a:moveTo>
                    <a:pt x="0" y="0"/>
                  </a:moveTo>
                  <a:lnTo>
                    <a:pt x="0" y="1076"/>
                  </a:lnTo>
                  <a:lnTo>
                    <a:pt x="1076" y="1076"/>
                  </a:lnTo>
                  <a:lnTo>
                    <a:pt x="1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2">
              <a:extLst>
                <a:ext uri="{FF2B5EF4-FFF2-40B4-BE49-F238E27FC236}">
                  <a16:creationId xmlns:a16="http://schemas.microsoft.com/office/drawing/2014/main" id="{1029AE69-1DC4-52B3-04BA-801A2E687AC2}"/>
                </a:ext>
              </a:extLst>
            </p:cNvPr>
            <p:cNvSpPr/>
            <p:nvPr/>
          </p:nvSpPr>
          <p:spPr>
            <a:xfrm>
              <a:off x="1895454" y="2158243"/>
              <a:ext cx="29394" cy="29394"/>
            </a:xfrm>
            <a:custGeom>
              <a:avLst/>
              <a:gdLst/>
              <a:ahLst/>
              <a:cxnLst/>
              <a:rect l="l" t="t" r="r" b="b"/>
              <a:pathLst>
                <a:path w="1077" h="1077" extrusionOk="0">
                  <a:moveTo>
                    <a:pt x="0" y="0"/>
                  </a:moveTo>
                  <a:lnTo>
                    <a:pt x="0" y="1076"/>
                  </a:lnTo>
                  <a:lnTo>
                    <a:pt x="1076" y="1076"/>
                  </a:lnTo>
                  <a:lnTo>
                    <a:pt x="1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2">
              <a:extLst>
                <a:ext uri="{FF2B5EF4-FFF2-40B4-BE49-F238E27FC236}">
                  <a16:creationId xmlns:a16="http://schemas.microsoft.com/office/drawing/2014/main" id="{4DC26923-5EBE-EBC9-2D22-F40D2FAAF8FD}"/>
                </a:ext>
              </a:extLst>
            </p:cNvPr>
            <p:cNvSpPr/>
            <p:nvPr/>
          </p:nvSpPr>
          <p:spPr>
            <a:xfrm>
              <a:off x="1954106" y="2099592"/>
              <a:ext cx="58679" cy="29394"/>
            </a:xfrm>
            <a:custGeom>
              <a:avLst/>
              <a:gdLst/>
              <a:ahLst/>
              <a:cxnLst/>
              <a:rect l="l" t="t" r="r" b="b"/>
              <a:pathLst>
                <a:path w="2150" h="1077" extrusionOk="0">
                  <a:moveTo>
                    <a:pt x="0" y="0"/>
                  </a:moveTo>
                  <a:lnTo>
                    <a:pt x="0" y="1076"/>
                  </a:lnTo>
                  <a:lnTo>
                    <a:pt x="2149" y="1076"/>
                  </a:lnTo>
                  <a:lnTo>
                    <a:pt x="21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2">
              <a:extLst>
                <a:ext uri="{FF2B5EF4-FFF2-40B4-BE49-F238E27FC236}">
                  <a16:creationId xmlns:a16="http://schemas.microsoft.com/office/drawing/2014/main" id="{3820DD90-8B75-76D1-4525-8572D733CA94}"/>
                </a:ext>
              </a:extLst>
            </p:cNvPr>
            <p:cNvSpPr/>
            <p:nvPr/>
          </p:nvSpPr>
          <p:spPr>
            <a:xfrm>
              <a:off x="1954106" y="2158243"/>
              <a:ext cx="58679" cy="29394"/>
            </a:xfrm>
            <a:custGeom>
              <a:avLst/>
              <a:gdLst/>
              <a:ahLst/>
              <a:cxnLst/>
              <a:rect l="l" t="t" r="r" b="b"/>
              <a:pathLst>
                <a:path w="2150" h="1077" extrusionOk="0">
                  <a:moveTo>
                    <a:pt x="0" y="0"/>
                  </a:moveTo>
                  <a:lnTo>
                    <a:pt x="0" y="1076"/>
                  </a:lnTo>
                  <a:lnTo>
                    <a:pt x="2149" y="1076"/>
                  </a:lnTo>
                  <a:lnTo>
                    <a:pt x="21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2">
              <a:extLst>
                <a:ext uri="{FF2B5EF4-FFF2-40B4-BE49-F238E27FC236}">
                  <a16:creationId xmlns:a16="http://schemas.microsoft.com/office/drawing/2014/main" id="{70E005AB-7C54-CA41-01E4-1F6FD92CC360}"/>
                </a:ext>
              </a:extLst>
            </p:cNvPr>
            <p:cNvSpPr/>
            <p:nvPr/>
          </p:nvSpPr>
          <p:spPr>
            <a:xfrm>
              <a:off x="1512431" y="2393696"/>
              <a:ext cx="58679" cy="29312"/>
            </a:xfrm>
            <a:custGeom>
              <a:avLst/>
              <a:gdLst/>
              <a:ahLst/>
              <a:cxnLst/>
              <a:rect l="l" t="t" r="r" b="b"/>
              <a:pathLst>
                <a:path w="2150" h="1074" extrusionOk="0">
                  <a:moveTo>
                    <a:pt x="0" y="1"/>
                  </a:moveTo>
                  <a:lnTo>
                    <a:pt x="0" y="1074"/>
                  </a:lnTo>
                  <a:lnTo>
                    <a:pt x="2149" y="1074"/>
                  </a:lnTo>
                  <a:lnTo>
                    <a:pt x="214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2">
              <a:extLst>
                <a:ext uri="{FF2B5EF4-FFF2-40B4-BE49-F238E27FC236}">
                  <a16:creationId xmlns:a16="http://schemas.microsoft.com/office/drawing/2014/main" id="{FA78A92A-F4BB-C447-4CDF-BBAED6B5B640}"/>
                </a:ext>
              </a:extLst>
            </p:cNvPr>
            <p:cNvSpPr/>
            <p:nvPr/>
          </p:nvSpPr>
          <p:spPr>
            <a:xfrm>
              <a:off x="1954106" y="2393696"/>
              <a:ext cx="58679" cy="29312"/>
            </a:xfrm>
            <a:custGeom>
              <a:avLst/>
              <a:gdLst/>
              <a:ahLst/>
              <a:cxnLst/>
              <a:rect l="l" t="t" r="r" b="b"/>
              <a:pathLst>
                <a:path w="2150" h="1074" extrusionOk="0">
                  <a:moveTo>
                    <a:pt x="0" y="1"/>
                  </a:moveTo>
                  <a:lnTo>
                    <a:pt x="0" y="1074"/>
                  </a:lnTo>
                  <a:lnTo>
                    <a:pt x="2149" y="1074"/>
                  </a:lnTo>
                  <a:lnTo>
                    <a:pt x="214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42">
            <a:extLst>
              <a:ext uri="{FF2B5EF4-FFF2-40B4-BE49-F238E27FC236}">
                <a16:creationId xmlns:a16="http://schemas.microsoft.com/office/drawing/2014/main" id="{BE2F9E13-2730-746E-3CE2-F7144813E7BC}"/>
              </a:ext>
            </a:extLst>
          </p:cNvPr>
          <p:cNvGrpSpPr/>
          <p:nvPr/>
        </p:nvGrpSpPr>
        <p:grpSpPr>
          <a:xfrm>
            <a:off x="4230938" y="3783529"/>
            <a:ext cx="500435" cy="500435"/>
            <a:chOff x="4681063" y="2099592"/>
            <a:chExt cx="500435" cy="500435"/>
          </a:xfrm>
        </p:grpSpPr>
        <p:sp>
          <p:nvSpPr>
            <p:cNvPr id="697" name="Google Shape;697;p42">
              <a:extLst>
                <a:ext uri="{FF2B5EF4-FFF2-40B4-BE49-F238E27FC236}">
                  <a16:creationId xmlns:a16="http://schemas.microsoft.com/office/drawing/2014/main" id="{950C556F-378F-F811-2DD3-66751BAF78BF}"/>
                </a:ext>
              </a:extLst>
            </p:cNvPr>
            <p:cNvSpPr/>
            <p:nvPr/>
          </p:nvSpPr>
          <p:spPr>
            <a:xfrm>
              <a:off x="4916625" y="2393696"/>
              <a:ext cx="29394" cy="29421"/>
            </a:xfrm>
            <a:custGeom>
              <a:avLst/>
              <a:gdLst/>
              <a:ahLst/>
              <a:cxnLst/>
              <a:rect l="l" t="t" r="r" b="b"/>
              <a:pathLst>
                <a:path w="1077" h="1078" extrusionOk="0">
                  <a:moveTo>
                    <a:pt x="541" y="1"/>
                  </a:moveTo>
                  <a:cubicBezTo>
                    <a:pt x="244" y="1"/>
                    <a:pt x="1" y="241"/>
                    <a:pt x="1" y="537"/>
                  </a:cubicBezTo>
                  <a:cubicBezTo>
                    <a:pt x="1" y="834"/>
                    <a:pt x="244" y="1077"/>
                    <a:pt x="541" y="1077"/>
                  </a:cubicBezTo>
                  <a:cubicBezTo>
                    <a:pt x="837" y="1077"/>
                    <a:pt x="1077" y="834"/>
                    <a:pt x="1077" y="537"/>
                  </a:cubicBezTo>
                  <a:cubicBezTo>
                    <a:pt x="1077" y="241"/>
                    <a:pt x="837" y="1"/>
                    <a:pt x="5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2">
              <a:extLst>
                <a:ext uri="{FF2B5EF4-FFF2-40B4-BE49-F238E27FC236}">
                  <a16:creationId xmlns:a16="http://schemas.microsoft.com/office/drawing/2014/main" id="{AD913791-12F9-C8C4-11B4-C066299B8122}"/>
                </a:ext>
              </a:extLst>
            </p:cNvPr>
            <p:cNvSpPr/>
            <p:nvPr/>
          </p:nvSpPr>
          <p:spPr>
            <a:xfrm>
              <a:off x="4858082" y="2335044"/>
              <a:ext cx="146588" cy="146615"/>
            </a:xfrm>
            <a:custGeom>
              <a:avLst/>
              <a:gdLst/>
              <a:ahLst/>
              <a:cxnLst/>
              <a:rect l="l" t="t" r="r" b="b"/>
              <a:pathLst>
                <a:path w="5371" h="5372" extrusionOk="0">
                  <a:moveTo>
                    <a:pt x="2686" y="1077"/>
                  </a:moveTo>
                  <a:cubicBezTo>
                    <a:pt x="3571" y="1077"/>
                    <a:pt x="4295" y="1800"/>
                    <a:pt x="4295" y="2686"/>
                  </a:cubicBezTo>
                  <a:cubicBezTo>
                    <a:pt x="4295" y="3572"/>
                    <a:pt x="3571" y="4295"/>
                    <a:pt x="2686" y="4295"/>
                  </a:cubicBezTo>
                  <a:cubicBezTo>
                    <a:pt x="1800" y="4295"/>
                    <a:pt x="1076" y="3572"/>
                    <a:pt x="1076" y="2686"/>
                  </a:cubicBezTo>
                  <a:cubicBezTo>
                    <a:pt x="1076" y="1800"/>
                    <a:pt x="1800" y="1077"/>
                    <a:pt x="2686" y="1077"/>
                  </a:cubicBezTo>
                  <a:close/>
                  <a:moveTo>
                    <a:pt x="2686" y="1"/>
                  </a:moveTo>
                  <a:cubicBezTo>
                    <a:pt x="1203" y="1"/>
                    <a:pt x="0" y="1204"/>
                    <a:pt x="0" y="2686"/>
                  </a:cubicBezTo>
                  <a:cubicBezTo>
                    <a:pt x="0" y="4168"/>
                    <a:pt x="1203" y="5371"/>
                    <a:pt x="2686" y="5371"/>
                  </a:cubicBezTo>
                  <a:cubicBezTo>
                    <a:pt x="4168" y="5371"/>
                    <a:pt x="5371" y="4168"/>
                    <a:pt x="5371" y="2686"/>
                  </a:cubicBezTo>
                  <a:cubicBezTo>
                    <a:pt x="5371" y="1204"/>
                    <a:pt x="4164" y="1"/>
                    <a:pt x="268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2">
              <a:extLst>
                <a:ext uri="{FF2B5EF4-FFF2-40B4-BE49-F238E27FC236}">
                  <a16:creationId xmlns:a16="http://schemas.microsoft.com/office/drawing/2014/main" id="{3E36B987-F8D5-B716-AC4E-291071635E69}"/>
                </a:ext>
              </a:extLst>
            </p:cNvPr>
            <p:cNvSpPr/>
            <p:nvPr/>
          </p:nvSpPr>
          <p:spPr>
            <a:xfrm>
              <a:off x="4681063" y="2158052"/>
              <a:ext cx="500435" cy="412608"/>
            </a:xfrm>
            <a:custGeom>
              <a:avLst/>
              <a:gdLst/>
              <a:ahLst/>
              <a:cxnLst/>
              <a:rect l="l" t="t" r="r" b="b"/>
              <a:pathLst>
                <a:path w="18336" h="15118" extrusionOk="0">
                  <a:moveTo>
                    <a:pt x="9172" y="5413"/>
                  </a:moveTo>
                  <a:cubicBezTo>
                    <a:pt x="11243" y="5413"/>
                    <a:pt x="12930" y="7100"/>
                    <a:pt x="12930" y="9171"/>
                  </a:cubicBezTo>
                  <a:cubicBezTo>
                    <a:pt x="12930" y="11246"/>
                    <a:pt x="11243" y="12929"/>
                    <a:pt x="9172" y="12929"/>
                  </a:cubicBezTo>
                  <a:cubicBezTo>
                    <a:pt x="7097" y="12929"/>
                    <a:pt x="5413" y="11246"/>
                    <a:pt x="5413" y="9171"/>
                  </a:cubicBezTo>
                  <a:cubicBezTo>
                    <a:pt x="5413" y="7100"/>
                    <a:pt x="7097" y="5413"/>
                    <a:pt x="9172" y="5413"/>
                  </a:cubicBezTo>
                  <a:close/>
                  <a:moveTo>
                    <a:pt x="0" y="0"/>
                  </a:moveTo>
                  <a:lnTo>
                    <a:pt x="0" y="1076"/>
                  </a:lnTo>
                  <a:lnTo>
                    <a:pt x="4588" y="1076"/>
                  </a:lnTo>
                  <a:lnTo>
                    <a:pt x="6423" y="3769"/>
                  </a:lnTo>
                  <a:cubicBezTo>
                    <a:pt x="3882" y="4746"/>
                    <a:pt x="1606" y="6966"/>
                    <a:pt x="4" y="9171"/>
                  </a:cubicBezTo>
                  <a:cubicBezTo>
                    <a:pt x="2167" y="12149"/>
                    <a:pt x="5523" y="15117"/>
                    <a:pt x="9172" y="15117"/>
                  </a:cubicBezTo>
                  <a:cubicBezTo>
                    <a:pt x="12820" y="15117"/>
                    <a:pt x="16176" y="12149"/>
                    <a:pt x="18336" y="9171"/>
                  </a:cubicBezTo>
                  <a:cubicBezTo>
                    <a:pt x="16176" y="6200"/>
                    <a:pt x="12820" y="3225"/>
                    <a:pt x="9172" y="3225"/>
                  </a:cubicBezTo>
                  <a:cubicBezTo>
                    <a:pt x="8603" y="3225"/>
                    <a:pt x="8046" y="3303"/>
                    <a:pt x="7499" y="3433"/>
                  </a:cubicBezTo>
                  <a:lnTo>
                    <a:pt x="516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2">
              <a:extLst>
                <a:ext uri="{FF2B5EF4-FFF2-40B4-BE49-F238E27FC236}">
                  <a16:creationId xmlns:a16="http://schemas.microsoft.com/office/drawing/2014/main" id="{C6FEB260-A9C1-0FC5-898C-B0FB8155D3E3}"/>
                </a:ext>
              </a:extLst>
            </p:cNvPr>
            <p:cNvSpPr/>
            <p:nvPr/>
          </p:nvSpPr>
          <p:spPr>
            <a:xfrm>
              <a:off x="5093535" y="2216786"/>
              <a:ext cx="87964" cy="89028"/>
            </a:xfrm>
            <a:custGeom>
              <a:avLst/>
              <a:gdLst/>
              <a:ahLst/>
              <a:cxnLst/>
              <a:rect l="l" t="t" r="r" b="b"/>
              <a:pathLst>
                <a:path w="3223" h="3262" extrusionOk="0">
                  <a:moveTo>
                    <a:pt x="1" y="1"/>
                  </a:moveTo>
                  <a:lnTo>
                    <a:pt x="1" y="1073"/>
                  </a:lnTo>
                  <a:lnTo>
                    <a:pt x="2146" y="1073"/>
                  </a:lnTo>
                  <a:lnTo>
                    <a:pt x="2146" y="3261"/>
                  </a:lnTo>
                  <a:lnTo>
                    <a:pt x="3223" y="3261"/>
                  </a:lnTo>
                  <a:lnTo>
                    <a:pt x="322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2">
              <a:extLst>
                <a:ext uri="{FF2B5EF4-FFF2-40B4-BE49-F238E27FC236}">
                  <a16:creationId xmlns:a16="http://schemas.microsoft.com/office/drawing/2014/main" id="{AC448AB2-66B2-03BF-77F3-49DFB58CAB6D}"/>
                </a:ext>
              </a:extLst>
            </p:cNvPr>
            <p:cNvSpPr/>
            <p:nvPr/>
          </p:nvSpPr>
          <p:spPr>
            <a:xfrm>
              <a:off x="5093535" y="2510999"/>
              <a:ext cx="87964" cy="89028"/>
            </a:xfrm>
            <a:custGeom>
              <a:avLst/>
              <a:gdLst/>
              <a:ahLst/>
              <a:cxnLst/>
              <a:rect l="l" t="t" r="r" b="b"/>
              <a:pathLst>
                <a:path w="3223" h="3262" extrusionOk="0">
                  <a:moveTo>
                    <a:pt x="2146" y="1"/>
                  </a:moveTo>
                  <a:lnTo>
                    <a:pt x="2146" y="2185"/>
                  </a:lnTo>
                  <a:lnTo>
                    <a:pt x="1" y="2185"/>
                  </a:lnTo>
                  <a:lnTo>
                    <a:pt x="1" y="3261"/>
                  </a:lnTo>
                  <a:lnTo>
                    <a:pt x="3223" y="3261"/>
                  </a:lnTo>
                  <a:lnTo>
                    <a:pt x="322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2">
              <a:extLst>
                <a:ext uri="{FF2B5EF4-FFF2-40B4-BE49-F238E27FC236}">
                  <a16:creationId xmlns:a16="http://schemas.microsoft.com/office/drawing/2014/main" id="{9160A33D-472B-7EBD-48E8-BCBB6D712769}"/>
                </a:ext>
              </a:extLst>
            </p:cNvPr>
            <p:cNvSpPr/>
            <p:nvPr/>
          </p:nvSpPr>
          <p:spPr>
            <a:xfrm>
              <a:off x="4681063" y="2216676"/>
              <a:ext cx="89001" cy="89137"/>
            </a:xfrm>
            <a:custGeom>
              <a:avLst/>
              <a:gdLst/>
              <a:ahLst/>
              <a:cxnLst/>
              <a:rect l="l" t="t" r="r" b="b"/>
              <a:pathLst>
                <a:path w="3261" h="3266" extrusionOk="0">
                  <a:moveTo>
                    <a:pt x="0" y="1"/>
                  </a:moveTo>
                  <a:lnTo>
                    <a:pt x="0" y="3265"/>
                  </a:lnTo>
                  <a:lnTo>
                    <a:pt x="1077" y="3265"/>
                  </a:lnTo>
                  <a:lnTo>
                    <a:pt x="1077" y="1077"/>
                  </a:lnTo>
                  <a:lnTo>
                    <a:pt x="3261" y="1077"/>
                  </a:lnTo>
                  <a:lnTo>
                    <a:pt x="32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2">
              <a:extLst>
                <a:ext uri="{FF2B5EF4-FFF2-40B4-BE49-F238E27FC236}">
                  <a16:creationId xmlns:a16="http://schemas.microsoft.com/office/drawing/2014/main" id="{CEA74DFD-5ED5-1995-CD21-691006334216}"/>
                </a:ext>
              </a:extLst>
            </p:cNvPr>
            <p:cNvSpPr/>
            <p:nvPr/>
          </p:nvSpPr>
          <p:spPr>
            <a:xfrm>
              <a:off x="4681063" y="2510999"/>
              <a:ext cx="89001" cy="89028"/>
            </a:xfrm>
            <a:custGeom>
              <a:avLst/>
              <a:gdLst/>
              <a:ahLst/>
              <a:cxnLst/>
              <a:rect l="l" t="t" r="r" b="b"/>
              <a:pathLst>
                <a:path w="3261" h="3262" extrusionOk="0">
                  <a:moveTo>
                    <a:pt x="0" y="1"/>
                  </a:moveTo>
                  <a:lnTo>
                    <a:pt x="0" y="3261"/>
                  </a:lnTo>
                  <a:lnTo>
                    <a:pt x="3261" y="3261"/>
                  </a:lnTo>
                  <a:lnTo>
                    <a:pt x="3261" y="2185"/>
                  </a:lnTo>
                  <a:lnTo>
                    <a:pt x="1077" y="2185"/>
                  </a:lnTo>
                  <a:lnTo>
                    <a:pt x="10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2">
              <a:extLst>
                <a:ext uri="{FF2B5EF4-FFF2-40B4-BE49-F238E27FC236}">
                  <a16:creationId xmlns:a16="http://schemas.microsoft.com/office/drawing/2014/main" id="{FD90CA85-2505-665C-BC93-1F81AA238094}"/>
                </a:ext>
              </a:extLst>
            </p:cNvPr>
            <p:cNvSpPr/>
            <p:nvPr/>
          </p:nvSpPr>
          <p:spPr>
            <a:xfrm>
              <a:off x="4681063" y="2099592"/>
              <a:ext cx="29394" cy="29394"/>
            </a:xfrm>
            <a:custGeom>
              <a:avLst/>
              <a:gdLst/>
              <a:ahLst/>
              <a:cxnLst/>
              <a:rect l="l" t="t" r="r" b="b"/>
              <a:pathLst>
                <a:path w="1077" h="1077" extrusionOk="0">
                  <a:moveTo>
                    <a:pt x="0" y="0"/>
                  </a:moveTo>
                  <a:lnTo>
                    <a:pt x="0"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2">
              <a:extLst>
                <a:ext uri="{FF2B5EF4-FFF2-40B4-BE49-F238E27FC236}">
                  <a16:creationId xmlns:a16="http://schemas.microsoft.com/office/drawing/2014/main" id="{D87F1B8A-0C5F-819E-8772-564D851F9A13}"/>
                </a:ext>
              </a:extLst>
            </p:cNvPr>
            <p:cNvSpPr/>
            <p:nvPr/>
          </p:nvSpPr>
          <p:spPr>
            <a:xfrm>
              <a:off x="4739797" y="2099592"/>
              <a:ext cx="29421" cy="29394"/>
            </a:xfrm>
            <a:custGeom>
              <a:avLst/>
              <a:gdLst/>
              <a:ahLst/>
              <a:cxnLst/>
              <a:rect l="l" t="t" r="r" b="b"/>
              <a:pathLst>
                <a:path w="1078" h="1077" extrusionOk="0">
                  <a:moveTo>
                    <a:pt x="1" y="0"/>
                  </a:moveTo>
                  <a:lnTo>
                    <a:pt x="1"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2">
              <a:extLst>
                <a:ext uri="{FF2B5EF4-FFF2-40B4-BE49-F238E27FC236}">
                  <a16:creationId xmlns:a16="http://schemas.microsoft.com/office/drawing/2014/main" id="{AA501B2A-BAFC-C981-044C-42C53ED056D4}"/>
                </a:ext>
              </a:extLst>
            </p:cNvPr>
            <p:cNvSpPr/>
            <p:nvPr/>
          </p:nvSpPr>
          <p:spPr>
            <a:xfrm>
              <a:off x="4798448" y="2099592"/>
              <a:ext cx="29421" cy="29394"/>
            </a:xfrm>
            <a:custGeom>
              <a:avLst/>
              <a:gdLst/>
              <a:ahLst/>
              <a:cxnLst/>
              <a:rect l="l" t="t" r="r" b="b"/>
              <a:pathLst>
                <a:path w="1078" h="1077" extrusionOk="0">
                  <a:moveTo>
                    <a:pt x="1" y="0"/>
                  </a:moveTo>
                  <a:lnTo>
                    <a:pt x="1"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2">
              <a:extLst>
                <a:ext uri="{FF2B5EF4-FFF2-40B4-BE49-F238E27FC236}">
                  <a16:creationId xmlns:a16="http://schemas.microsoft.com/office/drawing/2014/main" id="{F58C9522-B220-F91F-32CF-6E090AE5A57E}"/>
                </a:ext>
              </a:extLst>
            </p:cNvPr>
            <p:cNvSpPr/>
            <p:nvPr/>
          </p:nvSpPr>
          <p:spPr>
            <a:xfrm>
              <a:off x="5064277" y="2099592"/>
              <a:ext cx="29394" cy="29394"/>
            </a:xfrm>
            <a:custGeom>
              <a:avLst/>
              <a:gdLst/>
              <a:ahLst/>
              <a:cxnLst/>
              <a:rect l="l" t="t" r="r" b="b"/>
              <a:pathLst>
                <a:path w="1077" h="1077" extrusionOk="0">
                  <a:moveTo>
                    <a:pt x="0" y="0"/>
                  </a:moveTo>
                  <a:lnTo>
                    <a:pt x="0" y="1076"/>
                  </a:lnTo>
                  <a:lnTo>
                    <a:pt x="1076" y="1076"/>
                  </a:lnTo>
                  <a:lnTo>
                    <a:pt x="1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2">
              <a:extLst>
                <a:ext uri="{FF2B5EF4-FFF2-40B4-BE49-F238E27FC236}">
                  <a16:creationId xmlns:a16="http://schemas.microsoft.com/office/drawing/2014/main" id="{F9A0EC55-A7E7-3BAB-11BF-A2ADA26379DB}"/>
                </a:ext>
              </a:extLst>
            </p:cNvPr>
            <p:cNvSpPr/>
            <p:nvPr/>
          </p:nvSpPr>
          <p:spPr>
            <a:xfrm>
              <a:off x="5064277" y="2158243"/>
              <a:ext cx="29394" cy="29394"/>
            </a:xfrm>
            <a:custGeom>
              <a:avLst/>
              <a:gdLst/>
              <a:ahLst/>
              <a:cxnLst/>
              <a:rect l="l" t="t" r="r" b="b"/>
              <a:pathLst>
                <a:path w="1077" h="1077" extrusionOk="0">
                  <a:moveTo>
                    <a:pt x="0" y="0"/>
                  </a:moveTo>
                  <a:lnTo>
                    <a:pt x="0" y="1076"/>
                  </a:lnTo>
                  <a:lnTo>
                    <a:pt x="1076" y="1076"/>
                  </a:lnTo>
                  <a:lnTo>
                    <a:pt x="1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2">
              <a:extLst>
                <a:ext uri="{FF2B5EF4-FFF2-40B4-BE49-F238E27FC236}">
                  <a16:creationId xmlns:a16="http://schemas.microsoft.com/office/drawing/2014/main" id="{DDC0B539-22E6-D628-05A3-40951AADDDCD}"/>
                </a:ext>
              </a:extLst>
            </p:cNvPr>
            <p:cNvSpPr/>
            <p:nvPr/>
          </p:nvSpPr>
          <p:spPr>
            <a:xfrm>
              <a:off x="5122929" y="2099592"/>
              <a:ext cx="58570" cy="29394"/>
            </a:xfrm>
            <a:custGeom>
              <a:avLst/>
              <a:gdLst/>
              <a:ahLst/>
              <a:cxnLst/>
              <a:rect l="l" t="t" r="r" b="b"/>
              <a:pathLst>
                <a:path w="2146" h="1077" extrusionOk="0">
                  <a:moveTo>
                    <a:pt x="0" y="0"/>
                  </a:moveTo>
                  <a:lnTo>
                    <a:pt x="0" y="1076"/>
                  </a:lnTo>
                  <a:lnTo>
                    <a:pt x="2146" y="1076"/>
                  </a:lnTo>
                  <a:lnTo>
                    <a:pt x="21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2">
              <a:extLst>
                <a:ext uri="{FF2B5EF4-FFF2-40B4-BE49-F238E27FC236}">
                  <a16:creationId xmlns:a16="http://schemas.microsoft.com/office/drawing/2014/main" id="{F5255338-0882-E800-8F24-8D1A335456D8}"/>
                </a:ext>
              </a:extLst>
            </p:cNvPr>
            <p:cNvSpPr/>
            <p:nvPr/>
          </p:nvSpPr>
          <p:spPr>
            <a:xfrm>
              <a:off x="5122929" y="2158243"/>
              <a:ext cx="58570" cy="29394"/>
            </a:xfrm>
            <a:custGeom>
              <a:avLst/>
              <a:gdLst/>
              <a:ahLst/>
              <a:cxnLst/>
              <a:rect l="l" t="t" r="r" b="b"/>
              <a:pathLst>
                <a:path w="2146" h="1077" extrusionOk="0">
                  <a:moveTo>
                    <a:pt x="0" y="0"/>
                  </a:moveTo>
                  <a:lnTo>
                    <a:pt x="0" y="1076"/>
                  </a:lnTo>
                  <a:lnTo>
                    <a:pt x="2146" y="1076"/>
                  </a:lnTo>
                  <a:lnTo>
                    <a:pt x="214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 name="Google Shape;711;p42">
            <a:extLst>
              <a:ext uri="{FF2B5EF4-FFF2-40B4-BE49-F238E27FC236}">
                <a16:creationId xmlns:a16="http://schemas.microsoft.com/office/drawing/2014/main" id="{937B896F-4817-A597-DB92-02B01CE204F8}"/>
              </a:ext>
            </a:extLst>
          </p:cNvPr>
          <p:cNvGrpSpPr/>
          <p:nvPr/>
        </p:nvGrpSpPr>
        <p:grpSpPr>
          <a:xfrm>
            <a:off x="994930" y="3792112"/>
            <a:ext cx="500435" cy="500626"/>
            <a:chOff x="4721893" y="3324424"/>
            <a:chExt cx="500435" cy="500626"/>
          </a:xfrm>
        </p:grpSpPr>
        <p:sp>
          <p:nvSpPr>
            <p:cNvPr id="712" name="Google Shape;712;p42">
              <a:extLst>
                <a:ext uri="{FF2B5EF4-FFF2-40B4-BE49-F238E27FC236}">
                  <a16:creationId xmlns:a16="http://schemas.microsoft.com/office/drawing/2014/main" id="{F19373EA-2F7C-0982-843B-DF54CBC9D53A}"/>
                </a:ext>
              </a:extLst>
            </p:cNvPr>
            <p:cNvSpPr/>
            <p:nvPr/>
          </p:nvSpPr>
          <p:spPr>
            <a:xfrm>
              <a:off x="4986739" y="3397814"/>
              <a:ext cx="29394" cy="59525"/>
            </a:xfrm>
            <a:custGeom>
              <a:avLst/>
              <a:gdLst/>
              <a:ahLst/>
              <a:cxnLst/>
              <a:rect l="l" t="t" r="r" b="b"/>
              <a:pathLst>
                <a:path w="1077" h="2181" extrusionOk="0">
                  <a:moveTo>
                    <a:pt x="1" y="0"/>
                  </a:moveTo>
                  <a:lnTo>
                    <a:pt x="1" y="2181"/>
                  </a:lnTo>
                  <a:lnTo>
                    <a:pt x="1077" y="2181"/>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2">
              <a:extLst>
                <a:ext uri="{FF2B5EF4-FFF2-40B4-BE49-F238E27FC236}">
                  <a16:creationId xmlns:a16="http://schemas.microsoft.com/office/drawing/2014/main" id="{DEC9D893-8A2D-AA29-99EB-35903F1B9312}"/>
                </a:ext>
              </a:extLst>
            </p:cNvPr>
            <p:cNvSpPr/>
            <p:nvPr/>
          </p:nvSpPr>
          <p:spPr>
            <a:xfrm>
              <a:off x="5103960" y="3545357"/>
              <a:ext cx="29394" cy="58679"/>
            </a:xfrm>
            <a:custGeom>
              <a:avLst/>
              <a:gdLst/>
              <a:ahLst/>
              <a:cxnLst/>
              <a:rect l="l" t="t" r="r" b="b"/>
              <a:pathLst>
                <a:path w="1077" h="2150" extrusionOk="0">
                  <a:moveTo>
                    <a:pt x="0" y="0"/>
                  </a:moveTo>
                  <a:lnTo>
                    <a:pt x="0" y="2149"/>
                  </a:lnTo>
                  <a:lnTo>
                    <a:pt x="1076" y="2149"/>
                  </a:lnTo>
                  <a:lnTo>
                    <a:pt x="1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2">
              <a:extLst>
                <a:ext uri="{FF2B5EF4-FFF2-40B4-BE49-F238E27FC236}">
                  <a16:creationId xmlns:a16="http://schemas.microsoft.com/office/drawing/2014/main" id="{69AE29DB-3C17-12B7-6577-1C05ED4E915E}"/>
                </a:ext>
              </a:extLst>
            </p:cNvPr>
            <p:cNvSpPr/>
            <p:nvPr/>
          </p:nvSpPr>
          <p:spPr>
            <a:xfrm>
              <a:off x="4810702" y="3397814"/>
              <a:ext cx="29394" cy="59525"/>
            </a:xfrm>
            <a:custGeom>
              <a:avLst/>
              <a:gdLst/>
              <a:ahLst/>
              <a:cxnLst/>
              <a:rect l="l" t="t" r="r" b="b"/>
              <a:pathLst>
                <a:path w="1077" h="2181" extrusionOk="0">
                  <a:moveTo>
                    <a:pt x="0" y="0"/>
                  </a:moveTo>
                  <a:lnTo>
                    <a:pt x="0" y="2181"/>
                  </a:lnTo>
                  <a:lnTo>
                    <a:pt x="1076" y="2181"/>
                  </a:lnTo>
                  <a:lnTo>
                    <a:pt x="1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2">
              <a:extLst>
                <a:ext uri="{FF2B5EF4-FFF2-40B4-BE49-F238E27FC236}">
                  <a16:creationId xmlns:a16="http://schemas.microsoft.com/office/drawing/2014/main" id="{A3D73C8E-0CAC-77F4-DFE8-0B29C03085CB}"/>
                </a:ext>
              </a:extLst>
            </p:cNvPr>
            <p:cNvSpPr/>
            <p:nvPr/>
          </p:nvSpPr>
          <p:spPr>
            <a:xfrm>
              <a:off x="4869436" y="3545357"/>
              <a:ext cx="29394" cy="58679"/>
            </a:xfrm>
            <a:custGeom>
              <a:avLst/>
              <a:gdLst/>
              <a:ahLst/>
              <a:cxnLst/>
              <a:rect l="l" t="t" r="r" b="b"/>
              <a:pathLst>
                <a:path w="1077" h="2150" extrusionOk="0">
                  <a:moveTo>
                    <a:pt x="1" y="0"/>
                  </a:moveTo>
                  <a:lnTo>
                    <a:pt x="1" y="2149"/>
                  </a:lnTo>
                  <a:lnTo>
                    <a:pt x="1077" y="2149"/>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2">
              <a:extLst>
                <a:ext uri="{FF2B5EF4-FFF2-40B4-BE49-F238E27FC236}">
                  <a16:creationId xmlns:a16="http://schemas.microsoft.com/office/drawing/2014/main" id="{B1E3C8F5-F8A7-7A1B-533F-BDCA53E7F842}"/>
                </a:ext>
              </a:extLst>
            </p:cNvPr>
            <p:cNvSpPr/>
            <p:nvPr/>
          </p:nvSpPr>
          <p:spPr>
            <a:xfrm>
              <a:off x="4721893" y="3324424"/>
              <a:ext cx="500353" cy="352892"/>
            </a:xfrm>
            <a:custGeom>
              <a:avLst/>
              <a:gdLst/>
              <a:ahLst/>
              <a:cxnLst/>
              <a:rect l="l" t="t" r="r" b="b"/>
              <a:pathLst>
                <a:path w="18333" h="12930" extrusionOk="0">
                  <a:moveTo>
                    <a:pt x="5407" y="1616"/>
                  </a:moveTo>
                  <a:lnTo>
                    <a:pt x="5407" y="5950"/>
                  </a:lnTo>
                  <a:lnTo>
                    <a:pt x="2185" y="5950"/>
                  </a:lnTo>
                  <a:lnTo>
                    <a:pt x="2185" y="1616"/>
                  </a:lnTo>
                  <a:close/>
                  <a:moveTo>
                    <a:pt x="7556" y="1616"/>
                  </a:moveTo>
                  <a:lnTo>
                    <a:pt x="7556" y="5950"/>
                  </a:lnTo>
                  <a:lnTo>
                    <a:pt x="6479" y="5950"/>
                  </a:lnTo>
                  <a:lnTo>
                    <a:pt x="6479" y="1616"/>
                  </a:lnTo>
                  <a:close/>
                  <a:moveTo>
                    <a:pt x="11854" y="1616"/>
                  </a:moveTo>
                  <a:lnTo>
                    <a:pt x="11854" y="5950"/>
                  </a:lnTo>
                  <a:lnTo>
                    <a:pt x="8628" y="5950"/>
                  </a:lnTo>
                  <a:lnTo>
                    <a:pt x="8628" y="1616"/>
                  </a:lnTo>
                  <a:close/>
                  <a:moveTo>
                    <a:pt x="13999" y="1616"/>
                  </a:moveTo>
                  <a:lnTo>
                    <a:pt x="13999" y="5950"/>
                  </a:lnTo>
                  <a:lnTo>
                    <a:pt x="12923" y="5950"/>
                  </a:lnTo>
                  <a:lnTo>
                    <a:pt x="12923" y="1616"/>
                  </a:lnTo>
                  <a:close/>
                  <a:moveTo>
                    <a:pt x="16148" y="1616"/>
                  </a:moveTo>
                  <a:lnTo>
                    <a:pt x="16148" y="5950"/>
                  </a:lnTo>
                  <a:lnTo>
                    <a:pt x="15072" y="5950"/>
                  </a:lnTo>
                  <a:lnTo>
                    <a:pt x="15072" y="1616"/>
                  </a:lnTo>
                  <a:close/>
                  <a:moveTo>
                    <a:pt x="3261" y="7019"/>
                  </a:moveTo>
                  <a:lnTo>
                    <a:pt x="3261" y="11317"/>
                  </a:lnTo>
                  <a:lnTo>
                    <a:pt x="2185" y="11317"/>
                  </a:lnTo>
                  <a:lnTo>
                    <a:pt x="2185" y="7019"/>
                  </a:lnTo>
                  <a:close/>
                  <a:moveTo>
                    <a:pt x="9705" y="7019"/>
                  </a:moveTo>
                  <a:lnTo>
                    <a:pt x="9705" y="11317"/>
                  </a:lnTo>
                  <a:lnTo>
                    <a:pt x="8628" y="11317"/>
                  </a:lnTo>
                  <a:lnTo>
                    <a:pt x="8628" y="7019"/>
                  </a:lnTo>
                  <a:close/>
                  <a:moveTo>
                    <a:pt x="16148" y="7019"/>
                  </a:moveTo>
                  <a:lnTo>
                    <a:pt x="16148" y="11317"/>
                  </a:lnTo>
                  <a:lnTo>
                    <a:pt x="12923" y="11317"/>
                  </a:lnTo>
                  <a:lnTo>
                    <a:pt x="12923" y="7019"/>
                  </a:lnTo>
                  <a:close/>
                  <a:moveTo>
                    <a:pt x="7556" y="7026"/>
                  </a:moveTo>
                  <a:lnTo>
                    <a:pt x="7556" y="11320"/>
                  </a:lnTo>
                  <a:lnTo>
                    <a:pt x="4330" y="11320"/>
                  </a:lnTo>
                  <a:lnTo>
                    <a:pt x="4330" y="7026"/>
                  </a:lnTo>
                  <a:close/>
                  <a:moveTo>
                    <a:pt x="11854" y="7026"/>
                  </a:moveTo>
                  <a:lnTo>
                    <a:pt x="11854" y="11320"/>
                  </a:lnTo>
                  <a:lnTo>
                    <a:pt x="10777" y="11320"/>
                  </a:lnTo>
                  <a:lnTo>
                    <a:pt x="10777" y="7026"/>
                  </a:lnTo>
                  <a:close/>
                  <a:moveTo>
                    <a:pt x="1" y="0"/>
                  </a:moveTo>
                  <a:lnTo>
                    <a:pt x="1" y="12930"/>
                  </a:lnTo>
                  <a:lnTo>
                    <a:pt x="18332" y="12930"/>
                  </a:lnTo>
                  <a:lnTo>
                    <a:pt x="183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2">
              <a:extLst>
                <a:ext uri="{FF2B5EF4-FFF2-40B4-BE49-F238E27FC236}">
                  <a16:creationId xmlns:a16="http://schemas.microsoft.com/office/drawing/2014/main" id="{44292672-FC75-0BBE-52A4-60188CFC06D6}"/>
                </a:ext>
              </a:extLst>
            </p:cNvPr>
            <p:cNvSpPr/>
            <p:nvPr/>
          </p:nvSpPr>
          <p:spPr>
            <a:xfrm>
              <a:off x="4722002" y="3706656"/>
              <a:ext cx="500326" cy="118395"/>
            </a:xfrm>
            <a:custGeom>
              <a:avLst/>
              <a:gdLst/>
              <a:ahLst/>
              <a:cxnLst/>
              <a:rect l="l" t="t" r="r" b="b"/>
              <a:pathLst>
                <a:path w="18332" h="4338" extrusionOk="0">
                  <a:moveTo>
                    <a:pt x="0" y="1"/>
                  </a:moveTo>
                  <a:lnTo>
                    <a:pt x="0" y="2185"/>
                  </a:lnTo>
                  <a:lnTo>
                    <a:pt x="7552" y="2185"/>
                  </a:lnTo>
                  <a:lnTo>
                    <a:pt x="7552" y="3261"/>
                  </a:lnTo>
                  <a:lnTo>
                    <a:pt x="5403" y="3261"/>
                  </a:lnTo>
                  <a:lnTo>
                    <a:pt x="5403" y="4338"/>
                  </a:lnTo>
                  <a:lnTo>
                    <a:pt x="12926" y="4338"/>
                  </a:lnTo>
                  <a:lnTo>
                    <a:pt x="12926" y="3261"/>
                  </a:lnTo>
                  <a:lnTo>
                    <a:pt x="10777" y="3261"/>
                  </a:lnTo>
                  <a:lnTo>
                    <a:pt x="10777" y="2185"/>
                  </a:lnTo>
                  <a:lnTo>
                    <a:pt x="18332" y="2185"/>
                  </a:lnTo>
                  <a:lnTo>
                    <a:pt x="1833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8B7F85A6-D357-6EB0-2271-77D8CF2204BD}"/>
              </a:ext>
            </a:extLst>
          </p:cNvPr>
          <p:cNvSpPr txBox="1"/>
          <p:nvPr/>
        </p:nvSpPr>
        <p:spPr>
          <a:xfrm>
            <a:off x="720000" y="1156875"/>
            <a:ext cx="4572000" cy="307777"/>
          </a:xfrm>
          <a:prstGeom prst="rect">
            <a:avLst/>
          </a:prstGeom>
          <a:noFill/>
        </p:spPr>
        <p:txBody>
          <a:bodyPr wrap="square">
            <a:spAutoFit/>
          </a:bodyPr>
          <a:lstStyle/>
          <a:p>
            <a:r>
              <a:rPr lang="en-US" b="1" dirty="0"/>
              <a:t>Agent tools for smarter research</a:t>
            </a:r>
            <a:endParaRPr lang="en-US" dirty="0"/>
          </a:p>
        </p:txBody>
      </p:sp>
    </p:spTree>
    <p:extLst>
      <p:ext uri="{BB962C8B-B14F-4D97-AF65-F5344CB8AC3E}">
        <p14:creationId xmlns:p14="http://schemas.microsoft.com/office/powerpoint/2010/main" val="3835726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C72504B7-D264-A63C-A6FF-A072795F27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CA259C7-FD6E-8352-9D14-2139472A5386}"/>
              </a:ext>
            </a:extLst>
          </p:cNvPr>
          <p:cNvPicPr>
            <a:picLocks noChangeAspect="1"/>
          </p:cNvPicPr>
          <p:nvPr/>
        </p:nvPicPr>
        <p:blipFill>
          <a:blip r:embed="rId3"/>
          <a:stretch>
            <a:fillRect/>
          </a:stretch>
        </p:blipFill>
        <p:spPr>
          <a:xfrm>
            <a:off x="100029" y="1763484"/>
            <a:ext cx="4712604" cy="2070835"/>
          </a:xfrm>
          <a:prstGeom prst="rect">
            <a:avLst/>
          </a:prstGeom>
        </p:spPr>
      </p:pic>
      <p:sp>
        <p:nvSpPr>
          <p:cNvPr id="868" name="Google Shape;868;p49">
            <a:extLst>
              <a:ext uri="{FF2B5EF4-FFF2-40B4-BE49-F238E27FC236}">
                <a16:creationId xmlns:a16="http://schemas.microsoft.com/office/drawing/2014/main" id="{D8504A0A-BF3E-ED9E-4A3C-AAAB90EB547D}"/>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err="1"/>
              <a:t>MLGym</a:t>
            </a:r>
            <a:r>
              <a:rPr lang="en-US" dirty="0"/>
              <a:t>-Bench</a:t>
            </a:r>
            <a:endParaRPr dirty="0"/>
          </a:p>
        </p:txBody>
      </p:sp>
      <p:sp>
        <p:nvSpPr>
          <p:cNvPr id="869" name="Google Shape;869;p49">
            <a:extLst>
              <a:ext uri="{FF2B5EF4-FFF2-40B4-BE49-F238E27FC236}">
                <a16:creationId xmlns:a16="http://schemas.microsoft.com/office/drawing/2014/main" id="{4728A91C-8F5E-6EFD-4BFE-DF37C5F0E6A9}"/>
              </a:ext>
            </a:extLst>
          </p:cNvPr>
          <p:cNvSpPr txBox="1">
            <a:spLocks noGrp="1"/>
          </p:cNvSpPr>
          <p:nvPr>
            <p:ph type="subTitle" idx="1"/>
          </p:nvPr>
        </p:nvSpPr>
        <p:spPr>
          <a:xfrm>
            <a:off x="4764508" y="862401"/>
            <a:ext cx="3853961" cy="1936500"/>
          </a:xfrm>
          <a:prstGeom prst="rect">
            <a:avLst/>
          </a:prstGeom>
        </p:spPr>
        <p:txBody>
          <a:bodyPr spcFirstLastPara="1" wrap="square" lIns="91425" tIns="91425" rIns="91425" bIns="91425" anchor="t" anchorCtr="0">
            <a:noAutofit/>
          </a:bodyPr>
          <a:lstStyle/>
          <a:p>
            <a:pPr marL="139700" lvl="0" indent="0" algn="l" rtl="0">
              <a:spcBef>
                <a:spcPts val="0"/>
              </a:spcBef>
              <a:spcAft>
                <a:spcPts val="0"/>
              </a:spcAft>
              <a:buSzPts val="1400"/>
              <a:buNone/>
            </a:pPr>
            <a:r>
              <a:rPr lang="en" b="1" dirty="0"/>
              <a:t>Bechmark Overview:</a:t>
            </a:r>
          </a:p>
          <a:p>
            <a:pPr marL="139700" lvl="0" indent="0" algn="l" rtl="0">
              <a:spcBef>
                <a:spcPts val="0"/>
              </a:spcBef>
              <a:spcAft>
                <a:spcPts val="0"/>
              </a:spcAft>
              <a:buSzPts val="1400"/>
              <a:buNone/>
            </a:pPr>
            <a:endParaRPr lang="en" dirty="0"/>
          </a:p>
          <a:p>
            <a:pPr lvl="0"/>
            <a:r>
              <a:rPr lang="en-US" dirty="0"/>
              <a:t>13 diverse, open-ended research tasks covering multiple domains</a:t>
            </a:r>
          </a:p>
          <a:p>
            <a:pPr lvl="0"/>
            <a:endParaRPr lang="en-US" dirty="0"/>
          </a:p>
          <a:p>
            <a:pPr lvl="0"/>
            <a:r>
              <a:rPr lang="en-US" dirty="0"/>
              <a:t>Includes NLP, Computer Vision, Reinforcement Learning, Game Theory, and Data Science</a:t>
            </a:r>
          </a:p>
          <a:p>
            <a:pPr lvl="0"/>
            <a:endParaRPr lang="en-US" dirty="0"/>
          </a:p>
          <a:p>
            <a:pPr lvl="0"/>
            <a:r>
              <a:rPr lang="en-US" dirty="0"/>
              <a:t>Uses domain-specific evaluation artifacts (not only simple metrics) to test Baseline improvement skills (Level 1)</a:t>
            </a:r>
          </a:p>
          <a:p>
            <a:pPr lvl="0"/>
            <a:endParaRPr lang="en-US" dirty="0"/>
          </a:p>
          <a:p>
            <a:pPr lvl="0"/>
            <a:r>
              <a:rPr lang="en-US" dirty="0"/>
              <a:t>Supports standardized evaluation pipelines for fair comparison across different models</a:t>
            </a:r>
            <a:endParaRPr dirty="0"/>
          </a:p>
        </p:txBody>
      </p:sp>
    </p:spTree>
    <p:extLst>
      <p:ext uri="{BB962C8B-B14F-4D97-AF65-F5344CB8AC3E}">
        <p14:creationId xmlns:p14="http://schemas.microsoft.com/office/powerpoint/2010/main" val="2301607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7">
          <a:extLst>
            <a:ext uri="{FF2B5EF4-FFF2-40B4-BE49-F238E27FC236}">
              <a16:creationId xmlns:a16="http://schemas.microsoft.com/office/drawing/2014/main" id="{4A8C841F-0777-6BBE-DE8A-8B147CB44A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B0CE7B-797D-9B36-123B-2F00A05967EB}"/>
              </a:ext>
            </a:extLst>
          </p:cNvPr>
          <p:cNvSpPr>
            <a:spLocks noGrp="1"/>
          </p:cNvSpPr>
          <p:nvPr>
            <p:ph type="title"/>
          </p:nvPr>
        </p:nvSpPr>
        <p:spPr>
          <a:xfrm>
            <a:off x="747617" y="115447"/>
            <a:ext cx="7800021" cy="1403400"/>
          </a:xfrm>
        </p:spPr>
        <p:txBody>
          <a:bodyPr anchor="ctr"/>
          <a:lstStyle/>
          <a:p>
            <a:r>
              <a:rPr lang="en-US" dirty="0"/>
              <a:t>Agent Capability Levels</a:t>
            </a:r>
          </a:p>
        </p:txBody>
      </p:sp>
      <p:grpSp>
        <p:nvGrpSpPr>
          <p:cNvPr id="30" name="Google Shape;5723;p75">
            <a:extLst>
              <a:ext uri="{FF2B5EF4-FFF2-40B4-BE49-F238E27FC236}">
                <a16:creationId xmlns:a16="http://schemas.microsoft.com/office/drawing/2014/main" id="{8FE86F97-BD33-0623-68A8-6BA9F00A630F}"/>
              </a:ext>
            </a:extLst>
          </p:cNvPr>
          <p:cNvGrpSpPr/>
          <p:nvPr/>
        </p:nvGrpSpPr>
        <p:grpSpPr>
          <a:xfrm>
            <a:off x="1513487" y="2667150"/>
            <a:ext cx="6311299" cy="991494"/>
            <a:chOff x="238125" y="1725700"/>
            <a:chExt cx="7139025" cy="2260325"/>
          </a:xfrm>
        </p:grpSpPr>
        <p:sp>
          <p:nvSpPr>
            <p:cNvPr id="31" name="Google Shape;5724;p75">
              <a:extLst>
                <a:ext uri="{FF2B5EF4-FFF2-40B4-BE49-F238E27FC236}">
                  <a16:creationId xmlns:a16="http://schemas.microsoft.com/office/drawing/2014/main" id="{A4C285D1-E9C6-43B2-4F10-34A3A955E534}"/>
                </a:ext>
              </a:extLst>
            </p:cNvPr>
            <p:cNvSpPr/>
            <p:nvPr/>
          </p:nvSpPr>
          <p:spPr>
            <a:xfrm>
              <a:off x="238125" y="1741950"/>
              <a:ext cx="6506150" cy="2228050"/>
            </a:xfrm>
            <a:custGeom>
              <a:avLst/>
              <a:gdLst/>
              <a:ahLst/>
              <a:cxnLst/>
              <a:rect l="l" t="t" r="r" b="b"/>
              <a:pathLst>
                <a:path w="260246" h="89122" extrusionOk="0">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5725;p75">
              <a:extLst>
                <a:ext uri="{FF2B5EF4-FFF2-40B4-BE49-F238E27FC236}">
                  <a16:creationId xmlns:a16="http://schemas.microsoft.com/office/drawing/2014/main" id="{4BF69FC7-216C-79B2-8C79-3E8FE218A538}"/>
                </a:ext>
              </a:extLst>
            </p:cNvPr>
            <p:cNvSpPr/>
            <p:nvPr/>
          </p:nvSpPr>
          <p:spPr>
            <a:xfrm>
              <a:off x="2480475" y="2435950"/>
              <a:ext cx="438500" cy="841400"/>
            </a:xfrm>
            <a:custGeom>
              <a:avLst/>
              <a:gdLst/>
              <a:ahLst/>
              <a:cxnLst/>
              <a:rect l="l" t="t" r="r" b="b"/>
              <a:pathLst>
                <a:path w="17540" h="33656" extrusionOk="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5726;p75">
              <a:extLst>
                <a:ext uri="{FF2B5EF4-FFF2-40B4-BE49-F238E27FC236}">
                  <a16:creationId xmlns:a16="http://schemas.microsoft.com/office/drawing/2014/main" id="{3D64B0A3-2975-A3F4-0512-31558AC83E8F}"/>
                </a:ext>
              </a:extLst>
            </p:cNvPr>
            <p:cNvSpPr/>
            <p:nvPr/>
          </p:nvSpPr>
          <p:spPr>
            <a:xfrm>
              <a:off x="3663250" y="2219875"/>
              <a:ext cx="607450" cy="1272525"/>
            </a:xfrm>
            <a:custGeom>
              <a:avLst/>
              <a:gdLst/>
              <a:ahLst/>
              <a:cxnLst/>
              <a:rect l="l" t="t" r="r" b="b"/>
              <a:pathLst>
                <a:path w="24298" h="50901" extrusionOk="0">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5727;p75">
              <a:extLst>
                <a:ext uri="{FF2B5EF4-FFF2-40B4-BE49-F238E27FC236}">
                  <a16:creationId xmlns:a16="http://schemas.microsoft.com/office/drawing/2014/main" id="{483C1BBF-516E-8C08-D5C0-AF23CBA9ABB0}"/>
                </a:ext>
              </a:extLst>
            </p:cNvPr>
            <p:cNvSpPr/>
            <p:nvPr/>
          </p:nvSpPr>
          <p:spPr>
            <a:xfrm>
              <a:off x="4999700" y="1973525"/>
              <a:ext cx="820500" cy="1764350"/>
            </a:xfrm>
            <a:custGeom>
              <a:avLst/>
              <a:gdLst/>
              <a:ahLst/>
              <a:cxnLst/>
              <a:rect l="l" t="t" r="r" b="b"/>
              <a:pathLst>
                <a:path w="32820" h="70574" extrusionOk="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5728;p75">
              <a:extLst>
                <a:ext uri="{FF2B5EF4-FFF2-40B4-BE49-F238E27FC236}">
                  <a16:creationId xmlns:a16="http://schemas.microsoft.com/office/drawing/2014/main" id="{29EF6567-36C1-23BF-7A6F-BF1AA0420613}"/>
                </a:ext>
              </a:extLst>
            </p:cNvPr>
            <p:cNvSpPr/>
            <p:nvPr/>
          </p:nvSpPr>
          <p:spPr>
            <a:xfrm>
              <a:off x="6838275" y="1725700"/>
              <a:ext cx="150" cy="0"/>
            </a:xfrm>
            <a:custGeom>
              <a:avLst/>
              <a:gdLst/>
              <a:ahLst/>
              <a:cxnLst/>
              <a:rect l="l" t="t" r="r" b="b"/>
              <a:pathLst>
                <a:path w="6" extrusionOk="0">
                  <a:moveTo>
                    <a:pt x="5" y="0"/>
                  </a:moveTo>
                  <a:lnTo>
                    <a:pt x="1"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729;p75">
              <a:extLst>
                <a:ext uri="{FF2B5EF4-FFF2-40B4-BE49-F238E27FC236}">
                  <a16:creationId xmlns:a16="http://schemas.microsoft.com/office/drawing/2014/main" id="{87840715-6C02-D410-A579-14D7866150CF}"/>
                </a:ext>
              </a:extLst>
            </p:cNvPr>
            <p:cNvSpPr/>
            <p:nvPr/>
          </p:nvSpPr>
          <p:spPr>
            <a:xfrm>
              <a:off x="6838400" y="3986000"/>
              <a:ext cx="25" cy="25"/>
            </a:xfrm>
            <a:custGeom>
              <a:avLst/>
              <a:gdLst/>
              <a:ahLst/>
              <a:cxnLst/>
              <a:rect l="l" t="t" r="r" b="b"/>
              <a:pathLst>
                <a:path w="1" h="1" extrusionOk="0">
                  <a:moveTo>
                    <a:pt x="0" y="1"/>
                  </a:moveTo>
                  <a:lnTo>
                    <a:pt x="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730;p75">
              <a:extLst>
                <a:ext uri="{FF2B5EF4-FFF2-40B4-BE49-F238E27FC236}">
                  <a16:creationId xmlns:a16="http://schemas.microsoft.com/office/drawing/2014/main" id="{5634C72A-66F2-17C9-F745-56E38A657FA0}"/>
                </a:ext>
              </a:extLst>
            </p:cNvPr>
            <p:cNvSpPr/>
            <p:nvPr/>
          </p:nvSpPr>
          <p:spPr>
            <a:xfrm>
              <a:off x="6744250" y="3969975"/>
              <a:ext cx="94175" cy="16050"/>
            </a:xfrm>
            <a:custGeom>
              <a:avLst/>
              <a:gdLst/>
              <a:ahLst/>
              <a:cxnLst/>
              <a:rect l="l" t="t" r="r" b="b"/>
              <a:pathLst>
                <a:path w="3767" h="642" extrusionOk="0">
                  <a:moveTo>
                    <a:pt x="1" y="0"/>
                  </a:moveTo>
                  <a:lnTo>
                    <a:pt x="1" y="0"/>
                  </a:lnTo>
                  <a:cubicBezTo>
                    <a:pt x="1190" y="425"/>
                    <a:pt x="2415" y="642"/>
                    <a:pt x="3662" y="642"/>
                  </a:cubicBezTo>
                  <a:lnTo>
                    <a:pt x="3766" y="642"/>
                  </a:lnTo>
                  <a:lnTo>
                    <a:pt x="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731;p75">
              <a:extLst>
                <a:ext uri="{FF2B5EF4-FFF2-40B4-BE49-F238E27FC236}">
                  <a16:creationId xmlns:a16="http://schemas.microsoft.com/office/drawing/2014/main" id="{9ED94B76-EDD7-D4CF-571E-C010778A8828}"/>
                </a:ext>
              </a:extLst>
            </p:cNvPr>
            <p:cNvSpPr/>
            <p:nvPr/>
          </p:nvSpPr>
          <p:spPr>
            <a:xfrm>
              <a:off x="6744250" y="1725700"/>
              <a:ext cx="94050" cy="16175"/>
            </a:xfrm>
            <a:custGeom>
              <a:avLst/>
              <a:gdLst/>
              <a:ahLst/>
              <a:cxnLst/>
              <a:rect l="l" t="t" r="r" b="b"/>
              <a:pathLst>
                <a:path w="3762" h="647" extrusionOk="0">
                  <a:moveTo>
                    <a:pt x="3662" y="0"/>
                  </a:moveTo>
                  <a:cubicBezTo>
                    <a:pt x="2415" y="0"/>
                    <a:pt x="1194" y="222"/>
                    <a:pt x="1" y="646"/>
                  </a:cubicBezTo>
                  <a:lnTo>
                    <a:pt x="376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732;p75">
              <a:extLst>
                <a:ext uri="{FF2B5EF4-FFF2-40B4-BE49-F238E27FC236}">
                  <a16:creationId xmlns:a16="http://schemas.microsoft.com/office/drawing/2014/main" id="{131231CC-DAC6-CD4A-F048-817C9B72127C}"/>
                </a:ext>
              </a:extLst>
            </p:cNvPr>
            <p:cNvSpPr/>
            <p:nvPr/>
          </p:nvSpPr>
          <p:spPr>
            <a:xfrm>
              <a:off x="6294575" y="1725700"/>
              <a:ext cx="1082575" cy="2260225"/>
            </a:xfrm>
            <a:custGeom>
              <a:avLst/>
              <a:gdLst/>
              <a:ahLst/>
              <a:cxnLst/>
              <a:rect l="l" t="t" r="r" b="b"/>
              <a:pathLst>
                <a:path w="43303" h="90409" extrusionOk="0">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733;p75">
              <a:extLst>
                <a:ext uri="{FF2B5EF4-FFF2-40B4-BE49-F238E27FC236}">
                  <a16:creationId xmlns:a16="http://schemas.microsoft.com/office/drawing/2014/main" id="{469FC4D2-FECB-CB5A-F8DE-E999FA85BFF5}"/>
                </a:ext>
              </a:extLst>
            </p:cNvPr>
            <p:cNvSpPr/>
            <p:nvPr/>
          </p:nvSpPr>
          <p:spPr>
            <a:xfrm>
              <a:off x="1511625" y="2613375"/>
              <a:ext cx="292400" cy="484275"/>
            </a:xfrm>
            <a:custGeom>
              <a:avLst/>
              <a:gdLst/>
              <a:ahLst/>
              <a:cxnLst/>
              <a:rect l="l" t="t" r="r" b="b"/>
              <a:pathLst>
                <a:path w="11696" h="19371" extrusionOk="0">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00B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79" name="Straight Arrow Connector 778">
            <a:extLst>
              <a:ext uri="{FF2B5EF4-FFF2-40B4-BE49-F238E27FC236}">
                <a16:creationId xmlns:a16="http://schemas.microsoft.com/office/drawing/2014/main" id="{EEAA6A41-A273-8622-F5BB-9610B2E878A2}"/>
              </a:ext>
            </a:extLst>
          </p:cNvPr>
          <p:cNvCxnSpPr>
            <a:cxnSpLocks/>
            <a:endCxn id="804" idx="2"/>
          </p:cNvCxnSpPr>
          <p:nvPr/>
        </p:nvCxnSpPr>
        <p:spPr>
          <a:xfrm flipV="1">
            <a:off x="1608793" y="2229255"/>
            <a:ext cx="0" cy="848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0" name="Straight Arrow Connector 779">
            <a:extLst>
              <a:ext uri="{FF2B5EF4-FFF2-40B4-BE49-F238E27FC236}">
                <a16:creationId xmlns:a16="http://schemas.microsoft.com/office/drawing/2014/main" id="{7154980A-0CD9-D26C-50C6-33772973777F}"/>
              </a:ext>
            </a:extLst>
          </p:cNvPr>
          <p:cNvCxnSpPr>
            <a:cxnSpLocks/>
          </p:cNvCxnSpPr>
          <p:nvPr/>
        </p:nvCxnSpPr>
        <p:spPr>
          <a:xfrm flipH="1" flipV="1">
            <a:off x="2764972" y="2413191"/>
            <a:ext cx="1" cy="643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1" name="Straight Arrow Connector 780">
            <a:extLst>
              <a:ext uri="{FF2B5EF4-FFF2-40B4-BE49-F238E27FC236}">
                <a16:creationId xmlns:a16="http://schemas.microsoft.com/office/drawing/2014/main" id="{0918495A-1C75-E1CD-1965-4B09E653331D}"/>
              </a:ext>
            </a:extLst>
          </p:cNvPr>
          <p:cNvCxnSpPr>
            <a:cxnSpLocks/>
          </p:cNvCxnSpPr>
          <p:nvPr/>
        </p:nvCxnSpPr>
        <p:spPr>
          <a:xfrm flipV="1">
            <a:off x="3680524" y="2775859"/>
            <a:ext cx="0" cy="1971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2" name="Straight Arrow Connector 781">
            <a:extLst>
              <a:ext uri="{FF2B5EF4-FFF2-40B4-BE49-F238E27FC236}">
                <a16:creationId xmlns:a16="http://schemas.microsoft.com/office/drawing/2014/main" id="{0E0E4210-C47C-9378-3305-1607F5568CAB}"/>
              </a:ext>
            </a:extLst>
          </p:cNvPr>
          <p:cNvCxnSpPr>
            <a:cxnSpLocks/>
          </p:cNvCxnSpPr>
          <p:nvPr/>
        </p:nvCxnSpPr>
        <p:spPr>
          <a:xfrm flipV="1">
            <a:off x="4797496" y="2500002"/>
            <a:ext cx="0" cy="5506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3" name="Straight Arrow Connector 782">
            <a:extLst>
              <a:ext uri="{FF2B5EF4-FFF2-40B4-BE49-F238E27FC236}">
                <a16:creationId xmlns:a16="http://schemas.microsoft.com/office/drawing/2014/main" id="{132818C6-5F8A-6F02-63DB-B8B4936C1A57}"/>
              </a:ext>
            </a:extLst>
          </p:cNvPr>
          <p:cNvCxnSpPr>
            <a:cxnSpLocks/>
          </p:cNvCxnSpPr>
          <p:nvPr/>
        </p:nvCxnSpPr>
        <p:spPr>
          <a:xfrm flipV="1">
            <a:off x="6082266" y="2224972"/>
            <a:ext cx="0" cy="743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4" name="Straight Arrow Connector 783">
            <a:extLst>
              <a:ext uri="{FF2B5EF4-FFF2-40B4-BE49-F238E27FC236}">
                <a16:creationId xmlns:a16="http://schemas.microsoft.com/office/drawing/2014/main" id="{7A25D43A-BB47-F8DD-ABF0-01051024032B}"/>
              </a:ext>
            </a:extLst>
          </p:cNvPr>
          <p:cNvCxnSpPr>
            <a:cxnSpLocks/>
            <a:stCxn id="803" idx="0"/>
          </p:cNvCxnSpPr>
          <p:nvPr/>
        </p:nvCxnSpPr>
        <p:spPr>
          <a:xfrm flipH="1" flipV="1">
            <a:off x="7334704" y="2239032"/>
            <a:ext cx="11257" cy="794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8" name="Google Shape;5733;p75">
            <a:extLst>
              <a:ext uri="{FF2B5EF4-FFF2-40B4-BE49-F238E27FC236}">
                <a16:creationId xmlns:a16="http://schemas.microsoft.com/office/drawing/2014/main" id="{ECA76403-844C-027E-0A06-710154785D8E}"/>
              </a:ext>
            </a:extLst>
          </p:cNvPr>
          <p:cNvSpPr/>
          <p:nvPr/>
        </p:nvSpPr>
        <p:spPr>
          <a:xfrm>
            <a:off x="1544169" y="3078215"/>
            <a:ext cx="129249" cy="169684"/>
          </a:xfrm>
          <a:custGeom>
            <a:avLst/>
            <a:gdLst/>
            <a:ahLst/>
            <a:cxnLst/>
            <a:rect l="l" t="t" r="r" b="b"/>
            <a:pathLst>
              <a:path w="11696" h="19371" extrusionOk="0">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1" name="Google Shape;633;p41">
            <a:extLst>
              <a:ext uri="{FF2B5EF4-FFF2-40B4-BE49-F238E27FC236}">
                <a16:creationId xmlns:a16="http://schemas.microsoft.com/office/drawing/2014/main" id="{5B5DEDD4-AE66-A162-137B-AF9CE9E5C818}"/>
              </a:ext>
            </a:extLst>
          </p:cNvPr>
          <p:cNvSpPr txBox="1">
            <a:spLocks noGrp="1"/>
          </p:cNvSpPr>
          <p:nvPr>
            <p:ph type="subTitle" idx="1"/>
          </p:nvPr>
        </p:nvSpPr>
        <p:spPr>
          <a:xfrm>
            <a:off x="2163639" y="1598497"/>
            <a:ext cx="1202667" cy="626475"/>
          </a:xfrm>
          <a:prstGeom prst="rect">
            <a:avLst/>
          </a:prstGeom>
        </p:spPr>
        <p:txBody>
          <a:bodyPr spcFirstLastPara="1" wrap="square" lIns="91425" tIns="91425" rIns="91425" bIns="91425" anchor="t" anchorCtr="0">
            <a:noAutofit/>
          </a:bodyPr>
          <a:lstStyle/>
          <a:p>
            <a:pPr marL="0" lvl="0" indent="0">
              <a:buNone/>
            </a:pPr>
            <a:r>
              <a:rPr lang="en-US" sz="900" b="1" dirty="0"/>
              <a:t>Baseline Improvement</a:t>
            </a:r>
            <a:r>
              <a:rPr lang="en-US" sz="900" dirty="0"/>
              <a:t>: Improves on existing solutions </a:t>
            </a:r>
            <a:endParaRPr sz="900" dirty="0"/>
          </a:p>
        </p:txBody>
      </p:sp>
      <p:sp>
        <p:nvSpPr>
          <p:cNvPr id="798" name="TextBox 797">
            <a:extLst>
              <a:ext uri="{FF2B5EF4-FFF2-40B4-BE49-F238E27FC236}">
                <a16:creationId xmlns:a16="http://schemas.microsoft.com/office/drawing/2014/main" id="{85791588-1ED1-D970-F533-677A28244FA0}"/>
              </a:ext>
            </a:extLst>
          </p:cNvPr>
          <p:cNvSpPr txBox="1"/>
          <p:nvPr/>
        </p:nvSpPr>
        <p:spPr>
          <a:xfrm>
            <a:off x="1387744" y="3053514"/>
            <a:ext cx="532760" cy="215444"/>
          </a:xfrm>
          <a:prstGeom prst="rect">
            <a:avLst/>
          </a:prstGeom>
          <a:noFill/>
        </p:spPr>
        <p:txBody>
          <a:bodyPr wrap="square">
            <a:spAutoFit/>
          </a:bodyPr>
          <a:lstStyle/>
          <a:p>
            <a:r>
              <a:rPr lang="en" sz="800" dirty="0"/>
              <a:t>Level 0</a:t>
            </a:r>
            <a:endParaRPr lang="en-US" sz="800" dirty="0"/>
          </a:p>
        </p:txBody>
      </p:sp>
      <p:sp>
        <p:nvSpPr>
          <p:cNvPr id="799" name="TextBox 798">
            <a:extLst>
              <a:ext uri="{FF2B5EF4-FFF2-40B4-BE49-F238E27FC236}">
                <a16:creationId xmlns:a16="http://schemas.microsoft.com/office/drawing/2014/main" id="{0431E4AF-986B-87D0-834A-D6229C689A98}"/>
              </a:ext>
            </a:extLst>
          </p:cNvPr>
          <p:cNvSpPr txBox="1"/>
          <p:nvPr/>
        </p:nvSpPr>
        <p:spPr>
          <a:xfrm>
            <a:off x="2498592" y="3045787"/>
            <a:ext cx="532760" cy="215444"/>
          </a:xfrm>
          <a:prstGeom prst="rect">
            <a:avLst/>
          </a:prstGeom>
          <a:noFill/>
        </p:spPr>
        <p:txBody>
          <a:bodyPr wrap="square">
            <a:spAutoFit/>
          </a:bodyPr>
          <a:lstStyle/>
          <a:p>
            <a:r>
              <a:rPr lang="en" sz="800" dirty="0"/>
              <a:t>Level 1</a:t>
            </a:r>
            <a:endParaRPr lang="en-US" sz="800" dirty="0"/>
          </a:p>
        </p:txBody>
      </p:sp>
      <p:sp>
        <p:nvSpPr>
          <p:cNvPr id="800" name="TextBox 799">
            <a:extLst>
              <a:ext uri="{FF2B5EF4-FFF2-40B4-BE49-F238E27FC236}">
                <a16:creationId xmlns:a16="http://schemas.microsoft.com/office/drawing/2014/main" id="{AF23A47C-C7F6-F397-52E4-E54FC89A56C0}"/>
              </a:ext>
            </a:extLst>
          </p:cNvPr>
          <p:cNvSpPr txBox="1"/>
          <p:nvPr/>
        </p:nvSpPr>
        <p:spPr>
          <a:xfrm>
            <a:off x="3437467" y="3028110"/>
            <a:ext cx="532760" cy="215444"/>
          </a:xfrm>
          <a:prstGeom prst="rect">
            <a:avLst/>
          </a:prstGeom>
          <a:noFill/>
        </p:spPr>
        <p:txBody>
          <a:bodyPr wrap="square">
            <a:spAutoFit/>
          </a:bodyPr>
          <a:lstStyle/>
          <a:p>
            <a:r>
              <a:rPr lang="en" sz="800" dirty="0"/>
              <a:t>Level 2</a:t>
            </a:r>
            <a:endParaRPr lang="en-US" sz="800" dirty="0"/>
          </a:p>
        </p:txBody>
      </p:sp>
      <p:sp>
        <p:nvSpPr>
          <p:cNvPr id="801" name="TextBox 800">
            <a:extLst>
              <a:ext uri="{FF2B5EF4-FFF2-40B4-BE49-F238E27FC236}">
                <a16:creationId xmlns:a16="http://schemas.microsoft.com/office/drawing/2014/main" id="{4D113E77-6716-DBC6-0ED9-978673E9E96D}"/>
              </a:ext>
            </a:extLst>
          </p:cNvPr>
          <p:cNvSpPr txBox="1"/>
          <p:nvPr/>
        </p:nvSpPr>
        <p:spPr>
          <a:xfrm>
            <a:off x="4531116" y="3013009"/>
            <a:ext cx="532760" cy="215444"/>
          </a:xfrm>
          <a:prstGeom prst="rect">
            <a:avLst/>
          </a:prstGeom>
          <a:noFill/>
        </p:spPr>
        <p:txBody>
          <a:bodyPr wrap="square">
            <a:spAutoFit/>
          </a:bodyPr>
          <a:lstStyle/>
          <a:p>
            <a:r>
              <a:rPr lang="en" sz="800" dirty="0"/>
              <a:t>Level 3</a:t>
            </a:r>
            <a:endParaRPr lang="en-US" sz="800" dirty="0"/>
          </a:p>
        </p:txBody>
      </p:sp>
      <p:sp>
        <p:nvSpPr>
          <p:cNvPr id="802" name="TextBox 801">
            <a:extLst>
              <a:ext uri="{FF2B5EF4-FFF2-40B4-BE49-F238E27FC236}">
                <a16:creationId xmlns:a16="http://schemas.microsoft.com/office/drawing/2014/main" id="{6A2FF92A-5B9F-5382-59AA-9B166BFDB266}"/>
              </a:ext>
            </a:extLst>
          </p:cNvPr>
          <p:cNvSpPr txBox="1"/>
          <p:nvPr/>
        </p:nvSpPr>
        <p:spPr>
          <a:xfrm>
            <a:off x="5818294" y="3013009"/>
            <a:ext cx="532760" cy="215444"/>
          </a:xfrm>
          <a:prstGeom prst="rect">
            <a:avLst/>
          </a:prstGeom>
          <a:noFill/>
        </p:spPr>
        <p:txBody>
          <a:bodyPr wrap="square">
            <a:spAutoFit/>
          </a:bodyPr>
          <a:lstStyle/>
          <a:p>
            <a:r>
              <a:rPr lang="en" sz="800" dirty="0"/>
              <a:t>Level 4</a:t>
            </a:r>
            <a:endParaRPr lang="en-US" sz="800" dirty="0"/>
          </a:p>
        </p:txBody>
      </p:sp>
      <p:sp>
        <p:nvSpPr>
          <p:cNvPr id="803" name="TextBox 802">
            <a:extLst>
              <a:ext uri="{FF2B5EF4-FFF2-40B4-BE49-F238E27FC236}">
                <a16:creationId xmlns:a16="http://schemas.microsoft.com/office/drawing/2014/main" id="{A07246DA-04D3-F6B3-C8E0-48A6E7793B42}"/>
              </a:ext>
            </a:extLst>
          </p:cNvPr>
          <p:cNvSpPr txBox="1"/>
          <p:nvPr/>
        </p:nvSpPr>
        <p:spPr>
          <a:xfrm>
            <a:off x="7079581" y="3033457"/>
            <a:ext cx="532760" cy="215444"/>
          </a:xfrm>
          <a:prstGeom prst="rect">
            <a:avLst/>
          </a:prstGeom>
          <a:noFill/>
        </p:spPr>
        <p:txBody>
          <a:bodyPr wrap="square">
            <a:spAutoFit/>
          </a:bodyPr>
          <a:lstStyle/>
          <a:p>
            <a:r>
              <a:rPr lang="en" sz="800" dirty="0"/>
              <a:t>Level 5</a:t>
            </a:r>
            <a:endParaRPr lang="en-US" sz="800" dirty="0"/>
          </a:p>
        </p:txBody>
      </p:sp>
      <p:sp>
        <p:nvSpPr>
          <p:cNvPr id="804" name="Google Shape;633;p41">
            <a:extLst>
              <a:ext uri="{FF2B5EF4-FFF2-40B4-BE49-F238E27FC236}">
                <a16:creationId xmlns:a16="http://schemas.microsoft.com/office/drawing/2014/main" id="{DC8B826A-D29C-2D44-5ECE-4E675F71F491}"/>
              </a:ext>
            </a:extLst>
          </p:cNvPr>
          <p:cNvSpPr txBox="1">
            <a:spLocks/>
          </p:cNvSpPr>
          <p:nvPr/>
        </p:nvSpPr>
        <p:spPr>
          <a:xfrm>
            <a:off x="1007459" y="1602780"/>
            <a:ext cx="1202667" cy="626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rgbClr val="999999"/>
              </a:buClr>
              <a:buSzPts val="600"/>
              <a:buFont typeface="Open Sans"/>
              <a:buChar char="■"/>
              <a:defRPr sz="1400" b="0" i="0" u="none" strike="noStrike" cap="none">
                <a:solidFill>
                  <a:schemeClr val="dk1"/>
                </a:solidFill>
                <a:latin typeface="Lato"/>
                <a:ea typeface="Lato"/>
                <a:cs typeface="Lato"/>
                <a:sym typeface="Lato"/>
              </a:defRPr>
            </a:lvl9pPr>
          </a:lstStyle>
          <a:p>
            <a:pPr marL="0" indent="0">
              <a:buFont typeface="Open Sans"/>
              <a:buNone/>
            </a:pPr>
            <a:r>
              <a:rPr lang="en-US" sz="900" b="1" dirty="0"/>
              <a:t>Reproduction</a:t>
            </a:r>
            <a:r>
              <a:rPr lang="en-US" sz="900" dirty="0"/>
              <a:t>: </a:t>
            </a:r>
            <a:r>
              <a:rPr lang="en-US" sz="900" dirty="0">
                <a:sym typeface="Wingdings" panose="05000000000000000000" pitchFamily="2" charset="2"/>
              </a:rPr>
              <a:t>Repeats existing results</a:t>
            </a:r>
            <a:endParaRPr lang="en-US" sz="900" dirty="0"/>
          </a:p>
        </p:txBody>
      </p:sp>
      <p:sp>
        <p:nvSpPr>
          <p:cNvPr id="805" name="Google Shape;633;p41">
            <a:extLst>
              <a:ext uri="{FF2B5EF4-FFF2-40B4-BE49-F238E27FC236}">
                <a16:creationId xmlns:a16="http://schemas.microsoft.com/office/drawing/2014/main" id="{C5977DA6-7FDF-57F3-4D20-5DEF5B3542BA}"/>
              </a:ext>
            </a:extLst>
          </p:cNvPr>
          <p:cNvSpPr txBox="1">
            <a:spLocks/>
          </p:cNvSpPr>
          <p:nvPr/>
        </p:nvSpPr>
        <p:spPr>
          <a:xfrm>
            <a:off x="3282175" y="1598497"/>
            <a:ext cx="1202667" cy="626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rgbClr val="999999"/>
              </a:buClr>
              <a:buSzPts val="600"/>
              <a:buFont typeface="Open Sans"/>
              <a:buChar char="■"/>
              <a:defRPr sz="1400" b="0" i="0" u="none" strike="noStrike" cap="none">
                <a:solidFill>
                  <a:schemeClr val="dk1"/>
                </a:solidFill>
                <a:latin typeface="Lato"/>
                <a:ea typeface="Lato"/>
                <a:cs typeface="Lato"/>
                <a:sym typeface="Lato"/>
              </a:defRPr>
            </a:lvl9pPr>
          </a:lstStyle>
          <a:p>
            <a:pPr marL="0" indent="0">
              <a:buNone/>
            </a:pPr>
            <a:r>
              <a:rPr lang="en-US" sz="900" b="1" dirty="0"/>
              <a:t>State-of-the-Art Achievement: </a:t>
            </a:r>
            <a:r>
              <a:rPr lang="en-US" sz="900" dirty="0"/>
              <a:t>Matches top human benchmarks without access to external </a:t>
            </a:r>
            <a:r>
              <a:rPr lang="en-US" sz="900" b="1" dirty="0"/>
              <a:t>SOTA </a:t>
            </a:r>
            <a:r>
              <a:rPr lang="en-US" sz="900" dirty="0"/>
              <a:t>references </a:t>
            </a:r>
          </a:p>
        </p:txBody>
      </p:sp>
      <p:sp>
        <p:nvSpPr>
          <p:cNvPr id="806" name="Google Shape;633;p41">
            <a:extLst>
              <a:ext uri="{FF2B5EF4-FFF2-40B4-BE49-F238E27FC236}">
                <a16:creationId xmlns:a16="http://schemas.microsoft.com/office/drawing/2014/main" id="{CD5E4260-D61B-3CEA-13BD-6E6A2FC3C8A7}"/>
              </a:ext>
            </a:extLst>
          </p:cNvPr>
          <p:cNvSpPr txBox="1">
            <a:spLocks/>
          </p:cNvSpPr>
          <p:nvPr/>
        </p:nvSpPr>
        <p:spPr>
          <a:xfrm>
            <a:off x="4438355" y="1598497"/>
            <a:ext cx="1202667" cy="626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rgbClr val="999999"/>
              </a:buClr>
              <a:buSzPts val="600"/>
              <a:buFont typeface="Open Sans"/>
              <a:buChar char="■"/>
              <a:defRPr sz="1400" b="0" i="0" u="none" strike="noStrike" cap="none">
                <a:solidFill>
                  <a:schemeClr val="dk1"/>
                </a:solidFill>
                <a:latin typeface="Lato"/>
                <a:ea typeface="Lato"/>
                <a:cs typeface="Lato"/>
                <a:sym typeface="Lato"/>
              </a:defRPr>
            </a:lvl9pPr>
          </a:lstStyle>
          <a:p>
            <a:pPr marL="0" indent="0">
              <a:buNone/>
            </a:pPr>
            <a:r>
              <a:rPr lang="en-US" sz="900" b="1" dirty="0"/>
              <a:t>Novel Scientific Contribution</a:t>
            </a:r>
            <a:r>
              <a:rPr lang="en-US" sz="900" dirty="0"/>
              <a:t>: Invents new algorithms worth publishing</a:t>
            </a:r>
          </a:p>
        </p:txBody>
      </p:sp>
      <p:sp>
        <p:nvSpPr>
          <p:cNvPr id="807" name="Google Shape;633;p41">
            <a:extLst>
              <a:ext uri="{FF2B5EF4-FFF2-40B4-BE49-F238E27FC236}">
                <a16:creationId xmlns:a16="http://schemas.microsoft.com/office/drawing/2014/main" id="{AA460B80-176A-CA33-6CF4-F0BB8E291762}"/>
              </a:ext>
            </a:extLst>
          </p:cNvPr>
          <p:cNvSpPr txBox="1">
            <a:spLocks/>
          </p:cNvSpPr>
          <p:nvPr/>
        </p:nvSpPr>
        <p:spPr>
          <a:xfrm>
            <a:off x="5556891" y="1598497"/>
            <a:ext cx="1202667" cy="626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rgbClr val="999999"/>
              </a:buClr>
              <a:buSzPts val="600"/>
              <a:buFont typeface="Open Sans"/>
              <a:buChar char="■"/>
              <a:defRPr sz="1400" b="0" i="0" u="none" strike="noStrike" cap="none">
                <a:solidFill>
                  <a:schemeClr val="dk1"/>
                </a:solidFill>
                <a:latin typeface="Lato"/>
                <a:ea typeface="Lato"/>
                <a:cs typeface="Lato"/>
                <a:sym typeface="Lato"/>
              </a:defRPr>
            </a:lvl9pPr>
          </a:lstStyle>
          <a:p>
            <a:pPr marL="0" indent="0">
              <a:buNone/>
            </a:pPr>
            <a:r>
              <a:rPr lang="en-US" sz="900" dirty="0"/>
              <a:t>Groundbreaking Scientific Contribution</a:t>
            </a:r>
          </a:p>
        </p:txBody>
      </p:sp>
      <p:sp>
        <p:nvSpPr>
          <p:cNvPr id="808" name="Google Shape;633;p41">
            <a:extLst>
              <a:ext uri="{FF2B5EF4-FFF2-40B4-BE49-F238E27FC236}">
                <a16:creationId xmlns:a16="http://schemas.microsoft.com/office/drawing/2014/main" id="{F9E13A16-0C7A-9316-AE07-B6875F9C2208}"/>
              </a:ext>
            </a:extLst>
          </p:cNvPr>
          <p:cNvSpPr txBox="1">
            <a:spLocks/>
          </p:cNvSpPr>
          <p:nvPr/>
        </p:nvSpPr>
        <p:spPr>
          <a:xfrm>
            <a:off x="6733370" y="1598497"/>
            <a:ext cx="1202667" cy="626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rgbClr val="999999"/>
              </a:buClr>
              <a:buSzPts val="600"/>
              <a:buFont typeface="Open Sans"/>
              <a:buChar char="■"/>
              <a:defRPr sz="1400" b="0" i="0" u="none" strike="noStrike" cap="none">
                <a:solidFill>
                  <a:schemeClr val="dk1"/>
                </a:solidFill>
                <a:latin typeface="Lato"/>
                <a:ea typeface="Lato"/>
                <a:cs typeface="Lato"/>
                <a:sym typeface="Lato"/>
              </a:defRPr>
            </a:lvl9pPr>
          </a:lstStyle>
          <a:p>
            <a:pPr marL="0" indent="0">
              <a:buNone/>
            </a:pPr>
            <a:r>
              <a:rPr lang="en-US" sz="900" dirty="0"/>
              <a:t>Pursues long projects, discovers new paradigms</a:t>
            </a:r>
          </a:p>
        </p:txBody>
      </p:sp>
      <p:sp>
        <p:nvSpPr>
          <p:cNvPr id="5" name="Google Shape;633;p41">
            <a:extLst>
              <a:ext uri="{FF2B5EF4-FFF2-40B4-BE49-F238E27FC236}">
                <a16:creationId xmlns:a16="http://schemas.microsoft.com/office/drawing/2014/main" id="{79598C92-B422-43D5-2CCC-38C6DB43729E}"/>
              </a:ext>
            </a:extLst>
          </p:cNvPr>
          <p:cNvSpPr txBox="1">
            <a:spLocks/>
          </p:cNvSpPr>
          <p:nvPr/>
        </p:nvSpPr>
        <p:spPr>
          <a:xfrm>
            <a:off x="2163639" y="3624530"/>
            <a:ext cx="1202667" cy="6264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rgbClr val="999999"/>
              </a:buClr>
              <a:buSzPts val="800"/>
              <a:buFont typeface="Open Sans"/>
              <a:buChar char="●"/>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rgbClr val="999999"/>
              </a:buClr>
              <a:buSzPts val="1200"/>
              <a:buFont typeface="Open Sans"/>
              <a:buChar char="■"/>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rgbClr val="999999"/>
              </a:buClr>
              <a:buSzPts val="700"/>
              <a:buFont typeface="Open Sans"/>
              <a:buChar char="○"/>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rgbClr val="999999"/>
              </a:buClr>
              <a:buSzPts val="600"/>
              <a:buFont typeface="Open Sans"/>
              <a:buChar char="■"/>
              <a:defRPr sz="1400" b="0" i="0" u="none" strike="noStrike" cap="none">
                <a:solidFill>
                  <a:schemeClr val="dk1"/>
                </a:solidFill>
                <a:latin typeface="Lato"/>
                <a:ea typeface="Lato"/>
                <a:cs typeface="Lato"/>
                <a:sym typeface="Lato"/>
              </a:defRPr>
            </a:lvl9pPr>
          </a:lstStyle>
          <a:p>
            <a:pPr marL="0" indent="0">
              <a:buFont typeface="Open Sans"/>
              <a:buNone/>
            </a:pPr>
            <a:r>
              <a:rPr lang="en-US" sz="900" b="1" dirty="0"/>
              <a:t>The agent is able to reason.</a:t>
            </a:r>
          </a:p>
          <a:p>
            <a:pPr marL="0" indent="0">
              <a:buNone/>
            </a:pPr>
            <a:r>
              <a:rPr lang="en-US" sz="900" dirty="0"/>
              <a:t>The agent can </a:t>
            </a:r>
            <a:r>
              <a:rPr lang="en-US" sz="900" i="1" dirty="0"/>
              <a:t>safely explore and adjust</a:t>
            </a:r>
            <a:r>
              <a:rPr lang="en-US" sz="900" dirty="0"/>
              <a:t> solutions</a:t>
            </a:r>
          </a:p>
        </p:txBody>
      </p:sp>
      <p:cxnSp>
        <p:nvCxnSpPr>
          <p:cNvPr id="6" name="Straight Arrow Connector 5">
            <a:extLst>
              <a:ext uri="{FF2B5EF4-FFF2-40B4-BE49-F238E27FC236}">
                <a16:creationId xmlns:a16="http://schemas.microsoft.com/office/drawing/2014/main" id="{64616597-49B2-4A3E-39AE-74A24082B6C3}"/>
              </a:ext>
            </a:extLst>
          </p:cNvPr>
          <p:cNvCxnSpPr>
            <a:cxnSpLocks/>
          </p:cNvCxnSpPr>
          <p:nvPr/>
        </p:nvCxnSpPr>
        <p:spPr>
          <a:xfrm>
            <a:off x="2764972" y="3273263"/>
            <a:ext cx="1" cy="363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D494B85-94AD-F2F9-8139-10608094EB52}"/>
              </a:ext>
            </a:extLst>
          </p:cNvPr>
          <p:cNvSpPr txBox="1"/>
          <p:nvPr/>
        </p:nvSpPr>
        <p:spPr>
          <a:xfrm>
            <a:off x="683347" y="1123268"/>
            <a:ext cx="7864291" cy="307777"/>
          </a:xfrm>
          <a:prstGeom prst="rect">
            <a:avLst/>
          </a:prstGeom>
          <a:noFill/>
        </p:spPr>
        <p:txBody>
          <a:bodyPr wrap="square">
            <a:spAutoFit/>
          </a:bodyPr>
          <a:lstStyle/>
          <a:p>
            <a:r>
              <a:rPr lang="en-US" dirty="0">
                <a:solidFill>
                  <a:schemeClr val="dk1"/>
                </a:solidFill>
                <a:latin typeface="Lato"/>
                <a:ea typeface="Lato"/>
                <a:cs typeface="Lato"/>
                <a:sym typeface="Lato"/>
              </a:rPr>
              <a:t>How </a:t>
            </a:r>
            <a:r>
              <a:rPr lang="en-US" dirty="0" err="1">
                <a:solidFill>
                  <a:schemeClr val="dk1"/>
                </a:solidFill>
                <a:latin typeface="Lato"/>
                <a:ea typeface="Lato"/>
                <a:cs typeface="Lato"/>
                <a:sym typeface="Lato"/>
              </a:rPr>
              <a:t>MLGym</a:t>
            </a:r>
            <a:r>
              <a:rPr lang="en-US" dirty="0">
                <a:solidFill>
                  <a:schemeClr val="dk1"/>
                </a:solidFill>
                <a:latin typeface="Lato"/>
                <a:ea typeface="Lato"/>
                <a:cs typeface="Lato"/>
                <a:sym typeface="Lato"/>
              </a:rPr>
              <a:t> evaluates the intelligence of its agents? - how smart or capable an AI agent is</a:t>
            </a:r>
          </a:p>
        </p:txBody>
      </p:sp>
    </p:spTree>
    <p:extLst>
      <p:ext uri="{BB962C8B-B14F-4D97-AF65-F5344CB8AC3E}">
        <p14:creationId xmlns:p14="http://schemas.microsoft.com/office/powerpoint/2010/main" val="337295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35">
          <a:extLst>
            <a:ext uri="{FF2B5EF4-FFF2-40B4-BE49-F238E27FC236}">
              <a16:creationId xmlns:a16="http://schemas.microsoft.com/office/drawing/2014/main" id="{DD1C9ED6-F1C6-88E8-59E7-CF70FE69DA10}"/>
            </a:ext>
          </a:extLst>
        </p:cNvPr>
        <p:cNvGrpSpPr/>
        <p:nvPr/>
      </p:nvGrpSpPr>
      <p:grpSpPr>
        <a:xfrm>
          <a:off x="0" y="0"/>
          <a:ext cx="0" cy="0"/>
          <a:chOff x="0" y="0"/>
          <a:chExt cx="0" cy="0"/>
        </a:xfrm>
      </p:grpSpPr>
      <p:sp>
        <p:nvSpPr>
          <p:cNvPr id="736" name="Google Shape;736;p44">
            <a:extLst>
              <a:ext uri="{FF2B5EF4-FFF2-40B4-BE49-F238E27FC236}">
                <a16:creationId xmlns:a16="http://schemas.microsoft.com/office/drawing/2014/main" id="{AAB303F4-B0E2-1614-A73C-A3D1A96D5450}"/>
              </a:ext>
            </a:extLst>
          </p:cNvPr>
          <p:cNvSpPr txBox="1">
            <a:spLocks noGrp="1"/>
          </p:cNvSpPr>
          <p:nvPr>
            <p:ph type="subTitle" idx="2"/>
          </p:nvPr>
        </p:nvSpPr>
        <p:spPr>
          <a:xfrm>
            <a:off x="3578947" y="2116975"/>
            <a:ext cx="1986000" cy="649200"/>
          </a:xfrm>
          <a:prstGeom prst="rect">
            <a:avLst/>
          </a:prstGeom>
        </p:spPr>
        <p:txBody>
          <a:bodyPr spcFirstLastPara="1" wrap="square" lIns="91425" tIns="91425" rIns="91425" bIns="91425" anchor="t" anchorCtr="0">
            <a:noAutofit/>
          </a:bodyPr>
          <a:lstStyle/>
          <a:p>
            <a:pPr marL="0" lvl="0" indent="0"/>
            <a:r>
              <a:rPr lang="en-US" dirty="0"/>
              <a:t>Image classification </a:t>
            </a:r>
            <a:r>
              <a:rPr lang="en-US" b="1" dirty="0"/>
              <a:t>(to be shown in demo)</a:t>
            </a:r>
            <a:endParaRPr b="1" dirty="0"/>
          </a:p>
        </p:txBody>
      </p:sp>
      <p:sp>
        <p:nvSpPr>
          <p:cNvPr id="737" name="Google Shape;737;p44">
            <a:extLst>
              <a:ext uri="{FF2B5EF4-FFF2-40B4-BE49-F238E27FC236}">
                <a16:creationId xmlns:a16="http://schemas.microsoft.com/office/drawing/2014/main" id="{4737B0BD-1B77-C347-B0AF-69C9B848F990}"/>
              </a:ext>
            </a:extLst>
          </p:cNvPr>
          <p:cNvSpPr txBox="1">
            <a:spLocks noGrp="1"/>
          </p:cNvSpPr>
          <p:nvPr>
            <p:ph type="subTitle" idx="5"/>
          </p:nvPr>
        </p:nvSpPr>
        <p:spPr>
          <a:xfrm>
            <a:off x="6183000" y="2116975"/>
            <a:ext cx="1986000" cy="649200"/>
          </a:xfrm>
          <a:prstGeom prst="rect">
            <a:avLst/>
          </a:prstGeom>
        </p:spPr>
        <p:txBody>
          <a:bodyPr spcFirstLastPara="1" wrap="square" lIns="91425" tIns="91425" rIns="91425" bIns="91425" anchor="t" anchorCtr="0">
            <a:noAutofit/>
          </a:bodyPr>
          <a:lstStyle/>
          <a:p>
            <a:pPr marL="0" lvl="0" indent="0"/>
            <a:r>
              <a:rPr lang="en-US" dirty="0"/>
              <a:t>Language inference </a:t>
            </a:r>
            <a:endParaRPr dirty="0"/>
          </a:p>
        </p:txBody>
      </p:sp>
      <p:sp>
        <p:nvSpPr>
          <p:cNvPr id="738" name="Google Shape;738;p44">
            <a:extLst>
              <a:ext uri="{FF2B5EF4-FFF2-40B4-BE49-F238E27FC236}">
                <a16:creationId xmlns:a16="http://schemas.microsoft.com/office/drawing/2014/main" id="{2C42F04E-CBAE-ADA5-D93B-1C6AA8A923F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 dirty="0"/>
              <a:t>Some Benchmark Tasks</a:t>
            </a:r>
            <a:endParaRPr dirty="0"/>
          </a:p>
        </p:txBody>
      </p:sp>
      <p:sp>
        <p:nvSpPr>
          <p:cNvPr id="739" name="Google Shape;739;p44">
            <a:extLst>
              <a:ext uri="{FF2B5EF4-FFF2-40B4-BE49-F238E27FC236}">
                <a16:creationId xmlns:a16="http://schemas.microsoft.com/office/drawing/2014/main" id="{E81A69E4-7577-C824-830B-B69EBE43B6E2}"/>
              </a:ext>
            </a:extLst>
          </p:cNvPr>
          <p:cNvSpPr txBox="1">
            <a:spLocks noGrp="1"/>
          </p:cNvSpPr>
          <p:nvPr>
            <p:ph type="subTitle" idx="1"/>
          </p:nvPr>
        </p:nvSpPr>
        <p:spPr>
          <a:xfrm>
            <a:off x="974900" y="2116975"/>
            <a:ext cx="1986000" cy="649200"/>
          </a:xfrm>
          <a:prstGeom prst="rect">
            <a:avLst/>
          </a:prstGeom>
        </p:spPr>
        <p:txBody>
          <a:bodyPr spcFirstLastPara="1" wrap="square" lIns="91425" tIns="91425" rIns="91425" bIns="91425" anchor="t" anchorCtr="0">
            <a:noAutofit/>
          </a:bodyPr>
          <a:lstStyle/>
          <a:p>
            <a:pPr marL="0" lvl="0" indent="0"/>
            <a:r>
              <a:rPr lang="en-US" dirty="0"/>
              <a:t>House price prediction</a:t>
            </a:r>
            <a:endParaRPr dirty="0"/>
          </a:p>
        </p:txBody>
      </p:sp>
      <p:sp>
        <p:nvSpPr>
          <p:cNvPr id="740" name="Google Shape;740;p44">
            <a:extLst>
              <a:ext uri="{FF2B5EF4-FFF2-40B4-BE49-F238E27FC236}">
                <a16:creationId xmlns:a16="http://schemas.microsoft.com/office/drawing/2014/main" id="{F5244D13-DBA1-553F-3EB4-5E88C3A1E936}"/>
              </a:ext>
            </a:extLst>
          </p:cNvPr>
          <p:cNvSpPr txBox="1">
            <a:spLocks noGrp="1"/>
          </p:cNvSpPr>
          <p:nvPr>
            <p:ph type="subTitle" idx="3"/>
          </p:nvPr>
        </p:nvSpPr>
        <p:spPr>
          <a:xfrm>
            <a:off x="2281479" y="4099888"/>
            <a:ext cx="1986000" cy="649200"/>
          </a:xfrm>
          <a:prstGeom prst="rect">
            <a:avLst/>
          </a:prstGeom>
        </p:spPr>
        <p:txBody>
          <a:bodyPr spcFirstLastPara="1" wrap="square" lIns="91425" tIns="91425" rIns="91425" bIns="91425" anchor="t" anchorCtr="0">
            <a:noAutofit/>
          </a:bodyPr>
          <a:lstStyle/>
          <a:p>
            <a:pPr marL="0" indent="0"/>
            <a:r>
              <a:rPr lang="en-US" dirty="0"/>
              <a:t>Games like Breakout, </a:t>
            </a:r>
            <a:r>
              <a:rPr lang="en-US" dirty="0" err="1"/>
              <a:t>MountainCar</a:t>
            </a:r>
            <a:endParaRPr lang="en-US" dirty="0"/>
          </a:p>
        </p:txBody>
      </p:sp>
      <p:sp>
        <p:nvSpPr>
          <p:cNvPr id="742" name="Google Shape;742;p44">
            <a:extLst>
              <a:ext uri="{FF2B5EF4-FFF2-40B4-BE49-F238E27FC236}">
                <a16:creationId xmlns:a16="http://schemas.microsoft.com/office/drawing/2014/main" id="{F4E3D41F-4906-DFDC-2E93-46E4A5BC7094}"/>
              </a:ext>
            </a:extLst>
          </p:cNvPr>
          <p:cNvSpPr txBox="1">
            <a:spLocks noGrp="1"/>
          </p:cNvSpPr>
          <p:nvPr>
            <p:ph type="subTitle" idx="6"/>
          </p:nvPr>
        </p:nvSpPr>
        <p:spPr>
          <a:xfrm>
            <a:off x="5015937" y="3891185"/>
            <a:ext cx="1986000" cy="649200"/>
          </a:xfrm>
          <a:prstGeom prst="rect">
            <a:avLst/>
          </a:prstGeom>
        </p:spPr>
        <p:txBody>
          <a:bodyPr spcFirstLastPara="1" wrap="square" lIns="91425" tIns="91425" rIns="91425" bIns="91425" anchor="t" anchorCtr="0">
            <a:noAutofit/>
          </a:bodyPr>
          <a:lstStyle/>
          <a:p>
            <a:pPr marL="0" lvl="0" indent="0"/>
            <a:r>
              <a:rPr lang="en-US" dirty="0"/>
              <a:t>Prisoner’s Dilemma, Battle of Sexes</a:t>
            </a:r>
            <a:endParaRPr dirty="0"/>
          </a:p>
        </p:txBody>
      </p:sp>
      <p:sp>
        <p:nvSpPr>
          <p:cNvPr id="743" name="Google Shape;743;p44">
            <a:extLst>
              <a:ext uri="{FF2B5EF4-FFF2-40B4-BE49-F238E27FC236}">
                <a16:creationId xmlns:a16="http://schemas.microsoft.com/office/drawing/2014/main" id="{0263421D-8B64-85DE-95C3-AE2D7EBBFC9D}"/>
              </a:ext>
            </a:extLst>
          </p:cNvPr>
          <p:cNvSpPr txBox="1">
            <a:spLocks noGrp="1"/>
          </p:cNvSpPr>
          <p:nvPr>
            <p:ph type="subTitle" idx="7"/>
          </p:nvPr>
        </p:nvSpPr>
        <p:spPr>
          <a:xfrm>
            <a:off x="974900" y="1908247"/>
            <a:ext cx="1986000" cy="359100"/>
          </a:xfrm>
          <a:prstGeom prst="rect">
            <a:avLst/>
          </a:prstGeom>
        </p:spPr>
        <p:txBody>
          <a:bodyPr spcFirstLastPara="1" wrap="square" lIns="91425" tIns="91425" rIns="91425" bIns="91425" anchor="b" anchorCtr="0">
            <a:noAutofit/>
          </a:bodyPr>
          <a:lstStyle/>
          <a:p>
            <a:pPr marL="0" lvl="0" indent="0"/>
            <a:r>
              <a:rPr lang="en-US" dirty="0"/>
              <a:t>Data Science</a:t>
            </a:r>
            <a:endParaRPr dirty="0"/>
          </a:p>
        </p:txBody>
      </p:sp>
      <p:sp>
        <p:nvSpPr>
          <p:cNvPr id="744" name="Google Shape;744;p44">
            <a:extLst>
              <a:ext uri="{FF2B5EF4-FFF2-40B4-BE49-F238E27FC236}">
                <a16:creationId xmlns:a16="http://schemas.microsoft.com/office/drawing/2014/main" id="{B900535B-3262-F126-1D47-1E8A77172354}"/>
              </a:ext>
            </a:extLst>
          </p:cNvPr>
          <p:cNvSpPr txBox="1">
            <a:spLocks noGrp="1"/>
          </p:cNvSpPr>
          <p:nvPr>
            <p:ph type="subTitle" idx="8"/>
          </p:nvPr>
        </p:nvSpPr>
        <p:spPr>
          <a:xfrm>
            <a:off x="3578947" y="1908247"/>
            <a:ext cx="1986000" cy="359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CV</a:t>
            </a:r>
            <a:endParaRPr dirty="0"/>
          </a:p>
        </p:txBody>
      </p:sp>
      <p:sp>
        <p:nvSpPr>
          <p:cNvPr id="745" name="Google Shape;745;p44">
            <a:extLst>
              <a:ext uri="{FF2B5EF4-FFF2-40B4-BE49-F238E27FC236}">
                <a16:creationId xmlns:a16="http://schemas.microsoft.com/office/drawing/2014/main" id="{C8BE743A-1904-48BE-229F-16DBF236140B}"/>
              </a:ext>
            </a:extLst>
          </p:cNvPr>
          <p:cNvSpPr txBox="1">
            <a:spLocks noGrp="1"/>
          </p:cNvSpPr>
          <p:nvPr>
            <p:ph type="subTitle" idx="9"/>
          </p:nvPr>
        </p:nvSpPr>
        <p:spPr>
          <a:xfrm>
            <a:off x="2281478" y="3891185"/>
            <a:ext cx="2273627" cy="465316"/>
          </a:xfrm>
          <a:prstGeom prst="rect">
            <a:avLst/>
          </a:prstGeom>
        </p:spPr>
        <p:txBody>
          <a:bodyPr spcFirstLastPara="1" wrap="square" lIns="91425" tIns="91425" rIns="91425" bIns="91425" anchor="b" anchorCtr="0">
            <a:noAutofit/>
          </a:bodyPr>
          <a:lstStyle/>
          <a:p>
            <a:pPr marL="0" lvl="0" indent="0"/>
            <a:r>
              <a:rPr lang="en-US" dirty="0"/>
              <a:t>Reinforcement learning</a:t>
            </a:r>
            <a:endParaRPr dirty="0"/>
          </a:p>
        </p:txBody>
      </p:sp>
      <p:sp>
        <p:nvSpPr>
          <p:cNvPr id="747" name="Google Shape;747;p44">
            <a:extLst>
              <a:ext uri="{FF2B5EF4-FFF2-40B4-BE49-F238E27FC236}">
                <a16:creationId xmlns:a16="http://schemas.microsoft.com/office/drawing/2014/main" id="{D088793A-08A2-D138-1995-3A4EA69F635D}"/>
              </a:ext>
            </a:extLst>
          </p:cNvPr>
          <p:cNvSpPr txBox="1">
            <a:spLocks noGrp="1"/>
          </p:cNvSpPr>
          <p:nvPr>
            <p:ph type="subTitle" idx="14"/>
          </p:nvPr>
        </p:nvSpPr>
        <p:spPr>
          <a:xfrm>
            <a:off x="6183000" y="1908247"/>
            <a:ext cx="1986000" cy="359100"/>
          </a:xfrm>
          <a:prstGeom prst="rect">
            <a:avLst/>
          </a:prstGeom>
        </p:spPr>
        <p:txBody>
          <a:bodyPr spcFirstLastPara="1" wrap="square" lIns="91425" tIns="91425" rIns="91425" bIns="91425" anchor="b" anchorCtr="0">
            <a:noAutofit/>
          </a:bodyPr>
          <a:lstStyle/>
          <a:p>
            <a:pPr marL="0" lvl="0" indent="0"/>
            <a:r>
              <a:rPr lang="en-US" dirty="0"/>
              <a:t>NLP</a:t>
            </a:r>
            <a:endParaRPr dirty="0"/>
          </a:p>
        </p:txBody>
      </p:sp>
      <p:sp>
        <p:nvSpPr>
          <p:cNvPr id="748" name="Google Shape;748;p44">
            <a:extLst>
              <a:ext uri="{FF2B5EF4-FFF2-40B4-BE49-F238E27FC236}">
                <a16:creationId xmlns:a16="http://schemas.microsoft.com/office/drawing/2014/main" id="{61F7DE49-8E74-6DA7-03B6-F55717998849}"/>
              </a:ext>
            </a:extLst>
          </p:cNvPr>
          <p:cNvSpPr txBox="1">
            <a:spLocks noGrp="1"/>
          </p:cNvSpPr>
          <p:nvPr>
            <p:ph type="subTitle" idx="15"/>
          </p:nvPr>
        </p:nvSpPr>
        <p:spPr>
          <a:xfrm>
            <a:off x="5015937" y="3682482"/>
            <a:ext cx="1986000" cy="359100"/>
          </a:xfrm>
          <a:prstGeom prst="rect">
            <a:avLst/>
          </a:prstGeom>
        </p:spPr>
        <p:txBody>
          <a:bodyPr spcFirstLastPara="1" wrap="square" lIns="91425" tIns="91425" rIns="91425" bIns="91425" anchor="b" anchorCtr="0">
            <a:noAutofit/>
          </a:bodyPr>
          <a:lstStyle/>
          <a:p>
            <a:pPr marL="0" lvl="0" indent="0"/>
            <a:r>
              <a:rPr lang="en-US" dirty="0"/>
              <a:t>Game Theory</a:t>
            </a:r>
            <a:endParaRPr dirty="0"/>
          </a:p>
        </p:txBody>
      </p:sp>
      <p:sp>
        <p:nvSpPr>
          <p:cNvPr id="749" name="Google Shape;749;p44">
            <a:extLst>
              <a:ext uri="{FF2B5EF4-FFF2-40B4-BE49-F238E27FC236}">
                <a16:creationId xmlns:a16="http://schemas.microsoft.com/office/drawing/2014/main" id="{6A685E67-ABC5-D183-950A-11C2940F7D05}"/>
              </a:ext>
            </a:extLst>
          </p:cNvPr>
          <p:cNvSpPr/>
          <p:nvPr/>
        </p:nvSpPr>
        <p:spPr>
          <a:xfrm>
            <a:off x="1051100" y="1179288"/>
            <a:ext cx="547500" cy="547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50" name="Google Shape;750;p44">
            <a:extLst>
              <a:ext uri="{FF2B5EF4-FFF2-40B4-BE49-F238E27FC236}">
                <a16:creationId xmlns:a16="http://schemas.microsoft.com/office/drawing/2014/main" id="{D97AD5A9-EBEE-AB8D-6247-3891764AB917}"/>
              </a:ext>
            </a:extLst>
          </p:cNvPr>
          <p:cNvSpPr/>
          <p:nvPr/>
        </p:nvSpPr>
        <p:spPr>
          <a:xfrm>
            <a:off x="2687150" y="2947319"/>
            <a:ext cx="547500" cy="547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51" name="Google Shape;751;p44">
            <a:extLst>
              <a:ext uri="{FF2B5EF4-FFF2-40B4-BE49-F238E27FC236}">
                <a16:creationId xmlns:a16="http://schemas.microsoft.com/office/drawing/2014/main" id="{2D76CBFE-3C0E-9DD6-3935-CC723C4E6668}"/>
              </a:ext>
            </a:extLst>
          </p:cNvPr>
          <p:cNvSpPr/>
          <p:nvPr/>
        </p:nvSpPr>
        <p:spPr>
          <a:xfrm>
            <a:off x="3655150" y="1179288"/>
            <a:ext cx="547500" cy="547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53" name="Google Shape;753;p44">
            <a:extLst>
              <a:ext uri="{FF2B5EF4-FFF2-40B4-BE49-F238E27FC236}">
                <a16:creationId xmlns:a16="http://schemas.microsoft.com/office/drawing/2014/main" id="{017802F2-E976-3A67-C3CE-303F779C0B94}"/>
              </a:ext>
            </a:extLst>
          </p:cNvPr>
          <p:cNvSpPr/>
          <p:nvPr/>
        </p:nvSpPr>
        <p:spPr>
          <a:xfrm>
            <a:off x="6259200" y="1179288"/>
            <a:ext cx="547500" cy="547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754" name="Google Shape;754;p44">
            <a:extLst>
              <a:ext uri="{FF2B5EF4-FFF2-40B4-BE49-F238E27FC236}">
                <a16:creationId xmlns:a16="http://schemas.microsoft.com/office/drawing/2014/main" id="{9344F6AF-0516-B105-6B95-DF13BC1D127E}"/>
              </a:ext>
            </a:extLst>
          </p:cNvPr>
          <p:cNvSpPr/>
          <p:nvPr/>
        </p:nvSpPr>
        <p:spPr>
          <a:xfrm>
            <a:off x="5092137" y="2920523"/>
            <a:ext cx="547500" cy="5475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nvGrpSpPr>
          <p:cNvPr id="755" name="Google Shape;755;p44">
            <a:extLst>
              <a:ext uri="{FF2B5EF4-FFF2-40B4-BE49-F238E27FC236}">
                <a16:creationId xmlns:a16="http://schemas.microsoft.com/office/drawing/2014/main" id="{851A9EB7-2D5F-04AF-3038-69EAE69F07C3}"/>
              </a:ext>
            </a:extLst>
          </p:cNvPr>
          <p:cNvGrpSpPr/>
          <p:nvPr/>
        </p:nvGrpSpPr>
        <p:grpSpPr>
          <a:xfrm>
            <a:off x="3715126" y="1239285"/>
            <a:ext cx="427545" cy="427522"/>
            <a:chOff x="3077329" y="1480816"/>
            <a:chExt cx="500463" cy="500435"/>
          </a:xfrm>
        </p:grpSpPr>
        <p:sp>
          <p:nvSpPr>
            <p:cNvPr id="756" name="Google Shape;756;p44">
              <a:extLst>
                <a:ext uri="{FF2B5EF4-FFF2-40B4-BE49-F238E27FC236}">
                  <a16:creationId xmlns:a16="http://schemas.microsoft.com/office/drawing/2014/main" id="{A673359E-D562-0D4B-82DC-F48736E0F7BF}"/>
                </a:ext>
              </a:extLst>
            </p:cNvPr>
            <p:cNvSpPr/>
            <p:nvPr/>
          </p:nvSpPr>
          <p:spPr>
            <a:xfrm>
              <a:off x="3107487" y="1480816"/>
              <a:ext cx="439955" cy="352974"/>
            </a:xfrm>
            <a:custGeom>
              <a:avLst/>
              <a:gdLst/>
              <a:ahLst/>
              <a:cxnLst/>
              <a:rect l="l" t="t" r="r" b="b"/>
              <a:pathLst>
                <a:path w="16120" h="12933" extrusionOk="0">
                  <a:moveTo>
                    <a:pt x="0" y="0"/>
                  </a:moveTo>
                  <a:lnTo>
                    <a:pt x="0" y="3225"/>
                  </a:lnTo>
                  <a:lnTo>
                    <a:pt x="1077" y="3225"/>
                  </a:lnTo>
                  <a:lnTo>
                    <a:pt x="1077" y="6447"/>
                  </a:lnTo>
                  <a:lnTo>
                    <a:pt x="4302" y="6447"/>
                  </a:lnTo>
                  <a:lnTo>
                    <a:pt x="4302" y="9136"/>
                  </a:lnTo>
                  <a:cubicBezTo>
                    <a:pt x="4302" y="11211"/>
                    <a:pt x="5989" y="12933"/>
                    <a:pt x="8060" y="12933"/>
                  </a:cubicBezTo>
                  <a:cubicBezTo>
                    <a:pt x="10138" y="12933"/>
                    <a:pt x="11818" y="11211"/>
                    <a:pt x="11818" y="9136"/>
                  </a:cubicBezTo>
                  <a:lnTo>
                    <a:pt x="11818" y="6447"/>
                  </a:lnTo>
                  <a:lnTo>
                    <a:pt x="15043" y="6447"/>
                  </a:lnTo>
                  <a:lnTo>
                    <a:pt x="15043" y="3225"/>
                  </a:lnTo>
                  <a:lnTo>
                    <a:pt x="16120" y="3225"/>
                  </a:lnTo>
                  <a:lnTo>
                    <a:pt x="16120" y="0"/>
                  </a:lnTo>
                  <a:lnTo>
                    <a:pt x="12894" y="0"/>
                  </a:lnTo>
                  <a:lnTo>
                    <a:pt x="12894" y="3225"/>
                  </a:lnTo>
                  <a:lnTo>
                    <a:pt x="13971" y="3225"/>
                  </a:lnTo>
                  <a:lnTo>
                    <a:pt x="13971" y="5371"/>
                  </a:lnTo>
                  <a:lnTo>
                    <a:pt x="11822" y="5371"/>
                  </a:lnTo>
                  <a:lnTo>
                    <a:pt x="11822" y="2149"/>
                  </a:lnTo>
                  <a:lnTo>
                    <a:pt x="10745" y="2149"/>
                  </a:lnTo>
                  <a:lnTo>
                    <a:pt x="10745" y="9129"/>
                  </a:lnTo>
                  <a:cubicBezTo>
                    <a:pt x="10745" y="10611"/>
                    <a:pt x="9542" y="11853"/>
                    <a:pt x="8060" y="11853"/>
                  </a:cubicBezTo>
                  <a:cubicBezTo>
                    <a:pt x="6578" y="11853"/>
                    <a:pt x="5375" y="10611"/>
                    <a:pt x="5375" y="9129"/>
                  </a:cubicBezTo>
                  <a:lnTo>
                    <a:pt x="5375" y="2149"/>
                  </a:lnTo>
                  <a:lnTo>
                    <a:pt x="4298" y="2149"/>
                  </a:lnTo>
                  <a:lnTo>
                    <a:pt x="4298" y="5371"/>
                  </a:lnTo>
                  <a:lnTo>
                    <a:pt x="2149" y="5371"/>
                  </a:lnTo>
                  <a:lnTo>
                    <a:pt x="2149" y="3225"/>
                  </a:lnTo>
                  <a:lnTo>
                    <a:pt x="3226" y="3225"/>
                  </a:lnTo>
                  <a:lnTo>
                    <a:pt x="322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4">
              <a:extLst>
                <a:ext uri="{FF2B5EF4-FFF2-40B4-BE49-F238E27FC236}">
                  <a16:creationId xmlns:a16="http://schemas.microsoft.com/office/drawing/2014/main" id="{79A4A52B-DEF9-3761-FABD-3DF30C1548A1}"/>
                </a:ext>
              </a:extLst>
            </p:cNvPr>
            <p:cNvSpPr/>
            <p:nvPr/>
          </p:nvSpPr>
          <p:spPr>
            <a:xfrm>
              <a:off x="3224790" y="1480816"/>
              <a:ext cx="29394" cy="29394"/>
            </a:xfrm>
            <a:custGeom>
              <a:avLst/>
              <a:gdLst/>
              <a:ahLst/>
              <a:cxnLst/>
              <a:rect l="l" t="t" r="r" b="b"/>
              <a:pathLst>
                <a:path w="1077" h="1077" extrusionOk="0">
                  <a:moveTo>
                    <a:pt x="0" y="0"/>
                  </a:moveTo>
                  <a:lnTo>
                    <a:pt x="0"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4">
              <a:extLst>
                <a:ext uri="{FF2B5EF4-FFF2-40B4-BE49-F238E27FC236}">
                  <a16:creationId xmlns:a16="http://schemas.microsoft.com/office/drawing/2014/main" id="{2FB8323B-B6D7-9E76-406F-E9D905753D07}"/>
                </a:ext>
              </a:extLst>
            </p:cNvPr>
            <p:cNvSpPr/>
            <p:nvPr/>
          </p:nvSpPr>
          <p:spPr>
            <a:xfrm>
              <a:off x="3400635" y="1480816"/>
              <a:ext cx="29421" cy="29394"/>
            </a:xfrm>
            <a:custGeom>
              <a:avLst/>
              <a:gdLst/>
              <a:ahLst/>
              <a:cxnLst/>
              <a:rect l="l" t="t" r="r" b="b"/>
              <a:pathLst>
                <a:path w="1078" h="1077" extrusionOk="0">
                  <a:moveTo>
                    <a:pt x="1" y="0"/>
                  </a:moveTo>
                  <a:lnTo>
                    <a:pt x="1"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4">
              <a:extLst>
                <a:ext uri="{FF2B5EF4-FFF2-40B4-BE49-F238E27FC236}">
                  <a16:creationId xmlns:a16="http://schemas.microsoft.com/office/drawing/2014/main" id="{BB097CCD-116A-E02C-7D46-F20353B72256}"/>
                </a:ext>
              </a:extLst>
            </p:cNvPr>
            <p:cNvSpPr/>
            <p:nvPr/>
          </p:nvSpPr>
          <p:spPr>
            <a:xfrm>
              <a:off x="3283441" y="1510183"/>
              <a:ext cx="87964" cy="264874"/>
            </a:xfrm>
            <a:custGeom>
              <a:avLst/>
              <a:gdLst/>
              <a:ahLst/>
              <a:cxnLst/>
              <a:rect l="l" t="t" r="r" b="b"/>
              <a:pathLst>
                <a:path w="3223" h="9705" extrusionOk="0">
                  <a:moveTo>
                    <a:pt x="0" y="0"/>
                  </a:moveTo>
                  <a:lnTo>
                    <a:pt x="0" y="3222"/>
                  </a:lnTo>
                  <a:lnTo>
                    <a:pt x="1077" y="3222"/>
                  </a:lnTo>
                  <a:lnTo>
                    <a:pt x="1077" y="6447"/>
                  </a:lnTo>
                  <a:lnTo>
                    <a:pt x="0" y="6447"/>
                  </a:lnTo>
                  <a:lnTo>
                    <a:pt x="0" y="8060"/>
                  </a:lnTo>
                  <a:cubicBezTo>
                    <a:pt x="0" y="8946"/>
                    <a:pt x="724" y="9704"/>
                    <a:pt x="1613" y="9704"/>
                  </a:cubicBezTo>
                  <a:cubicBezTo>
                    <a:pt x="2502" y="9704"/>
                    <a:pt x="3222" y="8946"/>
                    <a:pt x="3222" y="8060"/>
                  </a:cubicBezTo>
                  <a:lnTo>
                    <a:pt x="3222" y="6447"/>
                  </a:lnTo>
                  <a:lnTo>
                    <a:pt x="2146" y="6447"/>
                  </a:lnTo>
                  <a:lnTo>
                    <a:pt x="2146" y="3226"/>
                  </a:lnTo>
                  <a:lnTo>
                    <a:pt x="3222" y="3226"/>
                  </a:lnTo>
                  <a:lnTo>
                    <a:pt x="322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4">
              <a:extLst>
                <a:ext uri="{FF2B5EF4-FFF2-40B4-BE49-F238E27FC236}">
                  <a16:creationId xmlns:a16="http://schemas.microsoft.com/office/drawing/2014/main" id="{6A8FBAF0-E7FA-2D52-F4D3-6A5BAE710DCC}"/>
                </a:ext>
              </a:extLst>
            </p:cNvPr>
            <p:cNvSpPr/>
            <p:nvPr/>
          </p:nvSpPr>
          <p:spPr>
            <a:xfrm>
              <a:off x="3077329" y="1686028"/>
              <a:ext cx="500463" cy="295223"/>
            </a:xfrm>
            <a:custGeom>
              <a:avLst/>
              <a:gdLst/>
              <a:ahLst/>
              <a:cxnLst/>
              <a:rect l="l" t="t" r="r" b="b"/>
              <a:pathLst>
                <a:path w="18337" h="10817" extrusionOk="0">
                  <a:moveTo>
                    <a:pt x="1" y="1"/>
                  </a:moveTo>
                  <a:lnTo>
                    <a:pt x="1" y="3177"/>
                  </a:lnTo>
                  <a:lnTo>
                    <a:pt x="1875" y="3487"/>
                  </a:lnTo>
                  <a:cubicBezTo>
                    <a:pt x="2055" y="4196"/>
                    <a:pt x="2333" y="4874"/>
                    <a:pt x="2711" y="5506"/>
                  </a:cubicBezTo>
                  <a:lnTo>
                    <a:pt x="1628" y="7026"/>
                  </a:lnTo>
                  <a:lnTo>
                    <a:pt x="3787" y="9190"/>
                  </a:lnTo>
                  <a:lnTo>
                    <a:pt x="5308" y="8103"/>
                  </a:lnTo>
                  <a:cubicBezTo>
                    <a:pt x="5940" y="8484"/>
                    <a:pt x="6614" y="8759"/>
                    <a:pt x="7330" y="8943"/>
                  </a:cubicBezTo>
                  <a:lnTo>
                    <a:pt x="7641" y="10816"/>
                  </a:lnTo>
                  <a:lnTo>
                    <a:pt x="10696" y="10816"/>
                  </a:lnTo>
                  <a:lnTo>
                    <a:pt x="11003" y="8943"/>
                  </a:lnTo>
                  <a:cubicBezTo>
                    <a:pt x="11716" y="8759"/>
                    <a:pt x="12394" y="8484"/>
                    <a:pt x="13025" y="8103"/>
                  </a:cubicBezTo>
                  <a:lnTo>
                    <a:pt x="14546" y="9190"/>
                  </a:lnTo>
                  <a:lnTo>
                    <a:pt x="16709" y="7026"/>
                  </a:lnTo>
                  <a:lnTo>
                    <a:pt x="15623" y="5506"/>
                  </a:lnTo>
                  <a:cubicBezTo>
                    <a:pt x="16004" y="4874"/>
                    <a:pt x="16279" y="4200"/>
                    <a:pt x="16462" y="3487"/>
                  </a:cubicBezTo>
                  <a:lnTo>
                    <a:pt x="18336" y="3177"/>
                  </a:lnTo>
                  <a:lnTo>
                    <a:pt x="18336" y="1"/>
                  </a:lnTo>
                  <a:lnTo>
                    <a:pt x="14003" y="1"/>
                  </a:lnTo>
                  <a:lnTo>
                    <a:pt x="14003" y="1610"/>
                  </a:lnTo>
                  <a:lnTo>
                    <a:pt x="13996" y="1610"/>
                  </a:lnTo>
                  <a:cubicBezTo>
                    <a:pt x="13996" y="4281"/>
                    <a:pt x="11829" y="6479"/>
                    <a:pt x="9161" y="6479"/>
                  </a:cubicBezTo>
                  <a:cubicBezTo>
                    <a:pt x="6494" y="6479"/>
                    <a:pt x="4331" y="4285"/>
                    <a:pt x="4331" y="1610"/>
                  </a:cubicBezTo>
                  <a:lnTo>
                    <a:pt x="43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761;p44">
            <a:extLst>
              <a:ext uri="{FF2B5EF4-FFF2-40B4-BE49-F238E27FC236}">
                <a16:creationId xmlns:a16="http://schemas.microsoft.com/office/drawing/2014/main" id="{6650A981-AA64-D404-5818-4AFC61ADEE06}"/>
              </a:ext>
            </a:extLst>
          </p:cNvPr>
          <p:cNvGrpSpPr/>
          <p:nvPr/>
        </p:nvGrpSpPr>
        <p:grpSpPr>
          <a:xfrm>
            <a:off x="2747183" y="3043183"/>
            <a:ext cx="427452" cy="375690"/>
            <a:chOff x="7005538" y="1511138"/>
            <a:chExt cx="500353" cy="439764"/>
          </a:xfrm>
        </p:grpSpPr>
        <p:sp>
          <p:nvSpPr>
            <p:cNvPr id="762" name="Google Shape;762;p44">
              <a:extLst>
                <a:ext uri="{FF2B5EF4-FFF2-40B4-BE49-F238E27FC236}">
                  <a16:creationId xmlns:a16="http://schemas.microsoft.com/office/drawing/2014/main" id="{515AABBD-FA49-C660-3BD9-71CB8F5BCB8B}"/>
                </a:ext>
              </a:extLst>
            </p:cNvPr>
            <p:cNvSpPr/>
            <p:nvPr/>
          </p:nvSpPr>
          <p:spPr>
            <a:xfrm>
              <a:off x="7005538" y="1511138"/>
              <a:ext cx="500353" cy="439764"/>
            </a:xfrm>
            <a:custGeom>
              <a:avLst/>
              <a:gdLst/>
              <a:ahLst/>
              <a:cxnLst/>
              <a:rect l="l" t="t" r="r" b="b"/>
              <a:pathLst>
                <a:path w="18333" h="16113" extrusionOk="0">
                  <a:moveTo>
                    <a:pt x="11318" y="3226"/>
                  </a:moveTo>
                  <a:cubicBezTo>
                    <a:pt x="13978" y="3226"/>
                    <a:pt x="16152" y="5392"/>
                    <a:pt x="16152" y="8060"/>
                  </a:cubicBezTo>
                  <a:cubicBezTo>
                    <a:pt x="16152" y="10724"/>
                    <a:pt x="13982" y="12895"/>
                    <a:pt x="11318" y="12895"/>
                  </a:cubicBezTo>
                  <a:cubicBezTo>
                    <a:pt x="8653" y="12895"/>
                    <a:pt x="6480" y="10724"/>
                    <a:pt x="6480" y="8060"/>
                  </a:cubicBezTo>
                  <a:cubicBezTo>
                    <a:pt x="6480" y="5392"/>
                    <a:pt x="8653" y="3226"/>
                    <a:pt x="11318" y="3226"/>
                  </a:cubicBezTo>
                  <a:close/>
                  <a:moveTo>
                    <a:pt x="1" y="1"/>
                  </a:moveTo>
                  <a:lnTo>
                    <a:pt x="1" y="3226"/>
                  </a:lnTo>
                  <a:lnTo>
                    <a:pt x="1077" y="3226"/>
                  </a:lnTo>
                  <a:lnTo>
                    <a:pt x="1077" y="5371"/>
                  </a:lnTo>
                  <a:lnTo>
                    <a:pt x="4302" y="5371"/>
                  </a:lnTo>
                  <a:lnTo>
                    <a:pt x="4302" y="7520"/>
                  </a:lnTo>
                  <a:lnTo>
                    <a:pt x="3226" y="7520"/>
                  </a:lnTo>
                  <a:lnTo>
                    <a:pt x="3226" y="6444"/>
                  </a:lnTo>
                  <a:lnTo>
                    <a:pt x="1" y="6444"/>
                  </a:lnTo>
                  <a:lnTo>
                    <a:pt x="1" y="9669"/>
                  </a:lnTo>
                  <a:lnTo>
                    <a:pt x="3226" y="9669"/>
                  </a:lnTo>
                  <a:lnTo>
                    <a:pt x="3226" y="8593"/>
                  </a:lnTo>
                  <a:lnTo>
                    <a:pt x="4302" y="8593"/>
                  </a:lnTo>
                  <a:lnTo>
                    <a:pt x="4302" y="10742"/>
                  </a:lnTo>
                  <a:lnTo>
                    <a:pt x="1077" y="10742"/>
                  </a:lnTo>
                  <a:lnTo>
                    <a:pt x="1077" y="12887"/>
                  </a:lnTo>
                  <a:lnTo>
                    <a:pt x="1" y="12887"/>
                  </a:lnTo>
                  <a:lnTo>
                    <a:pt x="1" y="16113"/>
                  </a:lnTo>
                  <a:lnTo>
                    <a:pt x="3226" y="16113"/>
                  </a:lnTo>
                  <a:lnTo>
                    <a:pt x="3226" y="12887"/>
                  </a:lnTo>
                  <a:lnTo>
                    <a:pt x="2150" y="12887"/>
                  </a:lnTo>
                  <a:lnTo>
                    <a:pt x="2150" y="11811"/>
                  </a:lnTo>
                  <a:lnTo>
                    <a:pt x="4299" y="11811"/>
                  </a:lnTo>
                  <a:lnTo>
                    <a:pt x="4299" y="15036"/>
                  </a:lnTo>
                  <a:lnTo>
                    <a:pt x="18333" y="15036"/>
                  </a:lnTo>
                  <a:lnTo>
                    <a:pt x="18333" y="1073"/>
                  </a:lnTo>
                  <a:lnTo>
                    <a:pt x="4299" y="1073"/>
                  </a:lnTo>
                  <a:lnTo>
                    <a:pt x="4299" y="4295"/>
                  </a:lnTo>
                  <a:lnTo>
                    <a:pt x="2150" y="4295"/>
                  </a:lnTo>
                  <a:lnTo>
                    <a:pt x="2150" y="3226"/>
                  </a:lnTo>
                  <a:lnTo>
                    <a:pt x="3226" y="3226"/>
                  </a:lnTo>
                  <a:lnTo>
                    <a:pt x="32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4">
              <a:extLst>
                <a:ext uri="{FF2B5EF4-FFF2-40B4-BE49-F238E27FC236}">
                  <a16:creationId xmlns:a16="http://schemas.microsoft.com/office/drawing/2014/main" id="{8F954709-6B89-EF00-2F3A-BF3931564116}"/>
                </a:ext>
              </a:extLst>
            </p:cNvPr>
            <p:cNvSpPr/>
            <p:nvPr/>
          </p:nvSpPr>
          <p:spPr>
            <a:xfrm>
              <a:off x="7211842" y="1628550"/>
              <a:ext cx="205158" cy="205158"/>
            </a:xfrm>
            <a:custGeom>
              <a:avLst/>
              <a:gdLst/>
              <a:ahLst/>
              <a:cxnLst/>
              <a:rect l="l" t="t" r="r" b="b"/>
              <a:pathLst>
                <a:path w="7517" h="7517" extrusionOk="0">
                  <a:moveTo>
                    <a:pt x="4295" y="1069"/>
                  </a:moveTo>
                  <a:lnTo>
                    <a:pt x="4295" y="4295"/>
                  </a:lnTo>
                  <a:lnTo>
                    <a:pt x="3219" y="4295"/>
                  </a:lnTo>
                  <a:lnTo>
                    <a:pt x="3219" y="1069"/>
                  </a:lnTo>
                  <a:close/>
                  <a:moveTo>
                    <a:pt x="5773" y="1980"/>
                  </a:moveTo>
                  <a:cubicBezTo>
                    <a:pt x="6204" y="2470"/>
                    <a:pt x="6444" y="3098"/>
                    <a:pt x="6444" y="3751"/>
                  </a:cubicBezTo>
                  <a:cubicBezTo>
                    <a:pt x="6444" y="5233"/>
                    <a:pt x="5237" y="6437"/>
                    <a:pt x="3759" y="6437"/>
                  </a:cubicBezTo>
                  <a:cubicBezTo>
                    <a:pt x="2273" y="6437"/>
                    <a:pt x="1070" y="5233"/>
                    <a:pt x="1070" y="3751"/>
                  </a:cubicBezTo>
                  <a:cubicBezTo>
                    <a:pt x="1070" y="3098"/>
                    <a:pt x="1310" y="2470"/>
                    <a:pt x="1740" y="1980"/>
                  </a:cubicBezTo>
                  <a:lnTo>
                    <a:pt x="2548" y="2689"/>
                  </a:lnTo>
                  <a:cubicBezTo>
                    <a:pt x="2287" y="2985"/>
                    <a:pt x="2146" y="3359"/>
                    <a:pt x="2146" y="3751"/>
                  </a:cubicBezTo>
                  <a:cubicBezTo>
                    <a:pt x="2146" y="4640"/>
                    <a:pt x="2869" y="5364"/>
                    <a:pt x="3759" y="5364"/>
                  </a:cubicBezTo>
                  <a:cubicBezTo>
                    <a:pt x="4644" y="5364"/>
                    <a:pt x="5368" y="4640"/>
                    <a:pt x="5368" y="3751"/>
                  </a:cubicBezTo>
                  <a:cubicBezTo>
                    <a:pt x="5368" y="3359"/>
                    <a:pt x="5227" y="2982"/>
                    <a:pt x="4965" y="2689"/>
                  </a:cubicBezTo>
                  <a:lnTo>
                    <a:pt x="5773" y="1980"/>
                  </a:lnTo>
                  <a:close/>
                  <a:moveTo>
                    <a:pt x="3759" y="0"/>
                  </a:moveTo>
                  <a:cubicBezTo>
                    <a:pt x="1684" y="0"/>
                    <a:pt x="0" y="1683"/>
                    <a:pt x="0" y="3758"/>
                  </a:cubicBezTo>
                  <a:cubicBezTo>
                    <a:pt x="0" y="5830"/>
                    <a:pt x="1684" y="7516"/>
                    <a:pt x="3759" y="7516"/>
                  </a:cubicBezTo>
                  <a:cubicBezTo>
                    <a:pt x="5830" y="7516"/>
                    <a:pt x="7517" y="5830"/>
                    <a:pt x="7517" y="3758"/>
                  </a:cubicBezTo>
                  <a:cubicBezTo>
                    <a:pt x="7517" y="1683"/>
                    <a:pt x="5830" y="0"/>
                    <a:pt x="37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764;p44">
            <a:extLst>
              <a:ext uri="{FF2B5EF4-FFF2-40B4-BE49-F238E27FC236}">
                <a16:creationId xmlns:a16="http://schemas.microsoft.com/office/drawing/2014/main" id="{9D65974D-313D-083D-B007-0E4784EE4F60}"/>
              </a:ext>
            </a:extLst>
          </p:cNvPr>
          <p:cNvGrpSpPr/>
          <p:nvPr/>
        </p:nvGrpSpPr>
        <p:grpSpPr>
          <a:xfrm>
            <a:off x="1111132" y="1249227"/>
            <a:ext cx="427452" cy="427522"/>
            <a:chOff x="7791235" y="1480816"/>
            <a:chExt cx="500353" cy="500435"/>
          </a:xfrm>
        </p:grpSpPr>
        <p:sp>
          <p:nvSpPr>
            <p:cNvPr id="765" name="Google Shape;765;p44">
              <a:extLst>
                <a:ext uri="{FF2B5EF4-FFF2-40B4-BE49-F238E27FC236}">
                  <a16:creationId xmlns:a16="http://schemas.microsoft.com/office/drawing/2014/main" id="{ADBD7155-1D7E-0DD0-0159-88ECFC579B18}"/>
                </a:ext>
              </a:extLst>
            </p:cNvPr>
            <p:cNvSpPr/>
            <p:nvPr/>
          </p:nvSpPr>
          <p:spPr>
            <a:xfrm>
              <a:off x="8203515" y="1598010"/>
              <a:ext cx="88073" cy="89028"/>
            </a:xfrm>
            <a:custGeom>
              <a:avLst/>
              <a:gdLst/>
              <a:ahLst/>
              <a:cxnLst/>
              <a:rect l="l" t="t" r="r" b="b"/>
              <a:pathLst>
                <a:path w="3227" h="3262" extrusionOk="0">
                  <a:moveTo>
                    <a:pt x="1" y="1"/>
                  </a:moveTo>
                  <a:lnTo>
                    <a:pt x="1" y="1077"/>
                  </a:lnTo>
                  <a:lnTo>
                    <a:pt x="2150" y="1077"/>
                  </a:lnTo>
                  <a:lnTo>
                    <a:pt x="2150" y="3261"/>
                  </a:lnTo>
                  <a:lnTo>
                    <a:pt x="3226" y="3261"/>
                  </a:lnTo>
                  <a:lnTo>
                    <a:pt x="32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4">
              <a:extLst>
                <a:ext uri="{FF2B5EF4-FFF2-40B4-BE49-F238E27FC236}">
                  <a16:creationId xmlns:a16="http://schemas.microsoft.com/office/drawing/2014/main" id="{33E5C77A-F3C5-3B47-E1A0-71344A3F8EC1}"/>
                </a:ext>
              </a:extLst>
            </p:cNvPr>
            <p:cNvSpPr/>
            <p:nvPr/>
          </p:nvSpPr>
          <p:spPr>
            <a:xfrm>
              <a:off x="8203515" y="1892223"/>
              <a:ext cx="88073" cy="89028"/>
            </a:xfrm>
            <a:custGeom>
              <a:avLst/>
              <a:gdLst/>
              <a:ahLst/>
              <a:cxnLst/>
              <a:rect l="l" t="t" r="r" b="b"/>
              <a:pathLst>
                <a:path w="3227" h="3262" extrusionOk="0">
                  <a:moveTo>
                    <a:pt x="2150" y="1"/>
                  </a:moveTo>
                  <a:lnTo>
                    <a:pt x="2150" y="2185"/>
                  </a:lnTo>
                  <a:lnTo>
                    <a:pt x="1" y="2185"/>
                  </a:lnTo>
                  <a:lnTo>
                    <a:pt x="1" y="3261"/>
                  </a:lnTo>
                  <a:lnTo>
                    <a:pt x="3226" y="3261"/>
                  </a:lnTo>
                  <a:lnTo>
                    <a:pt x="32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4">
              <a:extLst>
                <a:ext uri="{FF2B5EF4-FFF2-40B4-BE49-F238E27FC236}">
                  <a16:creationId xmlns:a16="http://schemas.microsoft.com/office/drawing/2014/main" id="{48E61CAC-FC72-FF4C-28B4-D2E0150E555F}"/>
                </a:ext>
              </a:extLst>
            </p:cNvPr>
            <p:cNvSpPr/>
            <p:nvPr/>
          </p:nvSpPr>
          <p:spPr>
            <a:xfrm>
              <a:off x="7791235" y="1598010"/>
              <a:ext cx="88046" cy="89028"/>
            </a:xfrm>
            <a:custGeom>
              <a:avLst/>
              <a:gdLst/>
              <a:ahLst/>
              <a:cxnLst/>
              <a:rect l="l" t="t" r="r" b="b"/>
              <a:pathLst>
                <a:path w="3226" h="3262" extrusionOk="0">
                  <a:moveTo>
                    <a:pt x="0" y="1"/>
                  </a:moveTo>
                  <a:lnTo>
                    <a:pt x="0" y="3261"/>
                  </a:lnTo>
                  <a:lnTo>
                    <a:pt x="1077" y="3261"/>
                  </a:lnTo>
                  <a:lnTo>
                    <a:pt x="1077" y="1077"/>
                  </a:lnTo>
                  <a:lnTo>
                    <a:pt x="3226" y="1077"/>
                  </a:lnTo>
                  <a:lnTo>
                    <a:pt x="32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4">
              <a:extLst>
                <a:ext uri="{FF2B5EF4-FFF2-40B4-BE49-F238E27FC236}">
                  <a16:creationId xmlns:a16="http://schemas.microsoft.com/office/drawing/2014/main" id="{12B9FAD9-FC1B-DA12-4E60-D7A532A2D747}"/>
                </a:ext>
              </a:extLst>
            </p:cNvPr>
            <p:cNvSpPr/>
            <p:nvPr/>
          </p:nvSpPr>
          <p:spPr>
            <a:xfrm>
              <a:off x="7791235" y="1892223"/>
              <a:ext cx="88046" cy="89028"/>
            </a:xfrm>
            <a:custGeom>
              <a:avLst/>
              <a:gdLst/>
              <a:ahLst/>
              <a:cxnLst/>
              <a:rect l="l" t="t" r="r" b="b"/>
              <a:pathLst>
                <a:path w="3226" h="3262" extrusionOk="0">
                  <a:moveTo>
                    <a:pt x="0" y="1"/>
                  </a:moveTo>
                  <a:lnTo>
                    <a:pt x="0" y="3261"/>
                  </a:lnTo>
                  <a:lnTo>
                    <a:pt x="3226" y="3261"/>
                  </a:lnTo>
                  <a:lnTo>
                    <a:pt x="3226" y="2185"/>
                  </a:lnTo>
                  <a:lnTo>
                    <a:pt x="1077" y="2185"/>
                  </a:lnTo>
                  <a:lnTo>
                    <a:pt x="10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4">
              <a:extLst>
                <a:ext uri="{FF2B5EF4-FFF2-40B4-BE49-F238E27FC236}">
                  <a16:creationId xmlns:a16="http://schemas.microsoft.com/office/drawing/2014/main" id="{E5F32948-8110-81D9-7DCB-EDA3D86F9F59}"/>
                </a:ext>
              </a:extLst>
            </p:cNvPr>
            <p:cNvSpPr/>
            <p:nvPr/>
          </p:nvSpPr>
          <p:spPr>
            <a:xfrm>
              <a:off x="7791316" y="1539550"/>
              <a:ext cx="309770" cy="224535"/>
            </a:xfrm>
            <a:custGeom>
              <a:avLst/>
              <a:gdLst/>
              <a:ahLst/>
              <a:cxnLst/>
              <a:rect l="l" t="t" r="r" b="b"/>
              <a:pathLst>
                <a:path w="11350" h="8227" extrusionOk="0">
                  <a:moveTo>
                    <a:pt x="1" y="1"/>
                  </a:moveTo>
                  <a:lnTo>
                    <a:pt x="1" y="1077"/>
                  </a:lnTo>
                  <a:lnTo>
                    <a:pt x="4553" y="1077"/>
                  </a:lnTo>
                  <a:lnTo>
                    <a:pt x="6758" y="4348"/>
                  </a:lnTo>
                  <a:cubicBezTo>
                    <a:pt x="4645" y="4447"/>
                    <a:pt x="2827" y="5894"/>
                    <a:pt x="2298" y="7958"/>
                  </a:cubicBezTo>
                  <a:lnTo>
                    <a:pt x="3339" y="8226"/>
                  </a:lnTo>
                  <a:cubicBezTo>
                    <a:pt x="3770" y="6568"/>
                    <a:pt x="5262" y="5407"/>
                    <a:pt x="6984" y="5407"/>
                  </a:cubicBezTo>
                  <a:lnTo>
                    <a:pt x="11349" y="5407"/>
                  </a:lnTo>
                  <a:lnTo>
                    <a:pt x="11349" y="4330"/>
                  </a:lnTo>
                  <a:lnTo>
                    <a:pt x="8046" y="4330"/>
                  </a:lnTo>
                  <a:lnTo>
                    <a:pt x="511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4">
              <a:extLst>
                <a:ext uri="{FF2B5EF4-FFF2-40B4-BE49-F238E27FC236}">
                  <a16:creationId xmlns:a16="http://schemas.microsoft.com/office/drawing/2014/main" id="{91A535BE-67AE-2EF8-8CD2-183A8F456497}"/>
                </a:ext>
              </a:extLst>
            </p:cNvPr>
            <p:cNvSpPr/>
            <p:nvPr/>
          </p:nvSpPr>
          <p:spPr>
            <a:xfrm>
              <a:off x="7791235" y="1480816"/>
              <a:ext cx="29394" cy="29394"/>
            </a:xfrm>
            <a:custGeom>
              <a:avLst/>
              <a:gdLst/>
              <a:ahLst/>
              <a:cxnLst/>
              <a:rect l="l" t="t" r="r" b="b"/>
              <a:pathLst>
                <a:path w="1077" h="1077" extrusionOk="0">
                  <a:moveTo>
                    <a:pt x="0" y="0"/>
                  </a:moveTo>
                  <a:lnTo>
                    <a:pt x="0"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4">
              <a:extLst>
                <a:ext uri="{FF2B5EF4-FFF2-40B4-BE49-F238E27FC236}">
                  <a16:creationId xmlns:a16="http://schemas.microsoft.com/office/drawing/2014/main" id="{8F2EAB3D-89CC-90E6-11F3-0D9A61217B01}"/>
                </a:ext>
              </a:extLst>
            </p:cNvPr>
            <p:cNvSpPr/>
            <p:nvPr/>
          </p:nvSpPr>
          <p:spPr>
            <a:xfrm>
              <a:off x="7849886" y="1480816"/>
              <a:ext cx="29394" cy="29394"/>
            </a:xfrm>
            <a:custGeom>
              <a:avLst/>
              <a:gdLst/>
              <a:ahLst/>
              <a:cxnLst/>
              <a:rect l="l" t="t" r="r" b="b"/>
              <a:pathLst>
                <a:path w="1077" h="1077" extrusionOk="0">
                  <a:moveTo>
                    <a:pt x="0" y="0"/>
                  </a:moveTo>
                  <a:lnTo>
                    <a:pt x="0"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44">
              <a:extLst>
                <a:ext uri="{FF2B5EF4-FFF2-40B4-BE49-F238E27FC236}">
                  <a16:creationId xmlns:a16="http://schemas.microsoft.com/office/drawing/2014/main" id="{508400A7-BDD8-B583-046D-44F8BBA49000}"/>
                </a:ext>
              </a:extLst>
            </p:cNvPr>
            <p:cNvSpPr/>
            <p:nvPr/>
          </p:nvSpPr>
          <p:spPr>
            <a:xfrm>
              <a:off x="7908429" y="1480816"/>
              <a:ext cx="29421" cy="29394"/>
            </a:xfrm>
            <a:custGeom>
              <a:avLst/>
              <a:gdLst/>
              <a:ahLst/>
              <a:cxnLst/>
              <a:rect l="l" t="t" r="r" b="b"/>
              <a:pathLst>
                <a:path w="1078" h="1077" extrusionOk="0">
                  <a:moveTo>
                    <a:pt x="1" y="0"/>
                  </a:moveTo>
                  <a:lnTo>
                    <a:pt x="1" y="1076"/>
                  </a:lnTo>
                  <a:lnTo>
                    <a:pt x="1077" y="1076"/>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4">
              <a:extLst>
                <a:ext uri="{FF2B5EF4-FFF2-40B4-BE49-F238E27FC236}">
                  <a16:creationId xmlns:a16="http://schemas.microsoft.com/office/drawing/2014/main" id="{2DECFEE8-4BB7-2A04-0B4D-560B7A76E5B9}"/>
                </a:ext>
              </a:extLst>
            </p:cNvPr>
            <p:cNvSpPr/>
            <p:nvPr/>
          </p:nvSpPr>
          <p:spPr>
            <a:xfrm>
              <a:off x="8174257" y="1480816"/>
              <a:ext cx="29394" cy="29394"/>
            </a:xfrm>
            <a:custGeom>
              <a:avLst/>
              <a:gdLst/>
              <a:ahLst/>
              <a:cxnLst/>
              <a:rect l="l" t="t" r="r" b="b"/>
              <a:pathLst>
                <a:path w="1077" h="1077" extrusionOk="0">
                  <a:moveTo>
                    <a:pt x="0" y="0"/>
                  </a:moveTo>
                  <a:lnTo>
                    <a:pt x="0" y="1076"/>
                  </a:lnTo>
                  <a:lnTo>
                    <a:pt x="1076" y="1076"/>
                  </a:lnTo>
                  <a:lnTo>
                    <a:pt x="1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44">
              <a:extLst>
                <a:ext uri="{FF2B5EF4-FFF2-40B4-BE49-F238E27FC236}">
                  <a16:creationId xmlns:a16="http://schemas.microsoft.com/office/drawing/2014/main" id="{94A3CD46-495E-82F8-9A0A-B3368BACA820}"/>
                </a:ext>
              </a:extLst>
            </p:cNvPr>
            <p:cNvSpPr/>
            <p:nvPr/>
          </p:nvSpPr>
          <p:spPr>
            <a:xfrm>
              <a:off x="8174257" y="1539468"/>
              <a:ext cx="29394" cy="29394"/>
            </a:xfrm>
            <a:custGeom>
              <a:avLst/>
              <a:gdLst/>
              <a:ahLst/>
              <a:cxnLst/>
              <a:rect l="l" t="t" r="r" b="b"/>
              <a:pathLst>
                <a:path w="1077" h="1077" extrusionOk="0">
                  <a:moveTo>
                    <a:pt x="0" y="0"/>
                  </a:moveTo>
                  <a:lnTo>
                    <a:pt x="0" y="1076"/>
                  </a:lnTo>
                  <a:lnTo>
                    <a:pt x="1076" y="1076"/>
                  </a:lnTo>
                  <a:lnTo>
                    <a:pt x="107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4">
              <a:extLst>
                <a:ext uri="{FF2B5EF4-FFF2-40B4-BE49-F238E27FC236}">
                  <a16:creationId xmlns:a16="http://schemas.microsoft.com/office/drawing/2014/main" id="{F578783C-921E-94F0-0BFB-865B8D134A26}"/>
                </a:ext>
              </a:extLst>
            </p:cNvPr>
            <p:cNvSpPr/>
            <p:nvPr/>
          </p:nvSpPr>
          <p:spPr>
            <a:xfrm>
              <a:off x="8232909" y="1480816"/>
              <a:ext cx="58679" cy="29394"/>
            </a:xfrm>
            <a:custGeom>
              <a:avLst/>
              <a:gdLst/>
              <a:ahLst/>
              <a:cxnLst/>
              <a:rect l="l" t="t" r="r" b="b"/>
              <a:pathLst>
                <a:path w="2150" h="1077" extrusionOk="0">
                  <a:moveTo>
                    <a:pt x="0" y="0"/>
                  </a:moveTo>
                  <a:lnTo>
                    <a:pt x="0" y="1076"/>
                  </a:lnTo>
                  <a:lnTo>
                    <a:pt x="2149" y="1076"/>
                  </a:lnTo>
                  <a:lnTo>
                    <a:pt x="21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4">
              <a:extLst>
                <a:ext uri="{FF2B5EF4-FFF2-40B4-BE49-F238E27FC236}">
                  <a16:creationId xmlns:a16="http://schemas.microsoft.com/office/drawing/2014/main" id="{D73D9FB1-544B-439A-0CFA-2B8EDC34D24F}"/>
                </a:ext>
              </a:extLst>
            </p:cNvPr>
            <p:cNvSpPr/>
            <p:nvPr/>
          </p:nvSpPr>
          <p:spPr>
            <a:xfrm>
              <a:off x="8232909" y="1539468"/>
              <a:ext cx="58679" cy="29394"/>
            </a:xfrm>
            <a:custGeom>
              <a:avLst/>
              <a:gdLst/>
              <a:ahLst/>
              <a:cxnLst/>
              <a:rect l="l" t="t" r="r" b="b"/>
              <a:pathLst>
                <a:path w="2150" h="1077" extrusionOk="0">
                  <a:moveTo>
                    <a:pt x="0" y="0"/>
                  </a:moveTo>
                  <a:lnTo>
                    <a:pt x="0" y="1076"/>
                  </a:lnTo>
                  <a:lnTo>
                    <a:pt x="2149" y="1076"/>
                  </a:lnTo>
                  <a:lnTo>
                    <a:pt x="21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44">
              <a:extLst>
                <a:ext uri="{FF2B5EF4-FFF2-40B4-BE49-F238E27FC236}">
                  <a16:creationId xmlns:a16="http://schemas.microsoft.com/office/drawing/2014/main" id="{64BEB840-7BA3-B968-28D1-B725894E6A80}"/>
                </a:ext>
              </a:extLst>
            </p:cNvPr>
            <p:cNvSpPr/>
            <p:nvPr/>
          </p:nvSpPr>
          <p:spPr>
            <a:xfrm>
              <a:off x="8101059" y="1661956"/>
              <a:ext cx="131959" cy="259661"/>
            </a:xfrm>
            <a:custGeom>
              <a:avLst/>
              <a:gdLst/>
              <a:ahLst/>
              <a:cxnLst/>
              <a:rect l="l" t="t" r="r" b="b"/>
              <a:pathLst>
                <a:path w="4835" h="9514" extrusionOk="0">
                  <a:moveTo>
                    <a:pt x="1211" y="1"/>
                  </a:moveTo>
                  <a:lnTo>
                    <a:pt x="942" y="1038"/>
                  </a:lnTo>
                  <a:cubicBezTo>
                    <a:pt x="2601" y="1465"/>
                    <a:pt x="3758" y="2961"/>
                    <a:pt x="3758" y="4680"/>
                  </a:cubicBezTo>
                  <a:cubicBezTo>
                    <a:pt x="3758" y="6755"/>
                    <a:pt x="2075" y="8438"/>
                    <a:pt x="0" y="8438"/>
                  </a:cubicBezTo>
                  <a:lnTo>
                    <a:pt x="0" y="9514"/>
                  </a:lnTo>
                  <a:cubicBezTo>
                    <a:pt x="2664" y="9514"/>
                    <a:pt x="4835" y="7344"/>
                    <a:pt x="4835" y="4680"/>
                  </a:cubicBezTo>
                  <a:cubicBezTo>
                    <a:pt x="4835" y="2474"/>
                    <a:pt x="3346" y="548"/>
                    <a:pt x="12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4">
              <a:extLst>
                <a:ext uri="{FF2B5EF4-FFF2-40B4-BE49-F238E27FC236}">
                  <a16:creationId xmlns:a16="http://schemas.microsoft.com/office/drawing/2014/main" id="{33FCD357-A41A-774C-7DA6-BFFE4A56D9AC}"/>
                </a:ext>
              </a:extLst>
            </p:cNvPr>
            <p:cNvSpPr/>
            <p:nvPr/>
          </p:nvSpPr>
          <p:spPr>
            <a:xfrm>
              <a:off x="7849886" y="1789658"/>
              <a:ext cx="221833" cy="131959"/>
            </a:xfrm>
            <a:custGeom>
              <a:avLst/>
              <a:gdLst/>
              <a:ahLst/>
              <a:cxnLst/>
              <a:rect l="l" t="t" r="r" b="b"/>
              <a:pathLst>
                <a:path w="8128" h="4835" extrusionOk="0">
                  <a:moveTo>
                    <a:pt x="0" y="1"/>
                  </a:moveTo>
                  <a:cubicBezTo>
                    <a:pt x="0" y="2665"/>
                    <a:pt x="2171" y="4835"/>
                    <a:pt x="4835" y="4835"/>
                  </a:cubicBezTo>
                  <a:lnTo>
                    <a:pt x="8127" y="4835"/>
                  </a:lnTo>
                  <a:lnTo>
                    <a:pt x="8127" y="3759"/>
                  </a:lnTo>
                  <a:lnTo>
                    <a:pt x="4835" y="3759"/>
                  </a:lnTo>
                  <a:cubicBezTo>
                    <a:pt x="2760" y="3759"/>
                    <a:pt x="1077" y="2076"/>
                    <a:pt x="10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4">
              <a:extLst>
                <a:ext uri="{FF2B5EF4-FFF2-40B4-BE49-F238E27FC236}">
                  <a16:creationId xmlns:a16="http://schemas.microsoft.com/office/drawing/2014/main" id="{4928CE94-D6D2-9A22-113A-AA7807A445DA}"/>
                </a:ext>
              </a:extLst>
            </p:cNvPr>
            <p:cNvSpPr/>
            <p:nvPr/>
          </p:nvSpPr>
          <p:spPr>
            <a:xfrm>
              <a:off x="7908429" y="1716378"/>
              <a:ext cx="265856" cy="146697"/>
            </a:xfrm>
            <a:custGeom>
              <a:avLst/>
              <a:gdLst/>
              <a:ahLst/>
              <a:cxnLst/>
              <a:rect l="l" t="t" r="r" b="b"/>
              <a:pathLst>
                <a:path w="9741" h="5375" extrusionOk="0">
                  <a:moveTo>
                    <a:pt x="2690" y="0"/>
                  </a:moveTo>
                  <a:cubicBezTo>
                    <a:pt x="1208" y="0"/>
                    <a:pt x="1" y="1204"/>
                    <a:pt x="1" y="2686"/>
                  </a:cubicBezTo>
                  <a:cubicBezTo>
                    <a:pt x="1" y="4168"/>
                    <a:pt x="1208" y="5375"/>
                    <a:pt x="2690" y="5375"/>
                  </a:cubicBezTo>
                  <a:lnTo>
                    <a:pt x="2690" y="4298"/>
                  </a:lnTo>
                  <a:cubicBezTo>
                    <a:pt x="1800" y="4298"/>
                    <a:pt x="1077" y="3575"/>
                    <a:pt x="1077" y="2686"/>
                  </a:cubicBezTo>
                  <a:cubicBezTo>
                    <a:pt x="1077" y="1800"/>
                    <a:pt x="1800" y="1077"/>
                    <a:pt x="2690" y="1077"/>
                  </a:cubicBezTo>
                  <a:lnTo>
                    <a:pt x="7055" y="1077"/>
                  </a:lnTo>
                  <a:cubicBezTo>
                    <a:pt x="7940" y="1077"/>
                    <a:pt x="8664" y="1800"/>
                    <a:pt x="8664" y="2686"/>
                  </a:cubicBezTo>
                  <a:cubicBezTo>
                    <a:pt x="8664" y="3571"/>
                    <a:pt x="7940" y="4298"/>
                    <a:pt x="7055" y="4298"/>
                  </a:cubicBezTo>
                  <a:lnTo>
                    <a:pt x="3759" y="4298"/>
                  </a:lnTo>
                  <a:lnTo>
                    <a:pt x="3759" y="5375"/>
                  </a:lnTo>
                  <a:lnTo>
                    <a:pt x="7055" y="5375"/>
                  </a:lnTo>
                  <a:cubicBezTo>
                    <a:pt x="8537" y="5375"/>
                    <a:pt x="9740" y="4168"/>
                    <a:pt x="9740" y="2686"/>
                  </a:cubicBezTo>
                  <a:cubicBezTo>
                    <a:pt x="9740" y="1204"/>
                    <a:pt x="8537" y="0"/>
                    <a:pt x="70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4">
              <a:extLst>
                <a:ext uri="{FF2B5EF4-FFF2-40B4-BE49-F238E27FC236}">
                  <a16:creationId xmlns:a16="http://schemas.microsoft.com/office/drawing/2014/main" id="{10882085-367C-7490-5ABA-19C1F4045346}"/>
                </a:ext>
              </a:extLst>
            </p:cNvPr>
            <p:cNvSpPr/>
            <p:nvPr/>
          </p:nvSpPr>
          <p:spPr>
            <a:xfrm>
              <a:off x="7981736" y="1775029"/>
              <a:ext cx="119241" cy="29394"/>
            </a:xfrm>
            <a:custGeom>
              <a:avLst/>
              <a:gdLst/>
              <a:ahLst/>
              <a:cxnLst/>
              <a:rect l="l" t="t" r="r" b="b"/>
              <a:pathLst>
                <a:path w="4369" h="1077" extrusionOk="0">
                  <a:moveTo>
                    <a:pt x="0" y="0"/>
                  </a:moveTo>
                  <a:lnTo>
                    <a:pt x="0" y="1077"/>
                  </a:lnTo>
                  <a:lnTo>
                    <a:pt x="4369" y="1077"/>
                  </a:lnTo>
                  <a:lnTo>
                    <a:pt x="43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 name="Google Shape;781;p44">
            <a:extLst>
              <a:ext uri="{FF2B5EF4-FFF2-40B4-BE49-F238E27FC236}">
                <a16:creationId xmlns:a16="http://schemas.microsoft.com/office/drawing/2014/main" id="{29C6A812-CA94-1F8A-1A1A-F6D6DF8B5CE2}"/>
              </a:ext>
            </a:extLst>
          </p:cNvPr>
          <p:cNvGrpSpPr/>
          <p:nvPr/>
        </p:nvGrpSpPr>
        <p:grpSpPr>
          <a:xfrm>
            <a:off x="6420232" y="1249264"/>
            <a:ext cx="225442" cy="427429"/>
            <a:chOff x="7175925" y="2099592"/>
            <a:chExt cx="263891" cy="500326"/>
          </a:xfrm>
        </p:grpSpPr>
        <p:sp>
          <p:nvSpPr>
            <p:cNvPr id="782" name="Google Shape;782;p44">
              <a:extLst>
                <a:ext uri="{FF2B5EF4-FFF2-40B4-BE49-F238E27FC236}">
                  <a16:creationId xmlns:a16="http://schemas.microsoft.com/office/drawing/2014/main" id="{C5204283-25F5-2D2B-FB28-6DA8A5F64C19}"/>
                </a:ext>
              </a:extLst>
            </p:cNvPr>
            <p:cNvSpPr/>
            <p:nvPr/>
          </p:nvSpPr>
          <p:spPr>
            <a:xfrm>
              <a:off x="7175925" y="2158243"/>
              <a:ext cx="263891" cy="59525"/>
            </a:xfrm>
            <a:custGeom>
              <a:avLst/>
              <a:gdLst/>
              <a:ahLst/>
              <a:cxnLst/>
              <a:rect l="l" t="t" r="r" b="b"/>
              <a:pathLst>
                <a:path w="9669" h="2181" extrusionOk="0">
                  <a:moveTo>
                    <a:pt x="0" y="0"/>
                  </a:moveTo>
                  <a:lnTo>
                    <a:pt x="0" y="2181"/>
                  </a:lnTo>
                  <a:lnTo>
                    <a:pt x="9669" y="2181"/>
                  </a:lnTo>
                  <a:lnTo>
                    <a:pt x="96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4">
              <a:extLst>
                <a:ext uri="{FF2B5EF4-FFF2-40B4-BE49-F238E27FC236}">
                  <a16:creationId xmlns:a16="http://schemas.microsoft.com/office/drawing/2014/main" id="{683DF921-BE4F-1390-173D-7FA61865417D}"/>
                </a:ext>
              </a:extLst>
            </p:cNvPr>
            <p:cNvSpPr/>
            <p:nvPr/>
          </p:nvSpPr>
          <p:spPr>
            <a:xfrm>
              <a:off x="7175925" y="2540284"/>
              <a:ext cx="263891" cy="59634"/>
            </a:xfrm>
            <a:custGeom>
              <a:avLst/>
              <a:gdLst/>
              <a:ahLst/>
              <a:cxnLst/>
              <a:rect l="l" t="t" r="r" b="b"/>
              <a:pathLst>
                <a:path w="9669" h="2185" extrusionOk="0">
                  <a:moveTo>
                    <a:pt x="0" y="0"/>
                  </a:moveTo>
                  <a:lnTo>
                    <a:pt x="0" y="2185"/>
                  </a:lnTo>
                  <a:lnTo>
                    <a:pt x="9669" y="2185"/>
                  </a:lnTo>
                  <a:lnTo>
                    <a:pt x="96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4">
              <a:extLst>
                <a:ext uri="{FF2B5EF4-FFF2-40B4-BE49-F238E27FC236}">
                  <a16:creationId xmlns:a16="http://schemas.microsoft.com/office/drawing/2014/main" id="{143F582D-B41F-42D4-B2C2-E665DC82F70F}"/>
                </a:ext>
              </a:extLst>
            </p:cNvPr>
            <p:cNvSpPr/>
            <p:nvPr/>
          </p:nvSpPr>
          <p:spPr>
            <a:xfrm>
              <a:off x="7175925" y="2247135"/>
              <a:ext cx="263891" cy="263809"/>
            </a:xfrm>
            <a:custGeom>
              <a:avLst/>
              <a:gdLst/>
              <a:ahLst/>
              <a:cxnLst/>
              <a:rect l="l" t="t" r="r" b="b"/>
              <a:pathLst>
                <a:path w="9669" h="9666" extrusionOk="0">
                  <a:moveTo>
                    <a:pt x="7520" y="1073"/>
                  </a:moveTo>
                  <a:lnTo>
                    <a:pt x="7520" y="2149"/>
                  </a:lnTo>
                  <a:lnTo>
                    <a:pt x="2149" y="2149"/>
                  </a:lnTo>
                  <a:lnTo>
                    <a:pt x="2149" y="1073"/>
                  </a:lnTo>
                  <a:close/>
                  <a:moveTo>
                    <a:pt x="7520" y="3222"/>
                  </a:moveTo>
                  <a:lnTo>
                    <a:pt x="7520" y="4298"/>
                  </a:lnTo>
                  <a:lnTo>
                    <a:pt x="2149" y="4298"/>
                  </a:lnTo>
                  <a:lnTo>
                    <a:pt x="2149" y="3222"/>
                  </a:lnTo>
                  <a:close/>
                  <a:moveTo>
                    <a:pt x="7520" y="5371"/>
                  </a:moveTo>
                  <a:lnTo>
                    <a:pt x="7520" y="6447"/>
                  </a:lnTo>
                  <a:lnTo>
                    <a:pt x="2149" y="6447"/>
                  </a:lnTo>
                  <a:lnTo>
                    <a:pt x="2149" y="5371"/>
                  </a:lnTo>
                  <a:close/>
                  <a:moveTo>
                    <a:pt x="7520" y="7516"/>
                  </a:moveTo>
                  <a:lnTo>
                    <a:pt x="7520" y="8592"/>
                  </a:lnTo>
                  <a:lnTo>
                    <a:pt x="2149" y="8592"/>
                  </a:lnTo>
                  <a:lnTo>
                    <a:pt x="2149" y="7516"/>
                  </a:lnTo>
                  <a:close/>
                  <a:moveTo>
                    <a:pt x="0" y="0"/>
                  </a:moveTo>
                  <a:lnTo>
                    <a:pt x="0" y="9665"/>
                  </a:lnTo>
                  <a:lnTo>
                    <a:pt x="9669" y="9665"/>
                  </a:lnTo>
                  <a:lnTo>
                    <a:pt x="96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a:extLst>
                <a:ext uri="{FF2B5EF4-FFF2-40B4-BE49-F238E27FC236}">
                  <a16:creationId xmlns:a16="http://schemas.microsoft.com/office/drawing/2014/main" id="{E3FD8484-1D96-56AD-FC26-8ED15A8FEB66}"/>
                </a:ext>
              </a:extLst>
            </p:cNvPr>
            <p:cNvSpPr/>
            <p:nvPr/>
          </p:nvSpPr>
          <p:spPr>
            <a:xfrm>
              <a:off x="7234577" y="2099592"/>
              <a:ext cx="146588" cy="29394"/>
            </a:xfrm>
            <a:custGeom>
              <a:avLst/>
              <a:gdLst/>
              <a:ahLst/>
              <a:cxnLst/>
              <a:rect l="l" t="t" r="r" b="b"/>
              <a:pathLst>
                <a:path w="5371" h="1077" extrusionOk="0">
                  <a:moveTo>
                    <a:pt x="0" y="0"/>
                  </a:moveTo>
                  <a:lnTo>
                    <a:pt x="0" y="1076"/>
                  </a:lnTo>
                  <a:lnTo>
                    <a:pt x="5371" y="1076"/>
                  </a:lnTo>
                  <a:lnTo>
                    <a:pt x="537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4" name="Google Shape;794;p44">
            <a:extLst>
              <a:ext uri="{FF2B5EF4-FFF2-40B4-BE49-F238E27FC236}">
                <a16:creationId xmlns:a16="http://schemas.microsoft.com/office/drawing/2014/main" id="{792137B1-45E9-EC26-48E7-BEAECA017AAE}"/>
              </a:ext>
            </a:extLst>
          </p:cNvPr>
          <p:cNvGrpSpPr/>
          <p:nvPr/>
        </p:nvGrpSpPr>
        <p:grpSpPr>
          <a:xfrm>
            <a:off x="5177988" y="2980548"/>
            <a:ext cx="375784" cy="427452"/>
            <a:chOff x="3151482" y="4027752"/>
            <a:chExt cx="439873" cy="500353"/>
          </a:xfrm>
        </p:grpSpPr>
        <p:sp>
          <p:nvSpPr>
            <p:cNvPr id="795" name="Google Shape;795;p44">
              <a:extLst>
                <a:ext uri="{FF2B5EF4-FFF2-40B4-BE49-F238E27FC236}">
                  <a16:creationId xmlns:a16="http://schemas.microsoft.com/office/drawing/2014/main" id="{A10E860C-543A-C2B4-13C9-60C12198B702}"/>
                </a:ext>
              </a:extLst>
            </p:cNvPr>
            <p:cNvSpPr/>
            <p:nvPr/>
          </p:nvSpPr>
          <p:spPr>
            <a:xfrm>
              <a:off x="3298070" y="4057037"/>
              <a:ext cx="146697" cy="117221"/>
            </a:xfrm>
            <a:custGeom>
              <a:avLst/>
              <a:gdLst/>
              <a:ahLst/>
              <a:cxnLst/>
              <a:rect l="l" t="t" r="r" b="b"/>
              <a:pathLst>
                <a:path w="5375" h="4295" extrusionOk="0">
                  <a:moveTo>
                    <a:pt x="1" y="0"/>
                  </a:moveTo>
                  <a:lnTo>
                    <a:pt x="1" y="4295"/>
                  </a:lnTo>
                  <a:lnTo>
                    <a:pt x="5375" y="4295"/>
                  </a:lnTo>
                  <a:lnTo>
                    <a:pt x="5375" y="0"/>
                  </a:lnTo>
                  <a:lnTo>
                    <a:pt x="4299" y="0"/>
                  </a:lnTo>
                  <a:lnTo>
                    <a:pt x="4299" y="3222"/>
                  </a:lnTo>
                  <a:lnTo>
                    <a:pt x="1073" y="3222"/>
                  </a:lnTo>
                  <a:lnTo>
                    <a:pt x="10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4">
              <a:extLst>
                <a:ext uri="{FF2B5EF4-FFF2-40B4-BE49-F238E27FC236}">
                  <a16:creationId xmlns:a16="http://schemas.microsoft.com/office/drawing/2014/main" id="{0E8143A1-2739-AE5A-2E21-CE330048892A}"/>
                </a:ext>
              </a:extLst>
            </p:cNvPr>
            <p:cNvSpPr/>
            <p:nvPr/>
          </p:nvSpPr>
          <p:spPr>
            <a:xfrm>
              <a:off x="3356722" y="4027752"/>
              <a:ext cx="29394" cy="88046"/>
            </a:xfrm>
            <a:custGeom>
              <a:avLst/>
              <a:gdLst/>
              <a:ahLst/>
              <a:cxnLst/>
              <a:rect l="l" t="t" r="r" b="b"/>
              <a:pathLst>
                <a:path w="1077" h="3226" extrusionOk="0">
                  <a:moveTo>
                    <a:pt x="1" y="1"/>
                  </a:moveTo>
                  <a:lnTo>
                    <a:pt x="1" y="3226"/>
                  </a:lnTo>
                  <a:lnTo>
                    <a:pt x="1077" y="3226"/>
                  </a:lnTo>
                  <a:lnTo>
                    <a:pt x="10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4">
              <a:extLst>
                <a:ext uri="{FF2B5EF4-FFF2-40B4-BE49-F238E27FC236}">
                  <a16:creationId xmlns:a16="http://schemas.microsoft.com/office/drawing/2014/main" id="{860F1895-BD6C-AEDD-1157-7818B25BE289}"/>
                </a:ext>
              </a:extLst>
            </p:cNvPr>
            <p:cNvSpPr/>
            <p:nvPr/>
          </p:nvSpPr>
          <p:spPr>
            <a:xfrm>
              <a:off x="3210052" y="4348739"/>
              <a:ext cx="58679" cy="144486"/>
            </a:xfrm>
            <a:custGeom>
              <a:avLst/>
              <a:gdLst/>
              <a:ahLst/>
              <a:cxnLst/>
              <a:rect l="l" t="t" r="r" b="b"/>
              <a:pathLst>
                <a:path w="2150" h="5294" extrusionOk="0">
                  <a:moveTo>
                    <a:pt x="0" y="1"/>
                  </a:moveTo>
                  <a:lnTo>
                    <a:pt x="0" y="4218"/>
                  </a:lnTo>
                  <a:lnTo>
                    <a:pt x="2149" y="5294"/>
                  </a:lnTo>
                  <a:lnTo>
                    <a:pt x="2149" y="999"/>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4">
              <a:extLst>
                <a:ext uri="{FF2B5EF4-FFF2-40B4-BE49-F238E27FC236}">
                  <a16:creationId xmlns:a16="http://schemas.microsoft.com/office/drawing/2014/main" id="{34E1212D-71F1-13E6-9261-3A36C9E8E559}"/>
                </a:ext>
              </a:extLst>
            </p:cNvPr>
            <p:cNvSpPr/>
            <p:nvPr/>
          </p:nvSpPr>
          <p:spPr>
            <a:xfrm>
              <a:off x="3473943" y="4340279"/>
              <a:ext cx="58679" cy="152947"/>
            </a:xfrm>
            <a:custGeom>
              <a:avLst/>
              <a:gdLst/>
              <a:ahLst/>
              <a:cxnLst/>
              <a:rect l="l" t="t" r="r" b="b"/>
              <a:pathLst>
                <a:path w="2150" h="5604" extrusionOk="0">
                  <a:moveTo>
                    <a:pt x="2149" y="0"/>
                  </a:moveTo>
                  <a:lnTo>
                    <a:pt x="0" y="1154"/>
                  </a:lnTo>
                  <a:lnTo>
                    <a:pt x="0" y="5604"/>
                  </a:lnTo>
                  <a:lnTo>
                    <a:pt x="2149" y="4528"/>
                  </a:lnTo>
                  <a:lnTo>
                    <a:pt x="21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4">
              <a:extLst>
                <a:ext uri="{FF2B5EF4-FFF2-40B4-BE49-F238E27FC236}">
                  <a16:creationId xmlns:a16="http://schemas.microsoft.com/office/drawing/2014/main" id="{C4AA7E4D-B20E-3C1C-72DC-E54D704E99A8}"/>
                </a:ext>
              </a:extLst>
            </p:cNvPr>
            <p:cNvSpPr/>
            <p:nvPr/>
          </p:nvSpPr>
          <p:spPr>
            <a:xfrm>
              <a:off x="3415373" y="4262249"/>
              <a:ext cx="29394" cy="29421"/>
            </a:xfrm>
            <a:custGeom>
              <a:avLst/>
              <a:gdLst/>
              <a:ahLst/>
              <a:cxnLst/>
              <a:rect l="l" t="t" r="r" b="b"/>
              <a:pathLst>
                <a:path w="1077" h="1078" extrusionOk="0">
                  <a:moveTo>
                    <a:pt x="537" y="1"/>
                  </a:moveTo>
                  <a:cubicBezTo>
                    <a:pt x="241" y="1"/>
                    <a:pt x="1" y="244"/>
                    <a:pt x="1" y="537"/>
                  </a:cubicBezTo>
                  <a:cubicBezTo>
                    <a:pt x="1" y="834"/>
                    <a:pt x="241" y="1077"/>
                    <a:pt x="537" y="1077"/>
                  </a:cubicBezTo>
                  <a:cubicBezTo>
                    <a:pt x="833" y="1077"/>
                    <a:pt x="1077" y="834"/>
                    <a:pt x="1077" y="537"/>
                  </a:cubicBezTo>
                  <a:cubicBezTo>
                    <a:pt x="1077" y="241"/>
                    <a:pt x="833" y="1"/>
                    <a:pt x="53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4">
              <a:extLst>
                <a:ext uri="{FF2B5EF4-FFF2-40B4-BE49-F238E27FC236}">
                  <a16:creationId xmlns:a16="http://schemas.microsoft.com/office/drawing/2014/main" id="{E999E303-77EA-D527-5765-7100EA0EB7E9}"/>
                </a:ext>
              </a:extLst>
            </p:cNvPr>
            <p:cNvSpPr/>
            <p:nvPr/>
          </p:nvSpPr>
          <p:spPr>
            <a:xfrm>
              <a:off x="3298070" y="4262249"/>
              <a:ext cx="29394" cy="29421"/>
            </a:xfrm>
            <a:custGeom>
              <a:avLst/>
              <a:gdLst/>
              <a:ahLst/>
              <a:cxnLst/>
              <a:rect l="l" t="t" r="r" b="b"/>
              <a:pathLst>
                <a:path w="1077" h="1078" extrusionOk="0">
                  <a:moveTo>
                    <a:pt x="541" y="1"/>
                  </a:moveTo>
                  <a:cubicBezTo>
                    <a:pt x="244" y="1"/>
                    <a:pt x="1" y="244"/>
                    <a:pt x="1" y="537"/>
                  </a:cubicBezTo>
                  <a:cubicBezTo>
                    <a:pt x="1" y="834"/>
                    <a:pt x="244" y="1077"/>
                    <a:pt x="541" y="1077"/>
                  </a:cubicBezTo>
                  <a:cubicBezTo>
                    <a:pt x="833" y="1077"/>
                    <a:pt x="1077" y="834"/>
                    <a:pt x="1077" y="537"/>
                  </a:cubicBezTo>
                  <a:cubicBezTo>
                    <a:pt x="1077" y="241"/>
                    <a:pt x="833" y="1"/>
                    <a:pt x="5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4">
              <a:extLst>
                <a:ext uri="{FF2B5EF4-FFF2-40B4-BE49-F238E27FC236}">
                  <a16:creationId xmlns:a16="http://schemas.microsoft.com/office/drawing/2014/main" id="{44688306-C366-D469-C020-A52978860B82}"/>
                </a:ext>
              </a:extLst>
            </p:cNvPr>
            <p:cNvSpPr/>
            <p:nvPr/>
          </p:nvSpPr>
          <p:spPr>
            <a:xfrm>
              <a:off x="3210052" y="4091890"/>
              <a:ext cx="322652" cy="436216"/>
            </a:xfrm>
            <a:custGeom>
              <a:avLst/>
              <a:gdLst/>
              <a:ahLst/>
              <a:cxnLst/>
              <a:rect l="l" t="t" r="r" b="b"/>
              <a:pathLst>
                <a:path w="11822" h="15983" extrusionOk="0">
                  <a:moveTo>
                    <a:pt x="3766" y="5170"/>
                  </a:moveTo>
                  <a:cubicBezTo>
                    <a:pt x="4651" y="5170"/>
                    <a:pt x="5375" y="5894"/>
                    <a:pt x="5375" y="6783"/>
                  </a:cubicBezTo>
                  <a:cubicBezTo>
                    <a:pt x="5375" y="7669"/>
                    <a:pt x="4651" y="8392"/>
                    <a:pt x="3766" y="8392"/>
                  </a:cubicBezTo>
                  <a:cubicBezTo>
                    <a:pt x="2876" y="8392"/>
                    <a:pt x="2153" y="7669"/>
                    <a:pt x="2153" y="6783"/>
                  </a:cubicBezTo>
                  <a:cubicBezTo>
                    <a:pt x="2153" y="5894"/>
                    <a:pt x="2876" y="5170"/>
                    <a:pt x="3766" y="5170"/>
                  </a:cubicBezTo>
                  <a:close/>
                  <a:moveTo>
                    <a:pt x="8060" y="5170"/>
                  </a:moveTo>
                  <a:cubicBezTo>
                    <a:pt x="8946" y="5170"/>
                    <a:pt x="9669" y="5894"/>
                    <a:pt x="9669" y="6783"/>
                  </a:cubicBezTo>
                  <a:cubicBezTo>
                    <a:pt x="9669" y="7669"/>
                    <a:pt x="8946" y="8392"/>
                    <a:pt x="8060" y="8392"/>
                  </a:cubicBezTo>
                  <a:cubicBezTo>
                    <a:pt x="7174" y="8392"/>
                    <a:pt x="6451" y="7669"/>
                    <a:pt x="6451" y="6783"/>
                  </a:cubicBezTo>
                  <a:cubicBezTo>
                    <a:pt x="6451" y="5894"/>
                    <a:pt x="7174" y="5170"/>
                    <a:pt x="8060" y="5170"/>
                  </a:cubicBezTo>
                  <a:close/>
                  <a:moveTo>
                    <a:pt x="5375" y="11077"/>
                  </a:moveTo>
                  <a:lnTo>
                    <a:pt x="5375" y="14373"/>
                  </a:lnTo>
                  <a:lnTo>
                    <a:pt x="4298" y="14373"/>
                  </a:lnTo>
                  <a:lnTo>
                    <a:pt x="4298" y="11077"/>
                  </a:lnTo>
                  <a:close/>
                  <a:moveTo>
                    <a:pt x="7524" y="11077"/>
                  </a:moveTo>
                  <a:lnTo>
                    <a:pt x="7524" y="14373"/>
                  </a:lnTo>
                  <a:lnTo>
                    <a:pt x="6444" y="14373"/>
                  </a:lnTo>
                  <a:lnTo>
                    <a:pt x="6444" y="11077"/>
                  </a:lnTo>
                  <a:close/>
                  <a:moveTo>
                    <a:pt x="2149" y="1"/>
                  </a:moveTo>
                  <a:lnTo>
                    <a:pt x="0" y="1077"/>
                  </a:lnTo>
                  <a:lnTo>
                    <a:pt x="0" y="8226"/>
                  </a:lnTo>
                  <a:lnTo>
                    <a:pt x="3226" y="9726"/>
                  </a:lnTo>
                  <a:lnTo>
                    <a:pt x="3226" y="15982"/>
                  </a:lnTo>
                  <a:lnTo>
                    <a:pt x="8600" y="15982"/>
                  </a:lnTo>
                  <a:lnTo>
                    <a:pt x="8600" y="9616"/>
                  </a:lnTo>
                  <a:lnTo>
                    <a:pt x="11822" y="7884"/>
                  </a:lnTo>
                  <a:lnTo>
                    <a:pt x="11822" y="1077"/>
                  </a:lnTo>
                  <a:lnTo>
                    <a:pt x="11818" y="1077"/>
                  </a:lnTo>
                  <a:lnTo>
                    <a:pt x="9669" y="1"/>
                  </a:lnTo>
                  <a:lnTo>
                    <a:pt x="9669" y="4094"/>
                  </a:lnTo>
                  <a:lnTo>
                    <a:pt x="2149" y="4094"/>
                  </a:lnTo>
                  <a:lnTo>
                    <a:pt x="214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4">
              <a:extLst>
                <a:ext uri="{FF2B5EF4-FFF2-40B4-BE49-F238E27FC236}">
                  <a16:creationId xmlns:a16="http://schemas.microsoft.com/office/drawing/2014/main" id="{7A66F6BE-6BF7-C07F-CAC2-49E89D17481F}"/>
                </a:ext>
              </a:extLst>
            </p:cNvPr>
            <p:cNvSpPr/>
            <p:nvPr/>
          </p:nvSpPr>
          <p:spPr>
            <a:xfrm>
              <a:off x="3561961" y="4223740"/>
              <a:ext cx="29394" cy="106250"/>
            </a:xfrm>
            <a:custGeom>
              <a:avLst/>
              <a:gdLst/>
              <a:ahLst/>
              <a:cxnLst/>
              <a:rect l="l" t="t" r="r" b="b"/>
              <a:pathLst>
                <a:path w="1077" h="3893" extrusionOk="0">
                  <a:moveTo>
                    <a:pt x="0" y="0"/>
                  </a:moveTo>
                  <a:lnTo>
                    <a:pt x="0" y="3893"/>
                  </a:lnTo>
                  <a:lnTo>
                    <a:pt x="1077" y="3353"/>
                  </a:lnTo>
                  <a:lnTo>
                    <a:pt x="1077" y="540"/>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4">
              <a:extLst>
                <a:ext uri="{FF2B5EF4-FFF2-40B4-BE49-F238E27FC236}">
                  <a16:creationId xmlns:a16="http://schemas.microsoft.com/office/drawing/2014/main" id="{E5AF3E2C-0A09-4BD2-1BF6-AAF1C919CA1D}"/>
                </a:ext>
              </a:extLst>
            </p:cNvPr>
            <p:cNvSpPr/>
            <p:nvPr/>
          </p:nvSpPr>
          <p:spPr>
            <a:xfrm>
              <a:off x="3151482" y="4224040"/>
              <a:ext cx="29421" cy="106059"/>
            </a:xfrm>
            <a:custGeom>
              <a:avLst/>
              <a:gdLst/>
              <a:ahLst/>
              <a:cxnLst/>
              <a:rect l="l" t="t" r="r" b="b"/>
              <a:pathLst>
                <a:path w="1078" h="3886" extrusionOk="0">
                  <a:moveTo>
                    <a:pt x="1077" y="0"/>
                  </a:moveTo>
                  <a:lnTo>
                    <a:pt x="1" y="536"/>
                  </a:lnTo>
                  <a:lnTo>
                    <a:pt x="1" y="3345"/>
                  </a:lnTo>
                  <a:lnTo>
                    <a:pt x="1077" y="3885"/>
                  </a:lnTo>
                  <a:lnTo>
                    <a:pt x="107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74080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How Benchmark Tasks Are Evaluated</a:t>
            </a:r>
            <a:endParaRPr dirty="0"/>
          </a:p>
        </p:txBody>
      </p:sp>
      <p:sp>
        <p:nvSpPr>
          <p:cNvPr id="930" name="Google Shape;930;p51"/>
          <p:cNvSpPr/>
          <p:nvPr/>
        </p:nvSpPr>
        <p:spPr>
          <a:xfrm>
            <a:off x="613611" y="2557675"/>
            <a:ext cx="1595589" cy="8733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sz="2000" b="1" dirty="0">
                <a:solidFill>
                  <a:schemeClr val="accent5"/>
                </a:solidFill>
                <a:latin typeface="Sora"/>
                <a:ea typeface="Sora"/>
                <a:cs typeface="Sora"/>
                <a:sym typeface="Sora"/>
              </a:rPr>
              <a:t>Evaluation</a:t>
            </a:r>
            <a:endParaRPr sz="2000" b="1" dirty="0">
              <a:solidFill>
                <a:schemeClr val="accent5"/>
              </a:solidFill>
              <a:latin typeface="Sora"/>
              <a:ea typeface="Sora"/>
              <a:cs typeface="Sora"/>
              <a:sym typeface="Sora"/>
            </a:endParaRPr>
          </a:p>
        </p:txBody>
      </p:sp>
      <p:sp>
        <p:nvSpPr>
          <p:cNvPr id="931" name="Google Shape;931;p51"/>
          <p:cNvSpPr/>
          <p:nvPr/>
        </p:nvSpPr>
        <p:spPr>
          <a:xfrm>
            <a:off x="4837600" y="2705575"/>
            <a:ext cx="35865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Lato"/>
                <a:ea typeface="Lato"/>
                <a:cs typeface="Lato"/>
                <a:sym typeface="Lato"/>
              </a:rPr>
              <a:t>Python scripts or strategy functions check the agent’s solution</a:t>
            </a:r>
            <a:endParaRPr dirty="0">
              <a:solidFill>
                <a:schemeClr val="dk1"/>
              </a:solidFill>
              <a:latin typeface="Lato"/>
              <a:ea typeface="Lato"/>
              <a:cs typeface="Lato"/>
              <a:sym typeface="Lato"/>
            </a:endParaRPr>
          </a:p>
        </p:txBody>
      </p:sp>
      <p:sp>
        <p:nvSpPr>
          <p:cNvPr id="932" name="Google Shape;932;p51"/>
          <p:cNvSpPr/>
          <p:nvPr/>
        </p:nvSpPr>
        <p:spPr>
          <a:xfrm>
            <a:off x="4837600" y="1581450"/>
            <a:ext cx="35865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Lato"/>
                <a:ea typeface="Lato"/>
                <a:cs typeface="Lato"/>
                <a:sym typeface="Lato"/>
              </a:rPr>
              <a:t>Uses NLP scores, RL rewards, or classification accuracy depending on task</a:t>
            </a:r>
            <a:endParaRPr dirty="0">
              <a:solidFill>
                <a:schemeClr val="dk1"/>
              </a:solidFill>
              <a:latin typeface="Lato"/>
              <a:ea typeface="Lato"/>
              <a:cs typeface="Lato"/>
              <a:sym typeface="Lato"/>
            </a:endParaRPr>
          </a:p>
        </p:txBody>
      </p:sp>
      <p:sp>
        <p:nvSpPr>
          <p:cNvPr id="933" name="Google Shape;933;p51"/>
          <p:cNvSpPr/>
          <p:nvPr/>
        </p:nvSpPr>
        <p:spPr>
          <a:xfrm>
            <a:off x="4837600" y="3829700"/>
            <a:ext cx="3586500" cy="572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Lato"/>
                <a:ea typeface="Lato"/>
                <a:cs typeface="Lato"/>
                <a:sym typeface="Lato"/>
              </a:rPr>
              <a:t>Read-only datasets, same conditions for every model</a:t>
            </a:r>
            <a:endParaRPr dirty="0">
              <a:solidFill>
                <a:schemeClr val="dk1"/>
              </a:solidFill>
              <a:latin typeface="Lato"/>
              <a:ea typeface="Lato"/>
              <a:cs typeface="Lato"/>
              <a:sym typeface="Lato"/>
            </a:endParaRPr>
          </a:p>
        </p:txBody>
      </p:sp>
      <p:cxnSp>
        <p:nvCxnSpPr>
          <p:cNvPr id="934" name="Google Shape;934;p51"/>
          <p:cNvCxnSpPr>
            <a:cxnSpLocks/>
            <a:stCxn id="930" idx="3"/>
            <a:endCxn id="935" idx="1"/>
          </p:cNvCxnSpPr>
          <p:nvPr/>
        </p:nvCxnSpPr>
        <p:spPr>
          <a:xfrm flipV="1">
            <a:off x="2209200" y="1867800"/>
            <a:ext cx="686525" cy="1126525"/>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936" name="Google Shape;936;p51"/>
          <p:cNvCxnSpPr>
            <a:cxnSpLocks/>
            <a:stCxn id="930" idx="3"/>
            <a:endCxn id="937" idx="1"/>
          </p:cNvCxnSpPr>
          <p:nvPr/>
        </p:nvCxnSpPr>
        <p:spPr>
          <a:xfrm flipV="1">
            <a:off x="2209200" y="2963813"/>
            <a:ext cx="686525" cy="30512"/>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938" name="Google Shape;938;p51"/>
          <p:cNvCxnSpPr>
            <a:cxnSpLocks/>
            <a:stCxn id="930" idx="3"/>
            <a:endCxn id="939" idx="1"/>
          </p:cNvCxnSpPr>
          <p:nvPr/>
        </p:nvCxnSpPr>
        <p:spPr>
          <a:xfrm>
            <a:off x="2209200" y="2994325"/>
            <a:ext cx="686525" cy="1126500"/>
          </a:xfrm>
          <a:prstGeom prst="bentConnector3">
            <a:avLst>
              <a:gd name="adj1" fmla="val 50000"/>
            </a:avLst>
          </a:prstGeom>
          <a:noFill/>
          <a:ln w="19050" cap="flat" cmpd="sng">
            <a:solidFill>
              <a:schemeClr val="lt2"/>
            </a:solidFill>
            <a:prstDash val="solid"/>
            <a:round/>
            <a:headEnd type="none" w="med" len="med"/>
            <a:tailEnd type="oval" w="med" len="med"/>
          </a:ln>
        </p:spPr>
      </p:cxnSp>
      <p:sp>
        <p:nvSpPr>
          <p:cNvPr id="935" name="Google Shape;935;p51"/>
          <p:cNvSpPr txBox="1"/>
          <p:nvPr/>
        </p:nvSpPr>
        <p:spPr>
          <a:xfrm>
            <a:off x="2895725" y="1581450"/>
            <a:ext cx="1767900" cy="572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b="1" dirty="0">
                <a:solidFill>
                  <a:schemeClr val="accent5"/>
                </a:solidFill>
                <a:latin typeface="Sora"/>
                <a:ea typeface="Sora"/>
                <a:cs typeface="Sora"/>
                <a:sym typeface="Sora"/>
              </a:rPr>
              <a:t>Domain-Specific Metrics</a:t>
            </a:r>
            <a:endParaRPr b="1" dirty="0">
              <a:solidFill>
                <a:schemeClr val="accent5"/>
              </a:solidFill>
              <a:latin typeface="Sora"/>
              <a:ea typeface="Sora"/>
              <a:cs typeface="Sora"/>
              <a:sym typeface="Sora"/>
            </a:endParaRPr>
          </a:p>
        </p:txBody>
      </p:sp>
      <p:sp>
        <p:nvSpPr>
          <p:cNvPr id="937" name="Google Shape;937;p51"/>
          <p:cNvSpPr txBox="1"/>
          <p:nvPr/>
        </p:nvSpPr>
        <p:spPr>
          <a:xfrm>
            <a:off x="2895725" y="2646947"/>
            <a:ext cx="1767900" cy="633731"/>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b="1" dirty="0">
                <a:solidFill>
                  <a:schemeClr val="accent5"/>
                </a:solidFill>
                <a:latin typeface="Sora"/>
                <a:ea typeface="Sora"/>
                <a:cs typeface="Sora"/>
                <a:sym typeface="Sora"/>
              </a:rPr>
              <a:t>Custom Evaluation Artifacts</a:t>
            </a:r>
            <a:endParaRPr b="1" dirty="0">
              <a:solidFill>
                <a:schemeClr val="accent5"/>
              </a:solidFill>
              <a:latin typeface="Sora"/>
              <a:ea typeface="Sora"/>
              <a:cs typeface="Sora"/>
              <a:sym typeface="Sora"/>
            </a:endParaRPr>
          </a:p>
        </p:txBody>
      </p:sp>
      <p:sp>
        <p:nvSpPr>
          <p:cNvPr id="939" name="Google Shape;939;p51"/>
          <p:cNvSpPr txBox="1"/>
          <p:nvPr/>
        </p:nvSpPr>
        <p:spPr>
          <a:xfrm>
            <a:off x="2895725" y="3834475"/>
            <a:ext cx="1767900" cy="5727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US" b="1" dirty="0">
                <a:solidFill>
                  <a:schemeClr val="accent5"/>
                </a:solidFill>
                <a:latin typeface="Sora"/>
                <a:ea typeface="Sora"/>
                <a:cs typeface="Sora"/>
                <a:sym typeface="Sora"/>
              </a:rPr>
              <a:t>Reproducibility &amp; Fairness</a:t>
            </a:r>
            <a:endParaRPr b="1" dirty="0">
              <a:solidFill>
                <a:schemeClr val="accent5"/>
              </a:solidFill>
              <a:latin typeface="Sora"/>
              <a:ea typeface="Sora"/>
              <a:cs typeface="Sora"/>
              <a:sym typeface="Sor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7">
          <a:extLst>
            <a:ext uri="{FF2B5EF4-FFF2-40B4-BE49-F238E27FC236}">
              <a16:creationId xmlns:a16="http://schemas.microsoft.com/office/drawing/2014/main" id="{5E002734-6E20-1AFA-A86A-34A5F37EF6C2}"/>
            </a:ext>
          </a:extLst>
        </p:cNvPr>
        <p:cNvGrpSpPr/>
        <p:nvPr/>
      </p:nvGrpSpPr>
      <p:grpSpPr>
        <a:xfrm>
          <a:off x="0" y="0"/>
          <a:ext cx="0" cy="0"/>
          <a:chOff x="0" y="0"/>
          <a:chExt cx="0" cy="0"/>
        </a:xfrm>
      </p:grpSpPr>
      <p:sp>
        <p:nvSpPr>
          <p:cNvPr id="808" name="Google Shape;808;p45">
            <a:extLst>
              <a:ext uri="{FF2B5EF4-FFF2-40B4-BE49-F238E27FC236}">
                <a16:creationId xmlns:a16="http://schemas.microsoft.com/office/drawing/2014/main" id="{0DAAA248-BD9A-F12E-8390-9F7036820B30}"/>
              </a:ext>
            </a:extLst>
          </p:cNvPr>
          <p:cNvSpPr txBox="1">
            <a:spLocks noGrp="1"/>
          </p:cNvSpPr>
          <p:nvPr>
            <p:ph type="title"/>
          </p:nvPr>
        </p:nvSpPr>
        <p:spPr>
          <a:xfrm>
            <a:off x="4906675" y="533321"/>
            <a:ext cx="3524100" cy="1403400"/>
          </a:xfrm>
          <a:prstGeom prst="rect">
            <a:avLst/>
          </a:prstGeom>
        </p:spPr>
        <p:txBody>
          <a:bodyPr spcFirstLastPara="1" wrap="square" lIns="91425" tIns="91425" rIns="91425" bIns="91425" anchor="b" anchorCtr="0">
            <a:noAutofit/>
          </a:bodyPr>
          <a:lstStyle/>
          <a:p>
            <a:pPr lvl="0"/>
            <a:r>
              <a:rPr lang="en-US" dirty="0"/>
              <a:t>Results: Model Performance vs. Cost</a:t>
            </a:r>
            <a:endParaRPr dirty="0"/>
          </a:p>
        </p:txBody>
      </p:sp>
      <p:sp>
        <p:nvSpPr>
          <p:cNvPr id="809" name="Google Shape;809;p45">
            <a:extLst>
              <a:ext uri="{FF2B5EF4-FFF2-40B4-BE49-F238E27FC236}">
                <a16:creationId xmlns:a16="http://schemas.microsoft.com/office/drawing/2014/main" id="{94181836-A24D-912E-EC64-DE8707B22DFF}"/>
              </a:ext>
            </a:extLst>
          </p:cNvPr>
          <p:cNvSpPr txBox="1">
            <a:spLocks noGrp="1"/>
          </p:cNvSpPr>
          <p:nvPr>
            <p:ph type="subTitle" idx="1"/>
          </p:nvPr>
        </p:nvSpPr>
        <p:spPr>
          <a:xfrm>
            <a:off x="4906675" y="1947763"/>
            <a:ext cx="3900441" cy="1403400"/>
          </a:xfrm>
          <a:prstGeom prst="rect">
            <a:avLst/>
          </a:prstGeom>
        </p:spPr>
        <p:txBody>
          <a:bodyPr spcFirstLastPara="1" wrap="square" lIns="91425" tIns="91425" rIns="91425" bIns="91425" anchor="t" anchorCtr="0">
            <a:noAutofit/>
          </a:bodyPr>
          <a:lstStyle/>
          <a:p>
            <a:pPr marL="285750" indent="-285750"/>
            <a:r>
              <a:rPr lang="en-US" sz="1100" dirty="0"/>
              <a:t>Compares AUP (Area Under Performance) score vs. API cost</a:t>
            </a:r>
          </a:p>
          <a:p>
            <a:pPr marL="285750" indent="-285750"/>
            <a:r>
              <a:rPr lang="en-US" sz="1100" dirty="0"/>
              <a:t>Higher AUP = better performance on benchmark tasks</a:t>
            </a:r>
          </a:p>
          <a:p>
            <a:pPr marL="285750" indent="-285750"/>
            <a:r>
              <a:rPr lang="en-US" sz="1100" dirty="0"/>
              <a:t>O1-preview achieved the best AUP but is most expensive</a:t>
            </a:r>
          </a:p>
          <a:p>
            <a:pPr marL="285750" indent="-285750"/>
            <a:r>
              <a:rPr lang="en-US" sz="1100" dirty="0"/>
              <a:t>Claude and Gemini balanced good scores with reasonable cost</a:t>
            </a:r>
          </a:p>
          <a:p>
            <a:pPr marL="285750" indent="-285750"/>
            <a:r>
              <a:rPr lang="en-US" sz="1100" dirty="0"/>
              <a:t>GPT-4o and </a:t>
            </a:r>
            <a:r>
              <a:rPr lang="en-US" sz="1100" dirty="0" err="1"/>
              <a:t>LLaMA</a:t>
            </a:r>
            <a:r>
              <a:rPr lang="en-US" sz="1100" dirty="0"/>
              <a:t> had lower costs but only baseline improvements</a:t>
            </a:r>
          </a:p>
          <a:p>
            <a:pPr marL="285750" indent="-285750"/>
            <a:r>
              <a:rPr lang="en-US" sz="1100" dirty="0"/>
              <a:t>Models also differed in exploration patterns, with some submitting faster while others explored more actions</a:t>
            </a:r>
            <a:endParaRPr sz="1100" dirty="0"/>
          </a:p>
        </p:txBody>
      </p:sp>
      <p:pic>
        <p:nvPicPr>
          <p:cNvPr id="6" name="Picture Placeholder 5">
            <a:extLst>
              <a:ext uri="{FF2B5EF4-FFF2-40B4-BE49-F238E27FC236}">
                <a16:creationId xmlns:a16="http://schemas.microsoft.com/office/drawing/2014/main" id="{F3DF436E-8CB1-C1A6-7FC9-F87C24AC7E24}"/>
              </a:ext>
            </a:extLst>
          </p:cNvPr>
          <p:cNvPicPr>
            <a:picLocks noGrp="1" noChangeAspect="1"/>
          </p:cNvPicPr>
          <p:nvPr>
            <p:ph type="pic" idx="2"/>
          </p:nvPr>
        </p:nvPicPr>
        <p:blipFill rotWithShape="1">
          <a:blip r:embed="rId3"/>
          <a:srcRect t="-28995" b="-28995"/>
          <a:stretch>
            <a:fillRect/>
          </a:stretch>
        </p:blipFill>
        <p:spPr>
          <a:xfrm>
            <a:off x="203200" y="388938"/>
            <a:ext cx="4379913" cy="4379912"/>
          </a:xfrm>
          <a:prstGeom prst="rect">
            <a:avLst/>
          </a:prstGeom>
        </p:spPr>
      </p:pic>
    </p:spTree>
    <p:extLst>
      <p:ext uri="{BB962C8B-B14F-4D97-AF65-F5344CB8AC3E}">
        <p14:creationId xmlns:p14="http://schemas.microsoft.com/office/powerpoint/2010/main" val="1538046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7EB69EA3-E0E1-7C83-37CF-6F06ED4AC50C}"/>
            </a:ext>
          </a:extLst>
        </p:cNvPr>
        <p:cNvGrpSpPr/>
        <p:nvPr/>
      </p:nvGrpSpPr>
      <p:grpSpPr>
        <a:xfrm>
          <a:off x="0" y="0"/>
          <a:ext cx="0" cy="0"/>
          <a:chOff x="0" y="0"/>
          <a:chExt cx="0" cy="0"/>
        </a:xfrm>
      </p:grpSpPr>
      <p:sp>
        <p:nvSpPr>
          <p:cNvPr id="466" name="Google Shape;466;p36">
            <a:extLst>
              <a:ext uri="{FF2B5EF4-FFF2-40B4-BE49-F238E27FC236}">
                <a16:creationId xmlns:a16="http://schemas.microsoft.com/office/drawing/2014/main" id="{F2E5882C-8592-7895-312A-58B87CB94D86}"/>
              </a:ext>
            </a:extLst>
          </p:cNvPr>
          <p:cNvSpPr txBox="1">
            <a:spLocks noGrp="1"/>
          </p:cNvSpPr>
          <p:nvPr>
            <p:ph type="title"/>
          </p:nvPr>
        </p:nvSpPr>
        <p:spPr>
          <a:xfrm>
            <a:off x="720000" y="2557681"/>
            <a:ext cx="4044900" cy="841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3600" dirty="0"/>
              <a:t>Bringing MLGym to life</a:t>
            </a:r>
            <a:endParaRPr sz="3600" dirty="0"/>
          </a:p>
        </p:txBody>
      </p:sp>
      <p:sp>
        <p:nvSpPr>
          <p:cNvPr id="468" name="Google Shape;468;p36">
            <a:extLst>
              <a:ext uri="{FF2B5EF4-FFF2-40B4-BE49-F238E27FC236}">
                <a16:creationId xmlns:a16="http://schemas.microsoft.com/office/drawing/2014/main" id="{FF37CB78-BF7E-9E17-0146-8AF7A2DFDE24}"/>
              </a:ext>
            </a:extLst>
          </p:cNvPr>
          <p:cNvSpPr txBox="1">
            <a:spLocks noGrp="1"/>
          </p:cNvSpPr>
          <p:nvPr>
            <p:ph type="title" idx="2"/>
          </p:nvPr>
        </p:nvSpPr>
        <p:spPr>
          <a:xfrm>
            <a:off x="3249975" y="1026507"/>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hlinkClick r:id="rId3"/>
              </a:rPr>
              <a:t>Demo</a:t>
            </a:r>
            <a:endParaRPr sz="2800" dirty="0"/>
          </a:p>
        </p:txBody>
      </p:sp>
      <p:grpSp>
        <p:nvGrpSpPr>
          <p:cNvPr id="469" name="Google Shape;469;p36">
            <a:extLst>
              <a:ext uri="{FF2B5EF4-FFF2-40B4-BE49-F238E27FC236}">
                <a16:creationId xmlns:a16="http://schemas.microsoft.com/office/drawing/2014/main" id="{6253646D-7FB9-E184-3300-D910E56AF46F}"/>
              </a:ext>
            </a:extLst>
          </p:cNvPr>
          <p:cNvGrpSpPr/>
          <p:nvPr/>
        </p:nvGrpSpPr>
        <p:grpSpPr>
          <a:xfrm>
            <a:off x="5504532" y="1402030"/>
            <a:ext cx="3231844" cy="3156274"/>
            <a:chOff x="5504532" y="1402030"/>
            <a:chExt cx="3231844" cy="3156274"/>
          </a:xfrm>
        </p:grpSpPr>
        <p:sp>
          <p:nvSpPr>
            <p:cNvPr id="470" name="Google Shape;470;p36">
              <a:extLst>
                <a:ext uri="{FF2B5EF4-FFF2-40B4-BE49-F238E27FC236}">
                  <a16:creationId xmlns:a16="http://schemas.microsoft.com/office/drawing/2014/main" id="{EDE72EE4-D719-E87C-7903-AF2CD201A53E}"/>
                </a:ext>
              </a:extLst>
            </p:cNvPr>
            <p:cNvSpPr/>
            <p:nvPr/>
          </p:nvSpPr>
          <p:spPr>
            <a:xfrm>
              <a:off x="8185993" y="219687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6">
              <a:extLst>
                <a:ext uri="{FF2B5EF4-FFF2-40B4-BE49-F238E27FC236}">
                  <a16:creationId xmlns:a16="http://schemas.microsoft.com/office/drawing/2014/main" id="{006FAC16-A5E4-D18E-5D47-93C9D4381DD8}"/>
                </a:ext>
              </a:extLst>
            </p:cNvPr>
            <p:cNvSpPr/>
            <p:nvPr/>
          </p:nvSpPr>
          <p:spPr>
            <a:xfrm>
              <a:off x="5504532" y="4432120"/>
              <a:ext cx="3102092" cy="126184"/>
            </a:xfrm>
            <a:custGeom>
              <a:avLst/>
              <a:gdLst/>
              <a:ahLst/>
              <a:cxnLst/>
              <a:rect l="l" t="t" r="r" b="b"/>
              <a:pathLst>
                <a:path w="48848" h="1987" extrusionOk="0">
                  <a:moveTo>
                    <a:pt x="48848" y="996"/>
                  </a:moveTo>
                  <a:cubicBezTo>
                    <a:pt x="48848" y="1543"/>
                    <a:pt x="37914" y="1986"/>
                    <a:pt x="24424" y="1986"/>
                  </a:cubicBezTo>
                  <a:cubicBezTo>
                    <a:pt x="10935" y="1986"/>
                    <a:pt x="1" y="1543"/>
                    <a:pt x="1" y="996"/>
                  </a:cubicBezTo>
                  <a:cubicBezTo>
                    <a:pt x="1" y="450"/>
                    <a:pt x="10935" y="1"/>
                    <a:pt x="24424" y="1"/>
                  </a:cubicBezTo>
                  <a:cubicBezTo>
                    <a:pt x="37914" y="1"/>
                    <a:pt x="48848" y="450"/>
                    <a:pt x="48848" y="996"/>
                  </a:cubicBezTo>
                  <a:close/>
                </a:path>
              </a:pathLst>
            </a:custGeom>
            <a:solidFill>
              <a:srgbClr val="134F5C">
                <a:alpha val="327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 name="Google Shape;472;p36">
              <a:extLst>
                <a:ext uri="{FF2B5EF4-FFF2-40B4-BE49-F238E27FC236}">
                  <a16:creationId xmlns:a16="http://schemas.microsoft.com/office/drawing/2014/main" id="{882DBB03-6921-7DF9-5AF5-D24D74855B59}"/>
                </a:ext>
              </a:extLst>
            </p:cNvPr>
            <p:cNvGrpSpPr/>
            <p:nvPr/>
          </p:nvGrpSpPr>
          <p:grpSpPr>
            <a:xfrm>
              <a:off x="5836805" y="2286450"/>
              <a:ext cx="2491776" cy="2195831"/>
              <a:chOff x="5450286" y="1617112"/>
              <a:chExt cx="3026938" cy="2667433"/>
            </a:xfrm>
          </p:grpSpPr>
          <p:sp>
            <p:nvSpPr>
              <p:cNvPr id="473" name="Google Shape;473;p36">
                <a:extLst>
                  <a:ext uri="{FF2B5EF4-FFF2-40B4-BE49-F238E27FC236}">
                    <a16:creationId xmlns:a16="http://schemas.microsoft.com/office/drawing/2014/main" id="{C8A6B7B0-B6F7-5276-DA1E-88937BF48A15}"/>
                  </a:ext>
                </a:extLst>
              </p:cNvPr>
              <p:cNvSpPr/>
              <p:nvPr/>
            </p:nvSpPr>
            <p:spPr>
              <a:xfrm>
                <a:off x="6264500" y="3865802"/>
                <a:ext cx="1398099" cy="418743"/>
              </a:xfrm>
              <a:custGeom>
                <a:avLst/>
                <a:gdLst/>
                <a:ahLst/>
                <a:cxnLst/>
                <a:rect l="l" t="t" r="r" b="b"/>
                <a:pathLst>
                  <a:path w="18123" h="5428" extrusionOk="0">
                    <a:moveTo>
                      <a:pt x="14836" y="2838"/>
                    </a:moveTo>
                    <a:cubicBezTo>
                      <a:pt x="14652" y="2130"/>
                      <a:pt x="14255" y="0"/>
                      <a:pt x="14255" y="0"/>
                    </a:cubicBezTo>
                    <a:lnTo>
                      <a:pt x="3868" y="0"/>
                    </a:lnTo>
                    <a:cubicBezTo>
                      <a:pt x="3868" y="0"/>
                      <a:pt x="3476" y="2130"/>
                      <a:pt x="3286" y="2838"/>
                    </a:cubicBezTo>
                    <a:cubicBezTo>
                      <a:pt x="3004" y="3896"/>
                      <a:pt x="1819" y="4616"/>
                      <a:pt x="541" y="4616"/>
                    </a:cubicBezTo>
                    <a:lnTo>
                      <a:pt x="541" y="4616"/>
                    </a:lnTo>
                    <a:cubicBezTo>
                      <a:pt x="242" y="4616"/>
                      <a:pt x="0" y="4817"/>
                      <a:pt x="0" y="5065"/>
                    </a:cubicBezTo>
                    <a:lnTo>
                      <a:pt x="0" y="5427"/>
                    </a:lnTo>
                    <a:lnTo>
                      <a:pt x="18122" y="5427"/>
                    </a:lnTo>
                    <a:lnTo>
                      <a:pt x="18122" y="5065"/>
                    </a:lnTo>
                    <a:cubicBezTo>
                      <a:pt x="18122" y="4817"/>
                      <a:pt x="17881" y="4616"/>
                      <a:pt x="17581" y="4616"/>
                    </a:cubicBezTo>
                    <a:lnTo>
                      <a:pt x="17581" y="4616"/>
                    </a:lnTo>
                    <a:cubicBezTo>
                      <a:pt x="16310" y="4616"/>
                      <a:pt x="15118" y="3896"/>
                      <a:pt x="14836" y="283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6">
                <a:extLst>
                  <a:ext uri="{FF2B5EF4-FFF2-40B4-BE49-F238E27FC236}">
                    <a16:creationId xmlns:a16="http://schemas.microsoft.com/office/drawing/2014/main" id="{ACF057D8-0097-3F23-E861-1BBFE8836584}"/>
                  </a:ext>
                </a:extLst>
              </p:cNvPr>
              <p:cNvSpPr/>
              <p:nvPr/>
            </p:nvSpPr>
            <p:spPr>
              <a:xfrm>
                <a:off x="5450286" y="1617112"/>
                <a:ext cx="3026938" cy="2265594"/>
              </a:xfrm>
              <a:custGeom>
                <a:avLst/>
                <a:gdLst/>
                <a:ahLst/>
                <a:cxnLst/>
                <a:rect l="l" t="t" r="r" b="b"/>
                <a:pathLst>
                  <a:path w="39237" h="29368" extrusionOk="0">
                    <a:moveTo>
                      <a:pt x="38477" y="29367"/>
                    </a:moveTo>
                    <a:lnTo>
                      <a:pt x="754" y="29367"/>
                    </a:lnTo>
                    <a:cubicBezTo>
                      <a:pt x="340" y="29367"/>
                      <a:pt x="0" y="29028"/>
                      <a:pt x="0" y="28613"/>
                    </a:cubicBezTo>
                    <a:lnTo>
                      <a:pt x="0" y="760"/>
                    </a:lnTo>
                    <a:cubicBezTo>
                      <a:pt x="0" y="340"/>
                      <a:pt x="340" y="0"/>
                      <a:pt x="754" y="0"/>
                    </a:cubicBezTo>
                    <a:lnTo>
                      <a:pt x="38477" y="0"/>
                    </a:lnTo>
                    <a:cubicBezTo>
                      <a:pt x="38897" y="0"/>
                      <a:pt x="39236" y="340"/>
                      <a:pt x="39236" y="760"/>
                    </a:cubicBezTo>
                    <a:lnTo>
                      <a:pt x="39236" y="28613"/>
                    </a:lnTo>
                    <a:cubicBezTo>
                      <a:pt x="39236" y="29028"/>
                      <a:pt x="38897" y="29367"/>
                      <a:pt x="38477" y="2936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6">
                <a:extLst>
                  <a:ext uri="{FF2B5EF4-FFF2-40B4-BE49-F238E27FC236}">
                    <a16:creationId xmlns:a16="http://schemas.microsoft.com/office/drawing/2014/main" id="{0023FAE5-6FDD-5AAA-1759-1F20774ECE48}"/>
                  </a:ext>
                </a:extLst>
              </p:cNvPr>
              <p:cNvSpPr/>
              <p:nvPr/>
            </p:nvSpPr>
            <p:spPr>
              <a:xfrm>
                <a:off x="5450286" y="1617112"/>
                <a:ext cx="3026938" cy="2039174"/>
              </a:xfrm>
              <a:custGeom>
                <a:avLst/>
                <a:gdLst/>
                <a:ahLst/>
                <a:cxnLst/>
                <a:rect l="l" t="t" r="r" b="b"/>
                <a:pathLst>
                  <a:path w="39237" h="26433" extrusionOk="0">
                    <a:moveTo>
                      <a:pt x="39236" y="26432"/>
                    </a:moveTo>
                    <a:lnTo>
                      <a:pt x="39236" y="1238"/>
                    </a:lnTo>
                    <a:cubicBezTo>
                      <a:pt x="39236" y="559"/>
                      <a:pt x="38678" y="0"/>
                      <a:pt x="37999" y="0"/>
                    </a:cubicBezTo>
                    <a:lnTo>
                      <a:pt x="1237" y="0"/>
                    </a:lnTo>
                    <a:cubicBezTo>
                      <a:pt x="553" y="0"/>
                      <a:pt x="0" y="559"/>
                      <a:pt x="0" y="1238"/>
                    </a:cubicBezTo>
                    <a:lnTo>
                      <a:pt x="0" y="26432"/>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6">
                <a:extLst>
                  <a:ext uri="{FF2B5EF4-FFF2-40B4-BE49-F238E27FC236}">
                    <a16:creationId xmlns:a16="http://schemas.microsoft.com/office/drawing/2014/main" id="{1B62E788-A242-A3D6-03E7-CA7612EEC96D}"/>
                  </a:ext>
                </a:extLst>
              </p:cNvPr>
              <p:cNvSpPr/>
              <p:nvPr/>
            </p:nvSpPr>
            <p:spPr>
              <a:xfrm>
                <a:off x="5563461" y="1742322"/>
                <a:ext cx="2799669" cy="1789224"/>
              </a:xfrm>
              <a:custGeom>
                <a:avLst/>
                <a:gdLst/>
                <a:ahLst/>
                <a:cxnLst/>
                <a:rect l="l" t="t" r="r" b="b"/>
                <a:pathLst>
                  <a:path w="36291" h="23193" extrusionOk="0">
                    <a:moveTo>
                      <a:pt x="1" y="0"/>
                    </a:moveTo>
                    <a:lnTo>
                      <a:pt x="36290" y="0"/>
                    </a:lnTo>
                    <a:lnTo>
                      <a:pt x="36290" y="23192"/>
                    </a:lnTo>
                    <a:lnTo>
                      <a:pt x="1" y="23192"/>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6">
                <a:extLst>
                  <a:ext uri="{FF2B5EF4-FFF2-40B4-BE49-F238E27FC236}">
                    <a16:creationId xmlns:a16="http://schemas.microsoft.com/office/drawing/2014/main" id="{D80721C5-AD21-6F92-1338-DD5E5895BB33}"/>
                  </a:ext>
                </a:extLst>
              </p:cNvPr>
              <p:cNvSpPr/>
              <p:nvPr/>
            </p:nvSpPr>
            <p:spPr>
              <a:xfrm>
                <a:off x="5572333" y="1751194"/>
                <a:ext cx="2781926" cy="1771403"/>
              </a:xfrm>
              <a:custGeom>
                <a:avLst/>
                <a:gdLst/>
                <a:ahLst/>
                <a:cxnLst/>
                <a:rect l="l" t="t" r="r" b="b"/>
                <a:pathLst>
                  <a:path w="36061" h="22962" extrusionOk="0">
                    <a:moveTo>
                      <a:pt x="1" y="22962"/>
                    </a:moveTo>
                    <a:lnTo>
                      <a:pt x="1" y="0"/>
                    </a:lnTo>
                    <a:lnTo>
                      <a:pt x="36060" y="0"/>
                    </a:lnTo>
                    <a:lnTo>
                      <a:pt x="36060" y="2296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 name="Google Shape;478;p36">
              <a:extLst>
                <a:ext uri="{FF2B5EF4-FFF2-40B4-BE49-F238E27FC236}">
                  <a16:creationId xmlns:a16="http://schemas.microsoft.com/office/drawing/2014/main" id="{78CDB810-5F56-450D-9534-308D34A5ABD0}"/>
                </a:ext>
              </a:extLst>
            </p:cNvPr>
            <p:cNvGrpSpPr/>
            <p:nvPr/>
          </p:nvGrpSpPr>
          <p:grpSpPr>
            <a:xfrm>
              <a:off x="6080934" y="2562938"/>
              <a:ext cx="588467" cy="576350"/>
              <a:chOff x="5608702" y="2132055"/>
              <a:chExt cx="956079" cy="936392"/>
            </a:xfrm>
          </p:grpSpPr>
          <p:grpSp>
            <p:nvGrpSpPr>
              <p:cNvPr id="479" name="Google Shape;479;p36">
                <a:extLst>
                  <a:ext uri="{FF2B5EF4-FFF2-40B4-BE49-F238E27FC236}">
                    <a16:creationId xmlns:a16="http://schemas.microsoft.com/office/drawing/2014/main" id="{B675B347-8230-D40F-0B98-D3544703E0D4}"/>
                  </a:ext>
                </a:extLst>
              </p:cNvPr>
              <p:cNvGrpSpPr/>
              <p:nvPr/>
            </p:nvGrpSpPr>
            <p:grpSpPr>
              <a:xfrm>
                <a:off x="5608702" y="2132055"/>
                <a:ext cx="956079" cy="936392"/>
                <a:chOff x="5194542" y="1480793"/>
                <a:chExt cx="1161418" cy="1137503"/>
              </a:xfrm>
            </p:grpSpPr>
            <p:sp>
              <p:nvSpPr>
                <p:cNvPr id="480" name="Google Shape;480;p36">
                  <a:extLst>
                    <a:ext uri="{FF2B5EF4-FFF2-40B4-BE49-F238E27FC236}">
                      <a16:creationId xmlns:a16="http://schemas.microsoft.com/office/drawing/2014/main" id="{EF6FF490-D9C8-1063-39B0-F7B001AF83FD}"/>
                    </a:ext>
                  </a:extLst>
                </p:cNvPr>
                <p:cNvSpPr/>
                <p:nvPr/>
              </p:nvSpPr>
              <p:spPr>
                <a:xfrm>
                  <a:off x="5194542" y="1480793"/>
                  <a:ext cx="1161418" cy="1137503"/>
                </a:xfrm>
                <a:custGeom>
                  <a:avLst/>
                  <a:gdLst/>
                  <a:ahLst/>
                  <a:cxnLst/>
                  <a:rect l="l" t="t" r="r" b="b"/>
                  <a:pathLst>
                    <a:path w="15055" h="14745" extrusionOk="0">
                      <a:moveTo>
                        <a:pt x="13806" y="14744"/>
                      </a:moveTo>
                      <a:cubicBezTo>
                        <a:pt x="13697" y="14744"/>
                        <a:pt x="13593" y="14733"/>
                        <a:pt x="13495" y="14704"/>
                      </a:cubicBezTo>
                      <a:lnTo>
                        <a:pt x="10451" y="13870"/>
                      </a:lnTo>
                      <a:cubicBezTo>
                        <a:pt x="9473" y="14342"/>
                        <a:pt x="8379" y="14589"/>
                        <a:pt x="7292" y="14589"/>
                      </a:cubicBezTo>
                      <a:cubicBezTo>
                        <a:pt x="3275" y="14589"/>
                        <a:pt x="0" y="11315"/>
                        <a:pt x="0" y="7292"/>
                      </a:cubicBezTo>
                      <a:cubicBezTo>
                        <a:pt x="0" y="3269"/>
                        <a:pt x="3275" y="1"/>
                        <a:pt x="7292" y="1"/>
                      </a:cubicBezTo>
                      <a:cubicBezTo>
                        <a:pt x="11314" y="1"/>
                        <a:pt x="14589" y="3275"/>
                        <a:pt x="14589" y="7292"/>
                      </a:cubicBezTo>
                      <a:cubicBezTo>
                        <a:pt x="14589" y="8437"/>
                        <a:pt x="14313" y="9577"/>
                        <a:pt x="13806" y="10589"/>
                      </a:cubicBezTo>
                      <a:lnTo>
                        <a:pt x="14882" y="13122"/>
                      </a:lnTo>
                      <a:cubicBezTo>
                        <a:pt x="15055" y="13530"/>
                        <a:pt x="14986" y="14014"/>
                        <a:pt x="14687" y="14353"/>
                      </a:cubicBezTo>
                      <a:cubicBezTo>
                        <a:pt x="14456" y="14601"/>
                        <a:pt x="14140" y="14744"/>
                        <a:pt x="13806" y="14744"/>
                      </a:cubicBezTo>
                      <a:close/>
                      <a:moveTo>
                        <a:pt x="10445" y="13749"/>
                      </a:moveTo>
                      <a:lnTo>
                        <a:pt x="13524" y="14595"/>
                      </a:lnTo>
                      <a:cubicBezTo>
                        <a:pt x="13616" y="14624"/>
                        <a:pt x="13708" y="14629"/>
                        <a:pt x="13806" y="14629"/>
                      </a:cubicBezTo>
                      <a:cubicBezTo>
                        <a:pt x="14105" y="14629"/>
                        <a:pt x="14399" y="14503"/>
                        <a:pt x="14600" y="14273"/>
                      </a:cubicBezTo>
                      <a:cubicBezTo>
                        <a:pt x="14871" y="13968"/>
                        <a:pt x="14940" y="13530"/>
                        <a:pt x="14784" y="13156"/>
                      </a:cubicBezTo>
                      <a:lnTo>
                        <a:pt x="13680" y="10572"/>
                      </a:lnTo>
                      <a:lnTo>
                        <a:pt x="13697" y="10555"/>
                      </a:lnTo>
                      <a:cubicBezTo>
                        <a:pt x="14209" y="9548"/>
                        <a:pt x="14479" y="8414"/>
                        <a:pt x="14479" y="7286"/>
                      </a:cubicBezTo>
                      <a:cubicBezTo>
                        <a:pt x="14479" y="3333"/>
                        <a:pt x="11257" y="110"/>
                        <a:pt x="7297" y="110"/>
                      </a:cubicBezTo>
                      <a:cubicBezTo>
                        <a:pt x="3344" y="110"/>
                        <a:pt x="121" y="3333"/>
                        <a:pt x="121" y="7286"/>
                      </a:cubicBezTo>
                      <a:cubicBezTo>
                        <a:pt x="121" y="11245"/>
                        <a:pt x="3344" y="14468"/>
                        <a:pt x="7297" y="14468"/>
                      </a:cubicBezTo>
                      <a:cubicBezTo>
                        <a:pt x="8379" y="14468"/>
                        <a:pt x="9455" y="14215"/>
                        <a:pt x="10428" y="13749"/>
                      </a:cubicBezTo>
                      <a:close/>
                    </a:path>
                  </a:pathLst>
                </a:custGeom>
                <a:solidFill>
                  <a:schemeClr val="lt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6">
                  <a:extLst>
                    <a:ext uri="{FF2B5EF4-FFF2-40B4-BE49-F238E27FC236}">
                      <a16:creationId xmlns:a16="http://schemas.microsoft.com/office/drawing/2014/main" id="{5053390B-56D0-DE78-B5D0-0B530257BFDC}"/>
                    </a:ext>
                  </a:extLst>
                </p:cNvPr>
                <p:cNvSpPr/>
                <p:nvPr/>
              </p:nvSpPr>
              <p:spPr>
                <a:xfrm>
                  <a:off x="5285576" y="1571827"/>
                  <a:ext cx="974110" cy="956752"/>
                </a:xfrm>
                <a:custGeom>
                  <a:avLst/>
                  <a:gdLst/>
                  <a:ahLst/>
                  <a:cxnLst/>
                  <a:rect l="l" t="t" r="r" b="b"/>
                  <a:pathLst>
                    <a:path w="12627" h="12402" extrusionOk="0">
                      <a:moveTo>
                        <a:pt x="12626" y="12402"/>
                      </a:moveTo>
                      <a:lnTo>
                        <a:pt x="11320" y="9346"/>
                      </a:lnTo>
                      <a:cubicBezTo>
                        <a:pt x="11907" y="8408"/>
                        <a:pt x="12241" y="7303"/>
                        <a:pt x="12241" y="6123"/>
                      </a:cubicBezTo>
                      <a:cubicBezTo>
                        <a:pt x="12241" y="2740"/>
                        <a:pt x="9501" y="0"/>
                        <a:pt x="6123" y="0"/>
                      </a:cubicBezTo>
                      <a:cubicBezTo>
                        <a:pt x="2739" y="0"/>
                        <a:pt x="0" y="2740"/>
                        <a:pt x="0" y="6123"/>
                      </a:cubicBezTo>
                      <a:cubicBezTo>
                        <a:pt x="0" y="9502"/>
                        <a:pt x="2739" y="12241"/>
                        <a:pt x="6123" y="12241"/>
                      </a:cubicBezTo>
                      <a:cubicBezTo>
                        <a:pt x="7222" y="12241"/>
                        <a:pt x="8258" y="11947"/>
                        <a:pt x="9150" y="1144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2" name="Google Shape;482;p36">
                <a:extLst>
                  <a:ext uri="{FF2B5EF4-FFF2-40B4-BE49-F238E27FC236}">
                    <a16:creationId xmlns:a16="http://schemas.microsoft.com/office/drawing/2014/main" id="{40125DC4-0373-AB61-AC86-37A6440479B5}"/>
                  </a:ext>
                </a:extLst>
              </p:cNvPr>
              <p:cNvSpPr/>
              <p:nvPr/>
            </p:nvSpPr>
            <p:spPr>
              <a:xfrm>
                <a:off x="5863051" y="2445274"/>
                <a:ext cx="400272" cy="322732"/>
              </a:xfrm>
              <a:custGeom>
                <a:avLst/>
                <a:gdLst/>
                <a:ahLst/>
                <a:cxnLst/>
                <a:rect l="l" t="t" r="r" b="b"/>
                <a:pathLst>
                  <a:path w="6303" h="5082" extrusionOk="0">
                    <a:moveTo>
                      <a:pt x="4489" y="0"/>
                    </a:moveTo>
                    <a:lnTo>
                      <a:pt x="5232" y="0"/>
                    </a:lnTo>
                    <a:cubicBezTo>
                      <a:pt x="5819" y="0"/>
                      <a:pt x="6302" y="484"/>
                      <a:pt x="6302" y="1077"/>
                    </a:cubicBezTo>
                    <a:lnTo>
                      <a:pt x="6302" y="2889"/>
                    </a:lnTo>
                    <a:lnTo>
                      <a:pt x="6302" y="2901"/>
                    </a:lnTo>
                    <a:cubicBezTo>
                      <a:pt x="6302" y="4104"/>
                      <a:pt x="5330" y="5076"/>
                      <a:pt x="4133" y="5076"/>
                    </a:cubicBezTo>
                    <a:lnTo>
                      <a:pt x="3425" y="5076"/>
                    </a:lnTo>
                    <a:lnTo>
                      <a:pt x="3425" y="4104"/>
                    </a:lnTo>
                    <a:cubicBezTo>
                      <a:pt x="4196" y="4104"/>
                      <a:pt x="4432" y="3425"/>
                      <a:pt x="4495" y="2878"/>
                    </a:cubicBezTo>
                    <a:lnTo>
                      <a:pt x="4495" y="2878"/>
                    </a:lnTo>
                    <a:cubicBezTo>
                      <a:pt x="3908" y="2878"/>
                      <a:pt x="3425" y="2400"/>
                      <a:pt x="3425" y="1807"/>
                    </a:cubicBezTo>
                    <a:lnTo>
                      <a:pt x="3425" y="1077"/>
                    </a:lnTo>
                    <a:cubicBezTo>
                      <a:pt x="3419" y="484"/>
                      <a:pt x="3902" y="0"/>
                      <a:pt x="4489" y="0"/>
                    </a:cubicBezTo>
                    <a:close/>
                    <a:moveTo>
                      <a:pt x="1077" y="2889"/>
                    </a:moveTo>
                    <a:lnTo>
                      <a:pt x="1077" y="2889"/>
                    </a:lnTo>
                    <a:cubicBezTo>
                      <a:pt x="1014" y="3436"/>
                      <a:pt x="778" y="4109"/>
                      <a:pt x="6" y="4109"/>
                    </a:cubicBezTo>
                    <a:lnTo>
                      <a:pt x="6" y="5082"/>
                    </a:lnTo>
                    <a:lnTo>
                      <a:pt x="714" y="5082"/>
                    </a:lnTo>
                    <a:cubicBezTo>
                      <a:pt x="1917" y="5082"/>
                      <a:pt x="2884" y="4109"/>
                      <a:pt x="2884" y="2907"/>
                    </a:cubicBezTo>
                    <a:lnTo>
                      <a:pt x="2884" y="2895"/>
                    </a:lnTo>
                    <a:lnTo>
                      <a:pt x="2884" y="1077"/>
                    </a:lnTo>
                    <a:cubicBezTo>
                      <a:pt x="2884" y="484"/>
                      <a:pt x="2406" y="0"/>
                      <a:pt x="1813" y="0"/>
                    </a:cubicBezTo>
                    <a:lnTo>
                      <a:pt x="1071" y="0"/>
                    </a:lnTo>
                    <a:cubicBezTo>
                      <a:pt x="484" y="0"/>
                      <a:pt x="1" y="484"/>
                      <a:pt x="1" y="1077"/>
                    </a:cubicBezTo>
                    <a:lnTo>
                      <a:pt x="1" y="1813"/>
                    </a:lnTo>
                    <a:cubicBezTo>
                      <a:pt x="6" y="2406"/>
                      <a:pt x="490" y="2889"/>
                      <a:pt x="1077" y="288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36">
              <a:extLst>
                <a:ext uri="{FF2B5EF4-FFF2-40B4-BE49-F238E27FC236}">
                  <a16:creationId xmlns:a16="http://schemas.microsoft.com/office/drawing/2014/main" id="{A153837F-13FD-882F-A899-D31151FDC262}"/>
                </a:ext>
              </a:extLst>
            </p:cNvPr>
            <p:cNvGrpSpPr/>
            <p:nvPr/>
          </p:nvGrpSpPr>
          <p:grpSpPr>
            <a:xfrm>
              <a:off x="6420935" y="3158641"/>
              <a:ext cx="655117" cy="641505"/>
              <a:chOff x="6224520" y="2766314"/>
              <a:chExt cx="953591" cy="933778"/>
            </a:xfrm>
          </p:grpSpPr>
          <p:sp>
            <p:nvSpPr>
              <p:cNvPr id="484" name="Google Shape;484;p36">
                <a:extLst>
                  <a:ext uri="{FF2B5EF4-FFF2-40B4-BE49-F238E27FC236}">
                    <a16:creationId xmlns:a16="http://schemas.microsoft.com/office/drawing/2014/main" id="{35E9AFEC-0BBC-F3D9-BB03-E8BC20375CBB}"/>
                  </a:ext>
                </a:extLst>
              </p:cNvPr>
              <p:cNvSpPr/>
              <p:nvPr/>
            </p:nvSpPr>
            <p:spPr>
              <a:xfrm>
                <a:off x="6224520" y="2766314"/>
                <a:ext cx="953591" cy="933778"/>
              </a:xfrm>
              <a:custGeom>
                <a:avLst/>
                <a:gdLst/>
                <a:ahLst/>
                <a:cxnLst/>
                <a:rect l="l" t="t" r="r" b="b"/>
                <a:pathLst>
                  <a:path w="15016" h="14704" extrusionOk="0">
                    <a:moveTo>
                      <a:pt x="369" y="14301"/>
                    </a:moveTo>
                    <a:cubicBezTo>
                      <a:pt x="76" y="13962"/>
                      <a:pt x="1" y="13490"/>
                      <a:pt x="174" y="13075"/>
                    </a:cubicBezTo>
                    <a:lnTo>
                      <a:pt x="1255" y="10549"/>
                    </a:lnTo>
                    <a:cubicBezTo>
                      <a:pt x="743" y="9536"/>
                      <a:pt x="473" y="8408"/>
                      <a:pt x="473" y="7269"/>
                    </a:cubicBezTo>
                    <a:cubicBezTo>
                      <a:pt x="473" y="3263"/>
                      <a:pt x="3730" y="0"/>
                      <a:pt x="7741" y="0"/>
                    </a:cubicBezTo>
                    <a:cubicBezTo>
                      <a:pt x="11758" y="0"/>
                      <a:pt x="15015" y="3258"/>
                      <a:pt x="15015" y="7269"/>
                    </a:cubicBezTo>
                    <a:cubicBezTo>
                      <a:pt x="15015" y="11280"/>
                      <a:pt x="11758" y="14543"/>
                      <a:pt x="7741" y="14543"/>
                    </a:cubicBezTo>
                    <a:cubicBezTo>
                      <a:pt x="6659" y="14543"/>
                      <a:pt x="5572" y="14290"/>
                      <a:pt x="4593" y="13823"/>
                    </a:cubicBezTo>
                    <a:lnTo>
                      <a:pt x="1566" y="14658"/>
                    </a:lnTo>
                    <a:cubicBezTo>
                      <a:pt x="1463" y="14687"/>
                      <a:pt x="1353" y="14704"/>
                      <a:pt x="1255" y="14704"/>
                    </a:cubicBezTo>
                    <a:cubicBezTo>
                      <a:pt x="910" y="14698"/>
                      <a:pt x="588" y="14554"/>
                      <a:pt x="369" y="14301"/>
                    </a:cubicBezTo>
                    <a:close/>
                    <a:moveTo>
                      <a:pt x="4616" y="13708"/>
                    </a:moveTo>
                    <a:cubicBezTo>
                      <a:pt x="5577" y="14180"/>
                      <a:pt x="6659" y="14428"/>
                      <a:pt x="7735" y="14428"/>
                    </a:cubicBezTo>
                    <a:cubicBezTo>
                      <a:pt x="11683" y="14428"/>
                      <a:pt x="14894" y="11222"/>
                      <a:pt x="14894" y="7274"/>
                    </a:cubicBezTo>
                    <a:cubicBezTo>
                      <a:pt x="14894" y="3321"/>
                      <a:pt x="11683" y="115"/>
                      <a:pt x="7735" y="115"/>
                    </a:cubicBezTo>
                    <a:cubicBezTo>
                      <a:pt x="3788" y="115"/>
                      <a:pt x="576" y="3321"/>
                      <a:pt x="576" y="7274"/>
                    </a:cubicBezTo>
                    <a:cubicBezTo>
                      <a:pt x="576" y="8402"/>
                      <a:pt x="853" y="9525"/>
                      <a:pt x="1365" y="10526"/>
                    </a:cubicBezTo>
                    <a:lnTo>
                      <a:pt x="1376" y="10543"/>
                    </a:lnTo>
                    <a:lnTo>
                      <a:pt x="283" y="13116"/>
                    </a:lnTo>
                    <a:cubicBezTo>
                      <a:pt x="128" y="13490"/>
                      <a:pt x="197" y="13921"/>
                      <a:pt x="461" y="14221"/>
                    </a:cubicBezTo>
                    <a:cubicBezTo>
                      <a:pt x="663" y="14451"/>
                      <a:pt x="950" y="14583"/>
                      <a:pt x="1255" y="14583"/>
                    </a:cubicBezTo>
                    <a:cubicBezTo>
                      <a:pt x="1348" y="14583"/>
                      <a:pt x="1440" y="14566"/>
                      <a:pt x="1537" y="14543"/>
                    </a:cubicBezTo>
                    <a:lnTo>
                      <a:pt x="4605" y="13697"/>
                    </a:ln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6">
                <a:extLst>
                  <a:ext uri="{FF2B5EF4-FFF2-40B4-BE49-F238E27FC236}">
                    <a16:creationId xmlns:a16="http://schemas.microsoft.com/office/drawing/2014/main" id="{7C8727BF-1B91-A9FB-679F-270A567F9E0C}"/>
                  </a:ext>
                </a:extLst>
              </p:cNvPr>
              <p:cNvSpPr/>
              <p:nvPr/>
            </p:nvSpPr>
            <p:spPr>
              <a:xfrm>
                <a:off x="6303841" y="2840110"/>
                <a:ext cx="799337" cy="785430"/>
              </a:xfrm>
              <a:custGeom>
                <a:avLst/>
                <a:gdLst/>
                <a:ahLst/>
                <a:cxnLst/>
                <a:rect l="l" t="t" r="r" b="b"/>
                <a:pathLst>
                  <a:path w="12587" h="12368" extrusionOk="0">
                    <a:moveTo>
                      <a:pt x="1" y="12368"/>
                    </a:moveTo>
                    <a:lnTo>
                      <a:pt x="1301" y="9318"/>
                    </a:lnTo>
                    <a:cubicBezTo>
                      <a:pt x="720" y="8386"/>
                      <a:pt x="386" y="7281"/>
                      <a:pt x="386" y="6101"/>
                    </a:cubicBezTo>
                    <a:cubicBezTo>
                      <a:pt x="386" y="2729"/>
                      <a:pt x="3120" y="1"/>
                      <a:pt x="6486" y="1"/>
                    </a:cubicBezTo>
                    <a:cubicBezTo>
                      <a:pt x="9853" y="1"/>
                      <a:pt x="12587" y="2734"/>
                      <a:pt x="12587" y="6101"/>
                    </a:cubicBezTo>
                    <a:cubicBezTo>
                      <a:pt x="12587" y="9468"/>
                      <a:pt x="9853" y="12201"/>
                      <a:pt x="6486" y="12201"/>
                    </a:cubicBezTo>
                    <a:cubicBezTo>
                      <a:pt x="5387" y="12201"/>
                      <a:pt x="4357" y="11913"/>
                      <a:pt x="3471" y="1140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6">
                <a:extLst>
                  <a:ext uri="{FF2B5EF4-FFF2-40B4-BE49-F238E27FC236}">
                    <a16:creationId xmlns:a16="http://schemas.microsoft.com/office/drawing/2014/main" id="{13B0F74E-F030-9770-3DAA-5777D73319D4}"/>
                  </a:ext>
                </a:extLst>
              </p:cNvPr>
              <p:cNvSpPr/>
              <p:nvPr/>
            </p:nvSpPr>
            <p:spPr>
              <a:xfrm>
                <a:off x="6515131" y="3091917"/>
                <a:ext cx="398367" cy="321335"/>
              </a:xfrm>
              <a:custGeom>
                <a:avLst/>
                <a:gdLst/>
                <a:ahLst/>
                <a:cxnLst/>
                <a:rect l="l" t="t" r="r" b="b"/>
                <a:pathLst>
                  <a:path w="6273" h="5060" extrusionOk="0">
                    <a:moveTo>
                      <a:pt x="4472" y="1"/>
                    </a:moveTo>
                    <a:lnTo>
                      <a:pt x="5208" y="1"/>
                    </a:lnTo>
                    <a:cubicBezTo>
                      <a:pt x="5801" y="1"/>
                      <a:pt x="6273" y="479"/>
                      <a:pt x="6273" y="1066"/>
                    </a:cubicBezTo>
                    <a:lnTo>
                      <a:pt x="6273" y="2873"/>
                    </a:lnTo>
                    <a:lnTo>
                      <a:pt x="6273" y="2884"/>
                    </a:lnTo>
                    <a:cubicBezTo>
                      <a:pt x="6273" y="4087"/>
                      <a:pt x="5306" y="5059"/>
                      <a:pt x="4109" y="5059"/>
                    </a:cubicBezTo>
                    <a:lnTo>
                      <a:pt x="3407" y="5059"/>
                    </a:lnTo>
                    <a:lnTo>
                      <a:pt x="3407" y="4093"/>
                    </a:lnTo>
                    <a:cubicBezTo>
                      <a:pt x="4167" y="4093"/>
                      <a:pt x="4402" y="3419"/>
                      <a:pt x="4472" y="2878"/>
                    </a:cubicBezTo>
                    <a:lnTo>
                      <a:pt x="4472" y="2878"/>
                    </a:lnTo>
                    <a:cubicBezTo>
                      <a:pt x="3879" y="2878"/>
                      <a:pt x="3407" y="2406"/>
                      <a:pt x="3407" y="1814"/>
                    </a:cubicBezTo>
                    <a:lnTo>
                      <a:pt x="3407" y="1071"/>
                    </a:lnTo>
                    <a:cubicBezTo>
                      <a:pt x="3407" y="484"/>
                      <a:pt x="3879" y="1"/>
                      <a:pt x="4472" y="1"/>
                    </a:cubicBezTo>
                    <a:close/>
                    <a:moveTo>
                      <a:pt x="1065" y="2878"/>
                    </a:moveTo>
                    <a:lnTo>
                      <a:pt x="1065" y="2878"/>
                    </a:lnTo>
                    <a:cubicBezTo>
                      <a:pt x="1001" y="3425"/>
                      <a:pt x="765" y="4093"/>
                      <a:pt x="0" y="4093"/>
                    </a:cubicBezTo>
                    <a:lnTo>
                      <a:pt x="0" y="5059"/>
                    </a:lnTo>
                    <a:lnTo>
                      <a:pt x="708" y="5059"/>
                    </a:lnTo>
                    <a:cubicBezTo>
                      <a:pt x="1911" y="5059"/>
                      <a:pt x="2877" y="4087"/>
                      <a:pt x="2877" y="2884"/>
                    </a:cubicBezTo>
                    <a:lnTo>
                      <a:pt x="2877" y="2873"/>
                    </a:lnTo>
                    <a:lnTo>
                      <a:pt x="2877" y="1066"/>
                    </a:lnTo>
                    <a:cubicBezTo>
                      <a:pt x="2877" y="473"/>
                      <a:pt x="2406" y="1"/>
                      <a:pt x="1813" y="1"/>
                    </a:cubicBezTo>
                    <a:lnTo>
                      <a:pt x="1076" y="1"/>
                    </a:lnTo>
                    <a:cubicBezTo>
                      <a:pt x="483" y="1"/>
                      <a:pt x="12" y="473"/>
                      <a:pt x="12" y="1066"/>
                    </a:cubicBezTo>
                    <a:lnTo>
                      <a:pt x="12" y="1808"/>
                    </a:lnTo>
                    <a:cubicBezTo>
                      <a:pt x="0" y="2395"/>
                      <a:pt x="483" y="2878"/>
                      <a:pt x="1065" y="287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 name="Google Shape;487;p36">
              <a:extLst>
                <a:ext uri="{FF2B5EF4-FFF2-40B4-BE49-F238E27FC236}">
                  <a16:creationId xmlns:a16="http://schemas.microsoft.com/office/drawing/2014/main" id="{5220573D-5090-7D31-67E5-8973622F9ACA}"/>
                </a:ext>
              </a:extLst>
            </p:cNvPr>
            <p:cNvGrpSpPr/>
            <p:nvPr/>
          </p:nvGrpSpPr>
          <p:grpSpPr>
            <a:xfrm>
              <a:off x="6699330" y="2455550"/>
              <a:ext cx="791157" cy="791109"/>
              <a:chOff x="6746427" y="1893210"/>
              <a:chExt cx="1058120" cy="1058057"/>
            </a:xfrm>
          </p:grpSpPr>
          <p:sp>
            <p:nvSpPr>
              <p:cNvPr id="488" name="Google Shape;488;p36">
                <a:extLst>
                  <a:ext uri="{FF2B5EF4-FFF2-40B4-BE49-F238E27FC236}">
                    <a16:creationId xmlns:a16="http://schemas.microsoft.com/office/drawing/2014/main" id="{8AB00556-ECDA-3E3E-CE41-66E94142EB18}"/>
                  </a:ext>
                </a:extLst>
              </p:cNvPr>
              <p:cNvSpPr/>
              <p:nvPr/>
            </p:nvSpPr>
            <p:spPr>
              <a:xfrm>
                <a:off x="6836735" y="1983455"/>
                <a:ext cx="877131" cy="877195"/>
              </a:xfrm>
              <a:custGeom>
                <a:avLst/>
                <a:gdLst/>
                <a:ahLst/>
                <a:cxnLst/>
                <a:rect l="l" t="t" r="r" b="b"/>
                <a:pathLst>
                  <a:path w="13812" h="13813" extrusionOk="0">
                    <a:moveTo>
                      <a:pt x="13812" y="6906"/>
                    </a:moveTo>
                    <a:cubicBezTo>
                      <a:pt x="13812" y="10722"/>
                      <a:pt x="10722" y="13812"/>
                      <a:pt x="6906" y="13812"/>
                    </a:cubicBezTo>
                    <a:cubicBezTo>
                      <a:pt x="3096" y="13812"/>
                      <a:pt x="0" y="10722"/>
                      <a:pt x="0" y="6906"/>
                    </a:cubicBezTo>
                    <a:cubicBezTo>
                      <a:pt x="0" y="3097"/>
                      <a:pt x="3096" y="1"/>
                      <a:pt x="6906" y="1"/>
                    </a:cubicBezTo>
                    <a:cubicBezTo>
                      <a:pt x="10722" y="1"/>
                      <a:pt x="13812" y="3097"/>
                      <a:pt x="13812" y="69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6">
                <a:extLst>
                  <a:ext uri="{FF2B5EF4-FFF2-40B4-BE49-F238E27FC236}">
                    <a16:creationId xmlns:a16="http://schemas.microsoft.com/office/drawing/2014/main" id="{4E2B5320-7D92-0291-A076-6BEE9709D9FA}"/>
                  </a:ext>
                </a:extLst>
              </p:cNvPr>
              <p:cNvSpPr/>
              <p:nvPr/>
            </p:nvSpPr>
            <p:spPr>
              <a:xfrm>
                <a:off x="6746427" y="1893210"/>
                <a:ext cx="1058120" cy="1058057"/>
              </a:xfrm>
              <a:custGeom>
                <a:avLst/>
                <a:gdLst/>
                <a:ahLst/>
                <a:cxnLst/>
                <a:rect l="l" t="t" r="r" b="b"/>
                <a:pathLst>
                  <a:path w="16662" h="16661" extrusionOk="0">
                    <a:moveTo>
                      <a:pt x="8328" y="16660"/>
                    </a:moveTo>
                    <a:cubicBezTo>
                      <a:pt x="3736" y="16660"/>
                      <a:pt x="1" y="12925"/>
                      <a:pt x="1" y="8333"/>
                    </a:cubicBezTo>
                    <a:cubicBezTo>
                      <a:pt x="1" y="3735"/>
                      <a:pt x="3730" y="0"/>
                      <a:pt x="8328" y="0"/>
                    </a:cubicBezTo>
                    <a:cubicBezTo>
                      <a:pt x="12926" y="0"/>
                      <a:pt x="16661" y="3741"/>
                      <a:pt x="16661" y="8333"/>
                    </a:cubicBezTo>
                    <a:cubicBezTo>
                      <a:pt x="16661" y="12920"/>
                      <a:pt x="12920" y="16660"/>
                      <a:pt x="8328" y="16660"/>
                    </a:cubicBezTo>
                    <a:close/>
                    <a:moveTo>
                      <a:pt x="8328" y="115"/>
                    </a:moveTo>
                    <a:cubicBezTo>
                      <a:pt x="3799" y="115"/>
                      <a:pt x="110" y="3804"/>
                      <a:pt x="110" y="8339"/>
                    </a:cubicBezTo>
                    <a:cubicBezTo>
                      <a:pt x="110" y="12868"/>
                      <a:pt x="3799" y="16562"/>
                      <a:pt x="8328" y="16562"/>
                    </a:cubicBezTo>
                    <a:cubicBezTo>
                      <a:pt x="12863" y="16562"/>
                      <a:pt x="16552" y="12868"/>
                      <a:pt x="16552" y="8339"/>
                    </a:cubicBezTo>
                    <a:cubicBezTo>
                      <a:pt x="16552" y="3804"/>
                      <a:pt x="12863" y="115"/>
                      <a:pt x="8328" y="115"/>
                    </a:cubicBezTo>
                    <a:close/>
                  </a:path>
                </a:pathLst>
              </a:custGeom>
              <a:solidFill>
                <a:srgbClr val="134F5C">
                  <a:alpha val="56600"/>
                </a:srgbClr>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6">
                <a:extLst>
                  <a:ext uri="{FF2B5EF4-FFF2-40B4-BE49-F238E27FC236}">
                    <a16:creationId xmlns:a16="http://schemas.microsoft.com/office/drawing/2014/main" id="{F8DC2B7A-4477-3666-3F1B-72A2BC32E948}"/>
                  </a:ext>
                </a:extLst>
              </p:cNvPr>
              <p:cNvSpPr/>
              <p:nvPr/>
            </p:nvSpPr>
            <p:spPr>
              <a:xfrm>
                <a:off x="6996775" y="2145717"/>
                <a:ext cx="557383" cy="607489"/>
              </a:xfrm>
              <a:custGeom>
                <a:avLst/>
                <a:gdLst/>
                <a:ahLst/>
                <a:cxnLst/>
                <a:rect l="l" t="t" r="r" b="b"/>
                <a:pathLst>
                  <a:path w="8777" h="9566" extrusionOk="0">
                    <a:moveTo>
                      <a:pt x="8196" y="6302"/>
                    </a:moveTo>
                    <a:lnTo>
                      <a:pt x="8196" y="3149"/>
                    </a:lnTo>
                    <a:cubicBezTo>
                      <a:pt x="8524" y="3068"/>
                      <a:pt x="8777" y="2775"/>
                      <a:pt x="8777" y="2412"/>
                    </a:cubicBezTo>
                    <a:cubicBezTo>
                      <a:pt x="8777" y="1998"/>
                      <a:pt x="8437" y="1658"/>
                      <a:pt x="8023" y="1658"/>
                    </a:cubicBezTo>
                    <a:cubicBezTo>
                      <a:pt x="7793" y="1658"/>
                      <a:pt x="7580" y="1767"/>
                      <a:pt x="7448" y="1929"/>
                    </a:cubicBezTo>
                    <a:lnTo>
                      <a:pt x="5146" y="789"/>
                    </a:lnTo>
                    <a:lnTo>
                      <a:pt x="5146" y="760"/>
                    </a:lnTo>
                    <a:cubicBezTo>
                      <a:pt x="5146" y="340"/>
                      <a:pt x="4806" y="1"/>
                      <a:pt x="4386" y="1"/>
                    </a:cubicBezTo>
                    <a:cubicBezTo>
                      <a:pt x="3972" y="1"/>
                      <a:pt x="3632" y="340"/>
                      <a:pt x="3632" y="760"/>
                    </a:cubicBezTo>
                    <a:lnTo>
                      <a:pt x="3632" y="789"/>
                    </a:lnTo>
                    <a:lnTo>
                      <a:pt x="1330" y="1929"/>
                    </a:lnTo>
                    <a:cubicBezTo>
                      <a:pt x="1192" y="1767"/>
                      <a:pt x="985" y="1658"/>
                      <a:pt x="755" y="1658"/>
                    </a:cubicBezTo>
                    <a:cubicBezTo>
                      <a:pt x="340" y="1658"/>
                      <a:pt x="1" y="1998"/>
                      <a:pt x="1" y="2412"/>
                    </a:cubicBezTo>
                    <a:cubicBezTo>
                      <a:pt x="1" y="2775"/>
                      <a:pt x="243" y="3068"/>
                      <a:pt x="582" y="3149"/>
                    </a:cubicBezTo>
                    <a:lnTo>
                      <a:pt x="582" y="6302"/>
                    </a:lnTo>
                    <a:cubicBezTo>
                      <a:pt x="254" y="6383"/>
                      <a:pt x="1" y="6676"/>
                      <a:pt x="1" y="7039"/>
                    </a:cubicBezTo>
                    <a:cubicBezTo>
                      <a:pt x="1" y="7453"/>
                      <a:pt x="340" y="7793"/>
                      <a:pt x="755" y="7793"/>
                    </a:cubicBezTo>
                    <a:cubicBezTo>
                      <a:pt x="1037" y="7793"/>
                      <a:pt x="1290" y="7637"/>
                      <a:pt x="1411" y="7407"/>
                    </a:cubicBezTo>
                    <a:lnTo>
                      <a:pt x="3684" y="8535"/>
                    </a:lnTo>
                    <a:cubicBezTo>
                      <a:pt x="3649" y="8621"/>
                      <a:pt x="3632" y="8713"/>
                      <a:pt x="3632" y="8806"/>
                    </a:cubicBezTo>
                    <a:cubicBezTo>
                      <a:pt x="3632" y="9226"/>
                      <a:pt x="3972" y="9565"/>
                      <a:pt x="4386" y="9565"/>
                    </a:cubicBezTo>
                    <a:cubicBezTo>
                      <a:pt x="4806" y="9565"/>
                      <a:pt x="5146" y="9226"/>
                      <a:pt x="5146" y="8806"/>
                    </a:cubicBezTo>
                    <a:cubicBezTo>
                      <a:pt x="5146" y="8713"/>
                      <a:pt x="5123" y="8621"/>
                      <a:pt x="5094" y="8535"/>
                    </a:cubicBezTo>
                    <a:lnTo>
                      <a:pt x="7367" y="7407"/>
                    </a:lnTo>
                    <a:cubicBezTo>
                      <a:pt x="7494" y="7637"/>
                      <a:pt x="7741" y="7793"/>
                      <a:pt x="8023" y="7793"/>
                    </a:cubicBezTo>
                    <a:cubicBezTo>
                      <a:pt x="8437" y="7793"/>
                      <a:pt x="8777" y="7453"/>
                      <a:pt x="8777" y="7039"/>
                    </a:cubicBezTo>
                    <a:cubicBezTo>
                      <a:pt x="8771" y="6688"/>
                      <a:pt x="8524" y="6383"/>
                      <a:pt x="8196" y="6302"/>
                    </a:cubicBezTo>
                    <a:close/>
                    <a:moveTo>
                      <a:pt x="1221" y="6446"/>
                    </a:moveTo>
                    <a:cubicBezTo>
                      <a:pt x="1135" y="6383"/>
                      <a:pt x="1037" y="6331"/>
                      <a:pt x="927" y="6302"/>
                    </a:cubicBezTo>
                    <a:lnTo>
                      <a:pt x="927" y="3149"/>
                    </a:lnTo>
                    <a:cubicBezTo>
                      <a:pt x="1089" y="3108"/>
                      <a:pt x="1232" y="3016"/>
                      <a:pt x="1330" y="2895"/>
                    </a:cubicBezTo>
                    <a:lnTo>
                      <a:pt x="3638" y="4041"/>
                    </a:lnTo>
                    <a:cubicBezTo>
                      <a:pt x="3632" y="4081"/>
                      <a:pt x="3626" y="4133"/>
                      <a:pt x="3626" y="4173"/>
                    </a:cubicBezTo>
                    <a:cubicBezTo>
                      <a:pt x="3626" y="4535"/>
                      <a:pt x="3868" y="4829"/>
                      <a:pt x="4208" y="4910"/>
                    </a:cubicBezTo>
                    <a:lnTo>
                      <a:pt x="4208" y="4967"/>
                    </a:lnTo>
                    <a:close/>
                    <a:moveTo>
                      <a:pt x="4559" y="4915"/>
                    </a:moveTo>
                    <a:cubicBezTo>
                      <a:pt x="4892" y="4835"/>
                      <a:pt x="5134" y="4541"/>
                      <a:pt x="5134" y="4184"/>
                    </a:cubicBezTo>
                    <a:cubicBezTo>
                      <a:pt x="5134" y="4133"/>
                      <a:pt x="5128" y="4087"/>
                      <a:pt x="5123" y="4046"/>
                    </a:cubicBezTo>
                    <a:lnTo>
                      <a:pt x="7430" y="2901"/>
                    </a:lnTo>
                    <a:cubicBezTo>
                      <a:pt x="7534" y="3022"/>
                      <a:pt x="7678" y="3108"/>
                      <a:pt x="7833" y="3154"/>
                    </a:cubicBezTo>
                    <a:lnTo>
                      <a:pt x="7833" y="6314"/>
                    </a:lnTo>
                    <a:cubicBezTo>
                      <a:pt x="7724" y="6343"/>
                      <a:pt x="7626" y="6389"/>
                      <a:pt x="7540" y="6458"/>
                    </a:cubicBezTo>
                    <a:lnTo>
                      <a:pt x="4553" y="4973"/>
                    </a:lnTo>
                    <a:lnTo>
                      <a:pt x="4553" y="4915"/>
                    </a:lnTo>
                    <a:close/>
                    <a:moveTo>
                      <a:pt x="7281" y="2239"/>
                    </a:moveTo>
                    <a:cubicBezTo>
                      <a:pt x="7263" y="2297"/>
                      <a:pt x="7258" y="2349"/>
                      <a:pt x="7258" y="2412"/>
                    </a:cubicBezTo>
                    <a:cubicBezTo>
                      <a:pt x="7258" y="2470"/>
                      <a:pt x="7263" y="2527"/>
                      <a:pt x="7281" y="2585"/>
                    </a:cubicBezTo>
                    <a:lnTo>
                      <a:pt x="4985" y="3724"/>
                    </a:lnTo>
                    <a:cubicBezTo>
                      <a:pt x="4887" y="3586"/>
                      <a:pt x="4731" y="3494"/>
                      <a:pt x="4559" y="3448"/>
                    </a:cubicBezTo>
                    <a:lnTo>
                      <a:pt x="4559" y="1491"/>
                    </a:lnTo>
                    <a:cubicBezTo>
                      <a:pt x="4772" y="1439"/>
                      <a:pt x="4933" y="1313"/>
                      <a:pt x="5042" y="1134"/>
                    </a:cubicBezTo>
                    <a:close/>
                    <a:moveTo>
                      <a:pt x="3736" y="1134"/>
                    </a:moveTo>
                    <a:cubicBezTo>
                      <a:pt x="3834" y="1313"/>
                      <a:pt x="4006" y="1439"/>
                      <a:pt x="4213" y="1491"/>
                    </a:cubicBezTo>
                    <a:lnTo>
                      <a:pt x="4213" y="3448"/>
                    </a:lnTo>
                    <a:cubicBezTo>
                      <a:pt x="4041" y="3494"/>
                      <a:pt x="3897" y="3586"/>
                      <a:pt x="3793" y="3724"/>
                    </a:cubicBezTo>
                    <a:lnTo>
                      <a:pt x="1497" y="2579"/>
                    </a:lnTo>
                    <a:cubicBezTo>
                      <a:pt x="1509" y="2521"/>
                      <a:pt x="1520" y="2470"/>
                      <a:pt x="1520" y="2406"/>
                    </a:cubicBezTo>
                    <a:cubicBezTo>
                      <a:pt x="1520" y="2349"/>
                      <a:pt x="1509" y="2291"/>
                      <a:pt x="1497" y="2234"/>
                    </a:cubicBezTo>
                    <a:close/>
                    <a:moveTo>
                      <a:pt x="1445" y="6728"/>
                    </a:moveTo>
                    <a:lnTo>
                      <a:pt x="4213" y="5353"/>
                    </a:lnTo>
                    <a:lnTo>
                      <a:pt x="4213" y="8069"/>
                    </a:lnTo>
                    <a:cubicBezTo>
                      <a:pt x="4093" y="8092"/>
                      <a:pt x="3983" y="8155"/>
                      <a:pt x="3891" y="8230"/>
                    </a:cubicBezTo>
                    <a:lnTo>
                      <a:pt x="1509" y="7050"/>
                    </a:lnTo>
                    <a:lnTo>
                      <a:pt x="1509" y="7033"/>
                    </a:lnTo>
                    <a:cubicBezTo>
                      <a:pt x="1509" y="6930"/>
                      <a:pt x="1491" y="6820"/>
                      <a:pt x="1445" y="6728"/>
                    </a:cubicBezTo>
                    <a:close/>
                    <a:moveTo>
                      <a:pt x="4887" y="8242"/>
                    </a:moveTo>
                    <a:cubicBezTo>
                      <a:pt x="4789" y="8161"/>
                      <a:pt x="4685" y="8103"/>
                      <a:pt x="4559" y="8075"/>
                    </a:cubicBezTo>
                    <a:lnTo>
                      <a:pt x="4559" y="5353"/>
                    </a:lnTo>
                    <a:lnTo>
                      <a:pt x="7333" y="6728"/>
                    </a:lnTo>
                    <a:cubicBezTo>
                      <a:pt x="7286" y="6820"/>
                      <a:pt x="7263" y="6924"/>
                      <a:pt x="7263" y="7039"/>
                    </a:cubicBezTo>
                    <a:lnTo>
                      <a:pt x="7263" y="706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Google Shape;491;p36">
              <a:extLst>
                <a:ext uri="{FF2B5EF4-FFF2-40B4-BE49-F238E27FC236}">
                  <a16:creationId xmlns:a16="http://schemas.microsoft.com/office/drawing/2014/main" id="{60868270-6A89-EE90-8D5E-CBDA3E05FD8D}"/>
                </a:ext>
              </a:extLst>
            </p:cNvPr>
            <p:cNvSpPr/>
            <p:nvPr/>
          </p:nvSpPr>
          <p:spPr>
            <a:xfrm>
              <a:off x="8399355" y="3558815"/>
              <a:ext cx="337021" cy="271928"/>
            </a:xfrm>
            <a:custGeom>
              <a:avLst/>
              <a:gdLst/>
              <a:ahLst/>
              <a:cxnLst/>
              <a:rect l="l" t="t" r="r" b="b"/>
              <a:pathLst>
                <a:path w="5307" h="4282" fill="none" extrusionOk="0">
                  <a:moveTo>
                    <a:pt x="3782" y="0"/>
                  </a:moveTo>
                  <a:lnTo>
                    <a:pt x="4403" y="0"/>
                  </a:lnTo>
                  <a:cubicBezTo>
                    <a:pt x="4904" y="0"/>
                    <a:pt x="5307" y="403"/>
                    <a:pt x="5307" y="904"/>
                  </a:cubicBezTo>
                  <a:lnTo>
                    <a:pt x="5307" y="2429"/>
                  </a:lnTo>
                  <a:lnTo>
                    <a:pt x="5307" y="2440"/>
                  </a:lnTo>
                  <a:cubicBezTo>
                    <a:pt x="5307" y="3453"/>
                    <a:pt x="4484" y="4276"/>
                    <a:pt x="3471" y="4276"/>
                  </a:cubicBezTo>
                  <a:lnTo>
                    <a:pt x="2872" y="4276"/>
                  </a:lnTo>
                  <a:lnTo>
                    <a:pt x="2872" y="3453"/>
                  </a:lnTo>
                  <a:cubicBezTo>
                    <a:pt x="3523" y="3453"/>
                    <a:pt x="3724" y="2889"/>
                    <a:pt x="3770" y="2429"/>
                  </a:cubicBezTo>
                  <a:lnTo>
                    <a:pt x="3770" y="2429"/>
                  </a:lnTo>
                  <a:cubicBezTo>
                    <a:pt x="3275" y="2429"/>
                    <a:pt x="2872" y="2026"/>
                    <a:pt x="2872" y="1525"/>
                  </a:cubicBezTo>
                  <a:lnTo>
                    <a:pt x="2872" y="904"/>
                  </a:lnTo>
                  <a:cubicBezTo>
                    <a:pt x="2878" y="403"/>
                    <a:pt x="3281" y="0"/>
                    <a:pt x="3782" y="0"/>
                  </a:cubicBezTo>
                  <a:close/>
                  <a:moveTo>
                    <a:pt x="910" y="2434"/>
                  </a:moveTo>
                  <a:lnTo>
                    <a:pt x="910" y="2434"/>
                  </a:lnTo>
                  <a:cubicBezTo>
                    <a:pt x="852" y="2895"/>
                    <a:pt x="651" y="3459"/>
                    <a:pt x="12" y="3459"/>
                  </a:cubicBezTo>
                  <a:lnTo>
                    <a:pt x="12" y="4282"/>
                  </a:lnTo>
                  <a:lnTo>
                    <a:pt x="605" y="4282"/>
                  </a:lnTo>
                  <a:cubicBezTo>
                    <a:pt x="1624" y="4282"/>
                    <a:pt x="2441" y="3459"/>
                    <a:pt x="2441" y="2446"/>
                  </a:cubicBezTo>
                  <a:lnTo>
                    <a:pt x="2441" y="2434"/>
                  </a:lnTo>
                  <a:lnTo>
                    <a:pt x="2441" y="904"/>
                  </a:lnTo>
                  <a:cubicBezTo>
                    <a:pt x="2441" y="403"/>
                    <a:pt x="2038" y="0"/>
                    <a:pt x="1543" y="0"/>
                  </a:cubicBezTo>
                  <a:lnTo>
                    <a:pt x="916" y="0"/>
                  </a:lnTo>
                  <a:cubicBezTo>
                    <a:pt x="421" y="0"/>
                    <a:pt x="18" y="403"/>
                    <a:pt x="18" y="904"/>
                  </a:cubicBezTo>
                  <a:lnTo>
                    <a:pt x="18" y="1525"/>
                  </a:lnTo>
                  <a:cubicBezTo>
                    <a:pt x="1" y="2026"/>
                    <a:pt x="404" y="2434"/>
                    <a:pt x="910" y="2434"/>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6">
              <a:extLst>
                <a:ext uri="{FF2B5EF4-FFF2-40B4-BE49-F238E27FC236}">
                  <a16:creationId xmlns:a16="http://schemas.microsoft.com/office/drawing/2014/main" id="{2D2F6C1F-3102-0451-E475-142912175B9D}"/>
                </a:ext>
              </a:extLst>
            </p:cNvPr>
            <p:cNvSpPr/>
            <p:nvPr/>
          </p:nvSpPr>
          <p:spPr>
            <a:xfrm>
              <a:off x="6054669" y="4040401"/>
              <a:ext cx="411957" cy="412274"/>
            </a:xfrm>
            <a:custGeom>
              <a:avLst/>
              <a:gdLst/>
              <a:ahLst/>
              <a:cxnLst/>
              <a:rect l="l" t="t" r="r" b="b"/>
              <a:pathLst>
                <a:path w="6487" h="6492" fill="none" extrusionOk="0">
                  <a:moveTo>
                    <a:pt x="6481" y="3033"/>
                  </a:moveTo>
                  <a:cubicBezTo>
                    <a:pt x="6475" y="2930"/>
                    <a:pt x="6418" y="2843"/>
                    <a:pt x="6326" y="2809"/>
                  </a:cubicBezTo>
                  <a:lnTo>
                    <a:pt x="6078" y="2700"/>
                  </a:lnTo>
                  <a:cubicBezTo>
                    <a:pt x="6009" y="2665"/>
                    <a:pt x="5951" y="2607"/>
                    <a:pt x="5928" y="2527"/>
                  </a:cubicBezTo>
                  <a:lnTo>
                    <a:pt x="5928" y="2527"/>
                  </a:lnTo>
                  <a:cubicBezTo>
                    <a:pt x="5905" y="2446"/>
                    <a:pt x="5923" y="2372"/>
                    <a:pt x="5969" y="2302"/>
                  </a:cubicBezTo>
                  <a:lnTo>
                    <a:pt x="6130" y="2090"/>
                  </a:lnTo>
                  <a:cubicBezTo>
                    <a:pt x="6187" y="2009"/>
                    <a:pt x="6199" y="1900"/>
                    <a:pt x="6153" y="1813"/>
                  </a:cubicBezTo>
                  <a:cubicBezTo>
                    <a:pt x="6084" y="1687"/>
                    <a:pt x="6015" y="1566"/>
                    <a:pt x="5940" y="1451"/>
                  </a:cubicBezTo>
                  <a:cubicBezTo>
                    <a:pt x="5882" y="1370"/>
                    <a:pt x="5790" y="1318"/>
                    <a:pt x="5693" y="1336"/>
                  </a:cubicBezTo>
                  <a:lnTo>
                    <a:pt x="5422" y="1364"/>
                  </a:lnTo>
                  <a:cubicBezTo>
                    <a:pt x="5347" y="1370"/>
                    <a:pt x="5267" y="1341"/>
                    <a:pt x="5209" y="1284"/>
                  </a:cubicBezTo>
                  <a:lnTo>
                    <a:pt x="5209" y="1284"/>
                  </a:lnTo>
                  <a:cubicBezTo>
                    <a:pt x="5152" y="1226"/>
                    <a:pt x="5123" y="1146"/>
                    <a:pt x="5129" y="1065"/>
                  </a:cubicBezTo>
                  <a:lnTo>
                    <a:pt x="5157" y="800"/>
                  </a:lnTo>
                  <a:cubicBezTo>
                    <a:pt x="5175" y="697"/>
                    <a:pt x="5123" y="605"/>
                    <a:pt x="5042" y="547"/>
                  </a:cubicBezTo>
                  <a:cubicBezTo>
                    <a:pt x="4927" y="467"/>
                    <a:pt x="4806" y="398"/>
                    <a:pt x="4674" y="340"/>
                  </a:cubicBezTo>
                  <a:cubicBezTo>
                    <a:pt x="4588" y="294"/>
                    <a:pt x="4484" y="306"/>
                    <a:pt x="4403" y="363"/>
                  </a:cubicBezTo>
                  <a:lnTo>
                    <a:pt x="4185" y="518"/>
                  </a:lnTo>
                  <a:cubicBezTo>
                    <a:pt x="4121" y="570"/>
                    <a:pt x="4041" y="582"/>
                    <a:pt x="3960" y="565"/>
                  </a:cubicBezTo>
                  <a:lnTo>
                    <a:pt x="3960" y="565"/>
                  </a:lnTo>
                  <a:cubicBezTo>
                    <a:pt x="3885" y="542"/>
                    <a:pt x="3816" y="490"/>
                    <a:pt x="3788" y="409"/>
                  </a:cubicBezTo>
                  <a:lnTo>
                    <a:pt x="3684" y="167"/>
                  </a:lnTo>
                  <a:cubicBezTo>
                    <a:pt x="3644" y="81"/>
                    <a:pt x="3563" y="18"/>
                    <a:pt x="3460" y="6"/>
                  </a:cubicBezTo>
                  <a:cubicBezTo>
                    <a:pt x="3385" y="1"/>
                    <a:pt x="3316" y="1"/>
                    <a:pt x="3241" y="1"/>
                  </a:cubicBezTo>
                  <a:cubicBezTo>
                    <a:pt x="3172" y="1"/>
                    <a:pt x="3097" y="1"/>
                    <a:pt x="3028" y="6"/>
                  </a:cubicBezTo>
                  <a:cubicBezTo>
                    <a:pt x="2924" y="18"/>
                    <a:pt x="2850" y="75"/>
                    <a:pt x="2804" y="167"/>
                  </a:cubicBezTo>
                  <a:lnTo>
                    <a:pt x="2694" y="409"/>
                  </a:lnTo>
                  <a:cubicBezTo>
                    <a:pt x="2660" y="484"/>
                    <a:pt x="2602" y="542"/>
                    <a:pt x="2522" y="565"/>
                  </a:cubicBezTo>
                  <a:lnTo>
                    <a:pt x="2522" y="565"/>
                  </a:lnTo>
                  <a:cubicBezTo>
                    <a:pt x="2447" y="582"/>
                    <a:pt x="2366" y="570"/>
                    <a:pt x="2303" y="518"/>
                  </a:cubicBezTo>
                  <a:lnTo>
                    <a:pt x="2084" y="363"/>
                  </a:lnTo>
                  <a:cubicBezTo>
                    <a:pt x="2004" y="306"/>
                    <a:pt x="1900" y="288"/>
                    <a:pt x="1814" y="340"/>
                  </a:cubicBezTo>
                  <a:cubicBezTo>
                    <a:pt x="1681" y="403"/>
                    <a:pt x="1561" y="478"/>
                    <a:pt x="1445" y="547"/>
                  </a:cubicBezTo>
                  <a:cubicBezTo>
                    <a:pt x="1365" y="605"/>
                    <a:pt x="1313" y="697"/>
                    <a:pt x="1330" y="800"/>
                  </a:cubicBezTo>
                  <a:lnTo>
                    <a:pt x="1359" y="1065"/>
                  </a:lnTo>
                  <a:cubicBezTo>
                    <a:pt x="1365" y="1146"/>
                    <a:pt x="1336" y="1226"/>
                    <a:pt x="1279" y="1284"/>
                  </a:cubicBezTo>
                  <a:lnTo>
                    <a:pt x="1279" y="1284"/>
                  </a:lnTo>
                  <a:cubicBezTo>
                    <a:pt x="1221" y="1341"/>
                    <a:pt x="1140" y="1370"/>
                    <a:pt x="1066" y="1364"/>
                  </a:cubicBezTo>
                  <a:lnTo>
                    <a:pt x="795" y="1336"/>
                  </a:lnTo>
                  <a:cubicBezTo>
                    <a:pt x="697" y="1318"/>
                    <a:pt x="605" y="1370"/>
                    <a:pt x="548" y="1451"/>
                  </a:cubicBezTo>
                  <a:cubicBezTo>
                    <a:pt x="467" y="1566"/>
                    <a:pt x="392" y="1687"/>
                    <a:pt x="335" y="1813"/>
                  </a:cubicBezTo>
                  <a:cubicBezTo>
                    <a:pt x="294" y="1900"/>
                    <a:pt x="300" y="2009"/>
                    <a:pt x="358" y="2090"/>
                  </a:cubicBezTo>
                  <a:lnTo>
                    <a:pt x="519" y="2302"/>
                  </a:lnTo>
                  <a:cubicBezTo>
                    <a:pt x="565" y="2372"/>
                    <a:pt x="582" y="2446"/>
                    <a:pt x="559" y="2527"/>
                  </a:cubicBezTo>
                  <a:lnTo>
                    <a:pt x="559" y="2527"/>
                  </a:lnTo>
                  <a:cubicBezTo>
                    <a:pt x="536" y="2607"/>
                    <a:pt x="490" y="2671"/>
                    <a:pt x="410" y="2700"/>
                  </a:cubicBezTo>
                  <a:lnTo>
                    <a:pt x="162" y="2809"/>
                  </a:lnTo>
                  <a:cubicBezTo>
                    <a:pt x="76" y="2843"/>
                    <a:pt x="13" y="2930"/>
                    <a:pt x="7" y="3033"/>
                  </a:cubicBezTo>
                  <a:cubicBezTo>
                    <a:pt x="1" y="3102"/>
                    <a:pt x="1" y="3177"/>
                    <a:pt x="1" y="3246"/>
                  </a:cubicBezTo>
                  <a:cubicBezTo>
                    <a:pt x="1" y="3321"/>
                    <a:pt x="1" y="3390"/>
                    <a:pt x="7" y="3465"/>
                  </a:cubicBezTo>
                  <a:cubicBezTo>
                    <a:pt x="13" y="3563"/>
                    <a:pt x="70" y="3643"/>
                    <a:pt x="162" y="3684"/>
                  </a:cubicBezTo>
                  <a:lnTo>
                    <a:pt x="410" y="3793"/>
                  </a:lnTo>
                  <a:cubicBezTo>
                    <a:pt x="479" y="3822"/>
                    <a:pt x="536" y="3885"/>
                    <a:pt x="559" y="3966"/>
                  </a:cubicBezTo>
                  <a:lnTo>
                    <a:pt x="559" y="3966"/>
                  </a:lnTo>
                  <a:cubicBezTo>
                    <a:pt x="582" y="4046"/>
                    <a:pt x="565" y="4127"/>
                    <a:pt x="519" y="4190"/>
                  </a:cubicBezTo>
                  <a:lnTo>
                    <a:pt x="358" y="4403"/>
                  </a:lnTo>
                  <a:cubicBezTo>
                    <a:pt x="300" y="4484"/>
                    <a:pt x="289" y="4593"/>
                    <a:pt x="335" y="4679"/>
                  </a:cubicBezTo>
                  <a:cubicBezTo>
                    <a:pt x="404" y="4806"/>
                    <a:pt x="473" y="4932"/>
                    <a:pt x="548" y="5048"/>
                  </a:cubicBezTo>
                  <a:cubicBezTo>
                    <a:pt x="605" y="5122"/>
                    <a:pt x="697" y="5174"/>
                    <a:pt x="795" y="5163"/>
                  </a:cubicBezTo>
                  <a:lnTo>
                    <a:pt x="1066" y="5134"/>
                  </a:lnTo>
                  <a:cubicBezTo>
                    <a:pt x="1140" y="5122"/>
                    <a:pt x="1221" y="5151"/>
                    <a:pt x="1279" y="5209"/>
                  </a:cubicBezTo>
                  <a:lnTo>
                    <a:pt x="1279" y="5209"/>
                  </a:lnTo>
                  <a:cubicBezTo>
                    <a:pt x="1336" y="5266"/>
                    <a:pt x="1365" y="5347"/>
                    <a:pt x="1359" y="5427"/>
                  </a:cubicBezTo>
                  <a:lnTo>
                    <a:pt x="1330" y="5692"/>
                  </a:lnTo>
                  <a:cubicBezTo>
                    <a:pt x="1313" y="5796"/>
                    <a:pt x="1365" y="5888"/>
                    <a:pt x="1445" y="5945"/>
                  </a:cubicBezTo>
                  <a:cubicBezTo>
                    <a:pt x="1561" y="6026"/>
                    <a:pt x="1681" y="6095"/>
                    <a:pt x="1814" y="6152"/>
                  </a:cubicBezTo>
                  <a:cubicBezTo>
                    <a:pt x="1900" y="6198"/>
                    <a:pt x="2004" y="6187"/>
                    <a:pt x="2084" y="6129"/>
                  </a:cubicBezTo>
                  <a:lnTo>
                    <a:pt x="2303" y="5974"/>
                  </a:lnTo>
                  <a:cubicBezTo>
                    <a:pt x="2366" y="5922"/>
                    <a:pt x="2447" y="5911"/>
                    <a:pt x="2522" y="5928"/>
                  </a:cubicBezTo>
                  <a:lnTo>
                    <a:pt x="2522" y="5928"/>
                  </a:lnTo>
                  <a:cubicBezTo>
                    <a:pt x="2602" y="5951"/>
                    <a:pt x="2665" y="6003"/>
                    <a:pt x="2694" y="6083"/>
                  </a:cubicBezTo>
                  <a:lnTo>
                    <a:pt x="2804" y="6325"/>
                  </a:lnTo>
                  <a:cubicBezTo>
                    <a:pt x="2838" y="6411"/>
                    <a:pt x="2924" y="6475"/>
                    <a:pt x="3028" y="6486"/>
                  </a:cubicBezTo>
                  <a:cubicBezTo>
                    <a:pt x="3097" y="6492"/>
                    <a:pt x="3172" y="6492"/>
                    <a:pt x="3241" y="6492"/>
                  </a:cubicBezTo>
                  <a:cubicBezTo>
                    <a:pt x="3316" y="6492"/>
                    <a:pt x="3385" y="6492"/>
                    <a:pt x="3460" y="6486"/>
                  </a:cubicBezTo>
                  <a:cubicBezTo>
                    <a:pt x="3557" y="6475"/>
                    <a:pt x="3644" y="6417"/>
                    <a:pt x="3684" y="6325"/>
                  </a:cubicBezTo>
                  <a:lnTo>
                    <a:pt x="3788" y="6083"/>
                  </a:lnTo>
                  <a:cubicBezTo>
                    <a:pt x="3828" y="6009"/>
                    <a:pt x="3885" y="5951"/>
                    <a:pt x="3960" y="5928"/>
                  </a:cubicBezTo>
                  <a:lnTo>
                    <a:pt x="3960" y="5928"/>
                  </a:lnTo>
                  <a:cubicBezTo>
                    <a:pt x="4041" y="5911"/>
                    <a:pt x="4121" y="5922"/>
                    <a:pt x="4185" y="5974"/>
                  </a:cubicBezTo>
                  <a:lnTo>
                    <a:pt x="4403" y="6129"/>
                  </a:lnTo>
                  <a:cubicBezTo>
                    <a:pt x="4484" y="6187"/>
                    <a:pt x="4588" y="6204"/>
                    <a:pt x="4674" y="6152"/>
                  </a:cubicBezTo>
                  <a:cubicBezTo>
                    <a:pt x="4806" y="6089"/>
                    <a:pt x="4927" y="6014"/>
                    <a:pt x="5042" y="5945"/>
                  </a:cubicBezTo>
                  <a:cubicBezTo>
                    <a:pt x="5123" y="5888"/>
                    <a:pt x="5175" y="5796"/>
                    <a:pt x="5157" y="5692"/>
                  </a:cubicBezTo>
                  <a:lnTo>
                    <a:pt x="5129" y="5427"/>
                  </a:lnTo>
                  <a:cubicBezTo>
                    <a:pt x="5123" y="5347"/>
                    <a:pt x="5152" y="5266"/>
                    <a:pt x="5209" y="5209"/>
                  </a:cubicBezTo>
                  <a:lnTo>
                    <a:pt x="5209" y="5209"/>
                  </a:lnTo>
                  <a:cubicBezTo>
                    <a:pt x="5267" y="5151"/>
                    <a:pt x="5347" y="5122"/>
                    <a:pt x="5422" y="5134"/>
                  </a:cubicBezTo>
                  <a:lnTo>
                    <a:pt x="5693" y="5163"/>
                  </a:lnTo>
                  <a:cubicBezTo>
                    <a:pt x="5790" y="5174"/>
                    <a:pt x="5882" y="5122"/>
                    <a:pt x="5940" y="5048"/>
                  </a:cubicBezTo>
                  <a:cubicBezTo>
                    <a:pt x="6021" y="4932"/>
                    <a:pt x="6095" y="4806"/>
                    <a:pt x="6153" y="4679"/>
                  </a:cubicBezTo>
                  <a:cubicBezTo>
                    <a:pt x="6193" y="4593"/>
                    <a:pt x="6187" y="4484"/>
                    <a:pt x="6130" y="4403"/>
                  </a:cubicBezTo>
                  <a:lnTo>
                    <a:pt x="5969" y="4190"/>
                  </a:lnTo>
                  <a:cubicBezTo>
                    <a:pt x="5923" y="4127"/>
                    <a:pt x="5905" y="4046"/>
                    <a:pt x="5928" y="3966"/>
                  </a:cubicBezTo>
                  <a:lnTo>
                    <a:pt x="5928" y="3966"/>
                  </a:lnTo>
                  <a:cubicBezTo>
                    <a:pt x="5951" y="3885"/>
                    <a:pt x="5998" y="3822"/>
                    <a:pt x="6078" y="3793"/>
                  </a:cubicBezTo>
                  <a:lnTo>
                    <a:pt x="6326" y="3684"/>
                  </a:lnTo>
                  <a:cubicBezTo>
                    <a:pt x="6412" y="3649"/>
                    <a:pt x="6475" y="3563"/>
                    <a:pt x="6481" y="3465"/>
                  </a:cubicBezTo>
                  <a:cubicBezTo>
                    <a:pt x="6487" y="3390"/>
                    <a:pt x="6487" y="3321"/>
                    <a:pt x="6487" y="3246"/>
                  </a:cubicBezTo>
                  <a:cubicBezTo>
                    <a:pt x="6487" y="3166"/>
                    <a:pt x="6487" y="3097"/>
                    <a:pt x="6481" y="3033"/>
                  </a:cubicBezTo>
                  <a:close/>
                  <a:moveTo>
                    <a:pt x="3252" y="4368"/>
                  </a:moveTo>
                  <a:cubicBezTo>
                    <a:pt x="2631" y="4368"/>
                    <a:pt x="2130" y="3868"/>
                    <a:pt x="2130" y="3246"/>
                  </a:cubicBezTo>
                  <a:cubicBezTo>
                    <a:pt x="2130" y="2631"/>
                    <a:pt x="2631" y="2124"/>
                    <a:pt x="3252" y="2124"/>
                  </a:cubicBezTo>
                  <a:cubicBezTo>
                    <a:pt x="3868" y="2124"/>
                    <a:pt x="4375" y="2631"/>
                    <a:pt x="4375" y="3246"/>
                  </a:cubicBezTo>
                  <a:cubicBezTo>
                    <a:pt x="4375" y="3868"/>
                    <a:pt x="3868" y="4368"/>
                    <a:pt x="3252"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6">
              <a:extLst>
                <a:ext uri="{FF2B5EF4-FFF2-40B4-BE49-F238E27FC236}">
                  <a16:creationId xmlns:a16="http://schemas.microsoft.com/office/drawing/2014/main" id="{96A42BC1-87FC-DFB3-0A74-54029E7E229D}"/>
                </a:ext>
              </a:extLst>
            </p:cNvPr>
            <p:cNvSpPr/>
            <p:nvPr/>
          </p:nvSpPr>
          <p:spPr>
            <a:xfrm>
              <a:off x="6379556" y="1780922"/>
              <a:ext cx="412338" cy="411893"/>
            </a:xfrm>
            <a:custGeom>
              <a:avLst/>
              <a:gdLst/>
              <a:ahLst/>
              <a:cxnLst/>
              <a:rect l="l" t="t" r="r" b="b"/>
              <a:pathLst>
                <a:path w="6493" h="6486" fill="none" extrusionOk="0">
                  <a:moveTo>
                    <a:pt x="6486" y="3027"/>
                  </a:moveTo>
                  <a:cubicBezTo>
                    <a:pt x="6475" y="2929"/>
                    <a:pt x="6417" y="2837"/>
                    <a:pt x="6325" y="2803"/>
                  </a:cubicBezTo>
                  <a:lnTo>
                    <a:pt x="6084" y="2693"/>
                  </a:lnTo>
                  <a:cubicBezTo>
                    <a:pt x="6009" y="2665"/>
                    <a:pt x="5951" y="2601"/>
                    <a:pt x="5928" y="2521"/>
                  </a:cubicBezTo>
                  <a:lnTo>
                    <a:pt x="5928" y="2521"/>
                  </a:lnTo>
                  <a:cubicBezTo>
                    <a:pt x="5911" y="2446"/>
                    <a:pt x="5922" y="2365"/>
                    <a:pt x="5974" y="2302"/>
                  </a:cubicBezTo>
                  <a:lnTo>
                    <a:pt x="6130" y="2083"/>
                  </a:lnTo>
                  <a:cubicBezTo>
                    <a:pt x="6187" y="2009"/>
                    <a:pt x="6204" y="1899"/>
                    <a:pt x="6153" y="1813"/>
                  </a:cubicBezTo>
                  <a:cubicBezTo>
                    <a:pt x="6089" y="1681"/>
                    <a:pt x="6014" y="1560"/>
                    <a:pt x="5945" y="1445"/>
                  </a:cubicBezTo>
                  <a:cubicBezTo>
                    <a:pt x="5888" y="1364"/>
                    <a:pt x="5796" y="1312"/>
                    <a:pt x="5692" y="1330"/>
                  </a:cubicBezTo>
                  <a:lnTo>
                    <a:pt x="5427" y="1358"/>
                  </a:lnTo>
                  <a:cubicBezTo>
                    <a:pt x="5347" y="1364"/>
                    <a:pt x="5266" y="1335"/>
                    <a:pt x="5209" y="1278"/>
                  </a:cubicBezTo>
                  <a:lnTo>
                    <a:pt x="5209" y="1278"/>
                  </a:lnTo>
                  <a:cubicBezTo>
                    <a:pt x="5151" y="1220"/>
                    <a:pt x="5122" y="1145"/>
                    <a:pt x="5134" y="1065"/>
                  </a:cubicBezTo>
                  <a:lnTo>
                    <a:pt x="5163" y="800"/>
                  </a:lnTo>
                  <a:cubicBezTo>
                    <a:pt x="5174" y="696"/>
                    <a:pt x="5122" y="604"/>
                    <a:pt x="5048" y="547"/>
                  </a:cubicBezTo>
                  <a:cubicBezTo>
                    <a:pt x="4927" y="466"/>
                    <a:pt x="4806" y="397"/>
                    <a:pt x="4679" y="340"/>
                  </a:cubicBezTo>
                  <a:cubicBezTo>
                    <a:pt x="4593" y="294"/>
                    <a:pt x="4484" y="299"/>
                    <a:pt x="4403" y="357"/>
                  </a:cubicBezTo>
                  <a:lnTo>
                    <a:pt x="4190" y="518"/>
                  </a:lnTo>
                  <a:cubicBezTo>
                    <a:pt x="4127" y="570"/>
                    <a:pt x="4046" y="581"/>
                    <a:pt x="3966" y="558"/>
                  </a:cubicBezTo>
                  <a:lnTo>
                    <a:pt x="3966" y="558"/>
                  </a:lnTo>
                  <a:cubicBezTo>
                    <a:pt x="3885" y="535"/>
                    <a:pt x="3822" y="489"/>
                    <a:pt x="3793" y="409"/>
                  </a:cubicBezTo>
                  <a:lnTo>
                    <a:pt x="3684" y="167"/>
                  </a:lnTo>
                  <a:cubicBezTo>
                    <a:pt x="3649" y="81"/>
                    <a:pt x="3563" y="12"/>
                    <a:pt x="3459" y="6"/>
                  </a:cubicBezTo>
                  <a:cubicBezTo>
                    <a:pt x="3390" y="0"/>
                    <a:pt x="3315" y="0"/>
                    <a:pt x="3246" y="0"/>
                  </a:cubicBezTo>
                  <a:cubicBezTo>
                    <a:pt x="3172" y="0"/>
                    <a:pt x="3103" y="0"/>
                    <a:pt x="3028" y="6"/>
                  </a:cubicBezTo>
                  <a:cubicBezTo>
                    <a:pt x="2930" y="12"/>
                    <a:pt x="2849" y="69"/>
                    <a:pt x="2809" y="167"/>
                  </a:cubicBezTo>
                  <a:lnTo>
                    <a:pt x="2700" y="409"/>
                  </a:lnTo>
                  <a:cubicBezTo>
                    <a:pt x="2671" y="484"/>
                    <a:pt x="2608" y="541"/>
                    <a:pt x="2527" y="558"/>
                  </a:cubicBezTo>
                  <a:lnTo>
                    <a:pt x="2527" y="558"/>
                  </a:lnTo>
                  <a:cubicBezTo>
                    <a:pt x="2446" y="581"/>
                    <a:pt x="2366" y="570"/>
                    <a:pt x="2303" y="518"/>
                  </a:cubicBezTo>
                  <a:lnTo>
                    <a:pt x="2090" y="357"/>
                  </a:lnTo>
                  <a:cubicBezTo>
                    <a:pt x="2009" y="299"/>
                    <a:pt x="1900" y="288"/>
                    <a:pt x="1813" y="340"/>
                  </a:cubicBezTo>
                  <a:cubicBezTo>
                    <a:pt x="1687" y="403"/>
                    <a:pt x="1560" y="472"/>
                    <a:pt x="1445" y="547"/>
                  </a:cubicBezTo>
                  <a:cubicBezTo>
                    <a:pt x="1370" y="604"/>
                    <a:pt x="1319" y="696"/>
                    <a:pt x="1330" y="800"/>
                  </a:cubicBezTo>
                  <a:lnTo>
                    <a:pt x="1359" y="1065"/>
                  </a:lnTo>
                  <a:cubicBezTo>
                    <a:pt x="1370" y="1145"/>
                    <a:pt x="1342" y="1220"/>
                    <a:pt x="1284" y="1278"/>
                  </a:cubicBezTo>
                  <a:lnTo>
                    <a:pt x="1284" y="1278"/>
                  </a:lnTo>
                  <a:cubicBezTo>
                    <a:pt x="1226" y="1335"/>
                    <a:pt x="1146" y="1364"/>
                    <a:pt x="1065" y="1358"/>
                  </a:cubicBezTo>
                  <a:lnTo>
                    <a:pt x="801" y="1330"/>
                  </a:lnTo>
                  <a:cubicBezTo>
                    <a:pt x="697" y="1318"/>
                    <a:pt x="605" y="1364"/>
                    <a:pt x="547" y="1445"/>
                  </a:cubicBezTo>
                  <a:cubicBezTo>
                    <a:pt x="467" y="1560"/>
                    <a:pt x="398" y="1681"/>
                    <a:pt x="340" y="1813"/>
                  </a:cubicBezTo>
                  <a:cubicBezTo>
                    <a:pt x="294" y="1899"/>
                    <a:pt x="306" y="2003"/>
                    <a:pt x="363" y="2083"/>
                  </a:cubicBezTo>
                  <a:lnTo>
                    <a:pt x="519" y="2302"/>
                  </a:lnTo>
                  <a:cubicBezTo>
                    <a:pt x="570" y="2365"/>
                    <a:pt x="582" y="2446"/>
                    <a:pt x="565" y="2521"/>
                  </a:cubicBezTo>
                  <a:lnTo>
                    <a:pt x="565" y="2521"/>
                  </a:lnTo>
                  <a:cubicBezTo>
                    <a:pt x="542" y="2601"/>
                    <a:pt x="490" y="2665"/>
                    <a:pt x="409" y="2693"/>
                  </a:cubicBezTo>
                  <a:lnTo>
                    <a:pt x="168" y="2803"/>
                  </a:lnTo>
                  <a:cubicBezTo>
                    <a:pt x="81" y="2837"/>
                    <a:pt x="18" y="2924"/>
                    <a:pt x="6" y="3027"/>
                  </a:cubicBezTo>
                  <a:cubicBezTo>
                    <a:pt x="1" y="3102"/>
                    <a:pt x="1" y="3171"/>
                    <a:pt x="1" y="3246"/>
                  </a:cubicBezTo>
                  <a:cubicBezTo>
                    <a:pt x="1" y="3315"/>
                    <a:pt x="1" y="3390"/>
                    <a:pt x="6" y="3459"/>
                  </a:cubicBezTo>
                  <a:cubicBezTo>
                    <a:pt x="18" y="3557"/>
                    <a:pt x="75" y="3637"/>
                    <a:pt x="168" y="3683"/>
                  </a:cubicBezTo>
                  <a:lnTo>
                    <a:pt x="409" y="3793"/>
                  </a:lnTo>
                  <a:cubicBezTo>
                    <a:pt x="484" y="3821"/>
                    <a:pt x="542" y="3885"/>
                    <a:pt x="565" y="3965"/>
                  </a:cubicBezTo>
                  <a:lnTo>
                    <a:pt x="565" y="3965"/>
                  </a:lnTo>
                  <a:cubicBezTo>
                    <a:pt x="582" y="4040"/>
                    <a:pt x="570" y="4121"/>
                    <a:pt x="519" y="4184"/>
                  </a:cubicBezTo>
                  <a:lnTo>
                    <a:pt x="363" y="4403"/>
                  </a:lnTo>
                  <a:cubicBezTo>
                    <a:pt x="306" y="4483"/>
                    <a:pt x="288" y="4587"/>
                    <a:pt x="340" y="4673"/>
                  </a:cubicBezTo>
                  <a:cubicBezTo>
                    <a:pt x="404" y="4805"/>
                    <a:pt x="478" y="4926"/>
                    <a:pt x="547" y="5041"/>
                  </a:cubicBezTo>
                  <a:cubicBezTo>
                    <a:pt x="605" y="5122"/>
                    <a:pt x="697" y="5174"/>
                    <a:pt x="801" y="5156"/>
                  </a:cubicBezTo>
                  <a:lnTo>
                    <a:pt x="1065" y="5128"/>
                  </a:lnTo>
                  <a:cubicBezTo>
                    <a:pt x="1146" y="5122"/>
                    <a:pt x="1226" y="5151"/>
                    <a:pt x="1284" y="5208"/>
                  </a:cubicBezTo>
                  <a:lnTo>
                    <a:pt x="1284" y="5208"/>
                  </a:lnTo>
                  <a:cubicBezTo>
                    <a:pt x="1342" y="5266"/>
                    <a:pt x="1370" y="5346"/>
                    <a:pt x="1359" y="5421"/>
                  </a:cubicBezTo>
                  <a:lnTo>
                    <a:pt x="1330" y="5692"/>
                  </a:lnTo>
                  <a:cubicBezTo>
                    <a:pt x="1319" y="5789"/>
                    <a:pt x="1370" y="5882"/>
                    <a:pt x="1445" y="5939"/>
                  </a:cubicBezTo>
                  <a:cubicBezTo>
                    <a:pt x="1560" y="6020"/>
                    <a:pt x="1687" y="6094"/>
                    <a:pt x="1813" y="6152"/>
                  </a:cubicBezTo>
                  <a:cubicBezTo>
                    <a:pt x="1900" y="6192"/>
                    <a:pt x="2009" y="6187"/>
                    <a:pt x="2090" y="6129"/>
                  </a:cubicBezTo>
                  <a:lnTo>
                    <a:pt x="2303" y="5968"/>
                  </a:lnTo>
                  <a:cubicBezTo>
                    <a:pt x="2366" y="5922"/>
                    <a:pt x="2446" y="5905"/>
                    <a:pt x="2527" y="5928"/>
                  </a:cubicBezTo>
                  <a:lnTo>
                    <a:pt x="2527" y="5928"/>
                  </a:lnTo>
                  <a:cubicBezTo>
                    <a:pt x="2608" y="5951"/>
                    <a:pt x="2671" y="5997"/>
                    <a:pt x="2700" y="6077"/>
                  </a:cubicBezTo>
                  <a:lnTo>
                    <a:pt x="2809" y="6325"/>
                  </a:lnTo>
                  <a:cubicBezTo>
                    <a:pt x="2844" y="6411"/>
                    <a:pt x="2930" y="6474"/>
                    <a:pt x="3028" y="6480"/>
                  </a:cubicBezTo>
                  <a:cubicBezTo>
                    <a:pt x="3103" y="6486"/>
                    <a:pt x="3172" y="6486"/>
                    <a:pt x="3246" y="6486"/>
                  </a:cubicBezTo>
                  <a:cubicBezTo>
                    <a:pt x="3315" y="6486"/>
                    <a:pt x="3390" y="6486"/>
                    <a:pt x="3459" y="6480"/>
                  </a:cubicBezTo>
                  <a:cubicBezTo>
                    <a:pt x="3563" y="6474"/>
                    <a:pt x="3643" y="6417"/>
                    <a:pt x="3684" y="6325"/>
                  </a:cubicBezTo>
                  <a:lnTo>
                    <a:pt x="3793" y="6077"/>
                  </a:lnTo>
                  <a:cubicBezTo>
                    <a:pt x="3822" y="6008"/>
                    <a:pt x="3885" y="5951"/>
                    <a:pt x="3966" y="5928"/>
                  </a:cubicBezTo>
                  <a:lnTo>
                    <a:pt x="3966" y="5928"/>
                  </a:lnTo>
                  <a:cubicBezTo>
                    <a:pt x="4046" y="5905"/>
                    <a:pt x="4121" y="5922"/>
                    <a:pt x="4190" y="5968"/>
                  </a:cubicBezTo>
                  <a:lnTo>
                    <a:pt x="4403" y="6129"/>
                  </a:lnTo>
                  <a:cubicBezTo>
                    <a:pt x="4484" y="6187"/>
                    <a:pt x="4593" y="6198"/>
                    <a:pt x="4679" y="6152"/>
                  </a:cubicBezTo>
                  <a:cubicBezTo>
                    <a:pt x="4806" y="6083"/>
                    <a:pt x="4927" y="6014"/>
                    <a:pt x="5048" y="5939"/>
                  </a:cubicBezTo>
                  <a:cubicBezTo>
                    <a:pt x="5122" y="5882"/>
                    <a:pt x="5174" y="5789"/>
                    <a:pt x="5163" y="5692"/>
                  </a:cubicBezTo>
                  <a:lnTo>
                    <a:pt x="5134" y="5421"/>
                  </a:lnTo>
                  <a:cubicBezTo>
                    <a:pt x="5122" y="5346"/>
                    <a:pt x="5151" y="5266"/>
                    <a:pt x="5209" y="5208"/>
                  </a:cubicBezTo>
                  <a:lnTo>
                    <a:pt x="5209" y="5208"/>
                  </a:lnTo>
                  <a:cubicBezTo>
                    <a:pt x="5266" y="5151"/>
                    <a:pt x="5347" y="5122"/>
                    <a:pt x="5427" y="5128"/>
                  </a:cubicBezTo>
                  <a:lnTo>
                    <a:pt x="5692" y="5156"/>
                  </a:lnTo>
                  <a:cubicBezTo>
                    <a:pt x="5796" y="5174"/>
                    <a:pt x="5888" y="5122"/>
                    <a:pt x="5945" y="5041"/>
                  </a:cubicBezTo>
                  <a:cubicBezTo>
                    <a:pt x="6026" y="4926"/>
                    <a:pt x="6095" y="4805"/>
                    <a:pt x="6153" y="4673"/>
                  </a:cubicBezTo>
                  <a:cubicBezTo>
                    <a:pt x="6199" y="4587"/>
                    <a:pt x="6187" y="4483"/>
                    <a:pt x="6130" y="4403"/>
                  </a:cubicBezTo>
                  <a:lnTo>
                    <a:pt x="5974" y="4184"/>
                  </a:lnTo>
                  <a:cubicBezTo>
                    <a:pt x="5922" y="4121"/>
                    <a:pt x="5911" y="4040"/>
                    <a:pt x="5928" y="3965"/>
                  </a:cubicBezTo>
                  <a:lnTo>
                    <a:pt x="5928" y="3965"/>
                  </a:lnTo>
                  <a:cubicBezTo>
                    <a:pt x="5951" y="3885"/>
                    <a:pt x="6003" y="3821"/>
                    <a:pt x="6084" y="3793"/>
                  </a:cubicBezTo>
                  <a:lnTo>
                    <a:pt x="6325" y="3683"/>
                  </a:lnTo>
                  <a:cubicBezTo>
                    <a:pt x="6412" y="3649"/>
                    <a:pt x="6475" y="3562"/>
                    <a:pt x="6486" y="3459"/>
                  </a:cubicBezTo>
                  <a:cubicBezTo>
                    <a:pt x="6492" y="3390"/>
                    <a:pt x="6492" y="3315"/>
                    <a:pt x="6492" y="3246"/>
                  </a:cubicBezTo>
                  <a:cubicBezTo>
                    <a:pt x="6492" y="3171"/>
                    <a:pt x="6486" y="3102"/>
                    <a:pt x="6486" y="3027"/>
                  </a:cubicBezTo>
                  <a:close/>
                  <a:moveTo>
                    <a:pt x="3246" y="4368"/>
                  </a:moveTo>
                  <a:cubicBezTo>
                    <a:pt x="2625" y="4368"/>
                    <a:pt x="2124" y="3862"/>
                    <a:pt x="2124" y="3246"/>
                  </a:cubicBezTo>
                  <a:cubicBezTo>
                    <a:pt x="2124" y="2624"/>
                    <a:pt x="2625" y="2124"/>
                    <a:pt x="3246" y="2124"/>
                  </a:cubicBezTo>
                  <a:cubicBezTo>
                    <a:pt x="3868" y="2124"/>
                    <a:pt x="4369" y="2624"/>
                    <a:pt x="4369" y="3246"/>
                  </a:cubicBezTo>
                  <a:cubicBezTo>
                    <a:pt x="4369" y="3862"/>
                    <a:pt x="3868" y="4368"/>
                    <a:pt x="3246" y="4368"/>
                  </a:cubicBezTo>
                  <a:close/>
                </a:path>
              </a:pathLst>
            </a:custGeom>
            <a:solidFill>
              <a:srgbClr val="134F5C">
                <a:alpha val="56600"/>
              </a:srgbClr>
            </a:solidFill>
            <a:ln w="19050" cap="flat" cmpd="sng">
              <a:solidFill>
                <a:schemeClr val="lt2"/>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4" name="Google Shape;494;p36">
              <a:extLst>
                <a:ext uri="{FF2B5EF4-FFF2-40B4-BE49-F238E27FC236}">
                  <a16:creationId xmlns:a16="http://schemas.microsoft.com/office/drawing/2014/main" id="{C964F22C-BE43-E17D-F72C-FC3F9457E7B1}"/>
                </a:ext>
              </a:extLst>
            </p:cNvPr>
            <p:cNvGrpSpPr/>
            <p:nvPr/>
          </p:nvGrpSpPr>
          <p:grpSpPr>
            <a:xfrm>
              <a:off x="7261919" y="2979030"/>
              <a:ext cx="842315" cy="841757"/>
              <a:chOff x="7273478" y="2705981"/>
              <a:chExt cx="1055136" cy="1054437"/>
            </a:xfrm>
          </p:grpSpPr>
          <p:sp>
            <p:nvSpPr>
              <p:cNvPr id="495" name="Google Shape;495;p36">
                <a:extLst>
                  <a:ext uri="{FF2B5EF4-FFF2-40B4-BE49-F238E27FC236}">
                    <a16:creationId xmlns:a16="http://schemas.microsoft.com/office/drawing/2014/main" id="{C9C2EC9D-D98A-EA8C-5BED-4ED60B11BB26}"/>
                  </a:ext>
                </a:extLst>
              </p:cNvPr>
              <p:cNvSpPr/>
              <p:nvPr/>
            </p:nvSpPr>
            <p:spPr>
              <a:xfrm>
                <a:off x="7363723" y="2795527"/>
                <a:ext cx="874273" cy="874273"/>
              </a:xfrm>
              <a:custGeom>
                <a:avLst/>
                <a:gdLst/>
                <a:ahLst/>
                <a:cxnLst/>
                <a:rect l="l" t="t" r="r" b="b"/>
                <a:pathLst>
                  <a:path w="13767" h="13767" extrusionOk="0">
                    <a:moveTo>
                      <a:pt x="13766" y="6884"/>
                    </a:moveTo>
                    <a:cubicBezTo>
                      <a:pt x="13766" y="10687"/>
                      <a:pt x="10682" y="13766"/>
                      <a:pt x="6883" y="13766"/>
                    </a:cubicBezTo>
                    <a:cubicBezTo>
                      <a:pt x="3080" y="13766"/>
                      <a:pt x="1" y="10687"/>
                      <a:pt x="1" y="6884"/>
                    </a:cubicBezTo>
                    <a:cubicBezTo>
                      <a:pt x="1" y="3080"/>
                      <a:pt x="3080" y="1"/>
                      <a:pt x="6883" y="1"/>
                    </a:cubicBezTo>
                    <a:cubicBezTo>
                      <a:pt x="10682" y="1"/>
                      <a:pt x="13766" y="3080"/>
                      <a:pt x="13766" y="6884"/>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6">
                <a:extLst>
                  <a:ext uri="{FF2B5EF4-FFF2-40B4-BE49-F238E27FC236}">
                    <a16:creationId xmlns:a16="http://schemas.microsoft.com/office/drawing/2014/main" id="{53CF41DD-8CB7-451B-15E0-C9243EB97AA2}"/>
                  </a:ext>
                </a:extLst>
              </p:cNvPr>
              <p:cNvSpPr/>
              <p:nvPr/>
            </p:nvSpPr>
            <p:spPr>
              <a:xfrm>
                <a:off x="7273478" y="2705981"/>
                <a:ext cx="1055136" cy="1054437"/>
              </a:xfrm>
              <a:custGeom>
                <a:avLst/>
                <a:gdLst/>
                <a:ahLst/>
                <a:cxnLst/>
                <a:rect l="l" t="t" r="r" b="b"/>
                <a:pathLst>
                  <a:path w="16615" h="16604" extrusionOk="0">
                    <a:moveTo>
                      <a:pt x="8304" y="16604"/>
                    </a:moveTo>
                    <a:cubicBezTo>
                      <a:pt x="3724" y="16604"/>
                      <a:pt x="0" y="12874"/>
                      <a:pt x="0" y="8299"/>
                    </a:cubicBezTo>
                    <a:cubicBezTo>
                      <a:pt x="0" y="3718"/>
                      <a:pt x="3729" y="1"/>
                      <a:pt x="8304" y="1"/>
                    </a:cubicBezTo>
                    <a:cubicBezTo>
                      <a:pt x="12880" y="1"/>
                      <a:pt x="16603" y="3724"/>
                      <a:pt x="16603" y="8299"/>
                    </a:cubicBezTo>
                    <a:cubicBezTo>
                      <a:pt x="16614" y="12874"/>
                      <a:pt x="12885" y="16604"/>
                      <a:pt x="8304" y="16604"/>
                    </a:cubicBezTo>
                    <a:close/>
                    <a:moveTo>
                      <a:pt x="8304" y="99"/>
                    </a:moveTo>
                    <a:cubicBezTo>
                      <a:pt x="3787" y="99"/>
                      <a:pt x="110" y="3776"/>
                      <a:pt x="110" y="8294"/>
                    </a:cubicBezTo>
                    <a:cubicBezTo>
                      <a:pt x="110" y="12811"/>
                      <a:pt x="3787" y="16488"/>
                      <a:pt x="8304" y="16488"/>
                    </a:cubicBezTo>
                    <a:cubicBezTo>
                      <a:pt x="12822" y="16488"/>
                      <a:pt x="16499" y="12811"/>
                      <a:pt x="16499" y="8294"/>
                    </a:cubicBezTo>
                    <a:cubicBezTo>
                      <a:pt x="16499" y="3776"/>
                      <a:pt x="12822" y="99"/>
                      <a:pt x="8304" y="99"/>
                    </a:cubicBezTo>
                    <a:close/>
                  </a:path>
                </a:pathLst>
              </a:custGeom>
              <a:solidFill>
                <a:srgbClr val="134F5C">
                  <a:alpha val="56600"/>
                </a:srgb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6">
                <a:extLst>
                  <a:ext uri="{FF2B5EF4-FFF2-40B4-BE49-F238E27FC236}">
                    <a16:creationId xmlns:a16="http://schemas.microsoft.com/office/drawing/2014/main" id="{F4CE08DA-0397-D681-3683-3D79EE64B246}"/>
                  </a:ext>
                </a:extLst>
              </p:cNvPr>
              <p:cNvSpPr/>
              <p:nvPr/>
            </p:nvSpPr>
            <p:spPr>
              <a:xfrm>
                <a:off x="7594909" y="3046603"/>
                <a:ext cx="412274" cy="411957"/>
              </a:xfrm>
              <a:custGeom>
                <a:avLst/>
                <a:gdLst/>
                <a:ahLst/>
                <a:cxnLst/>
                <a:rect l="l" t="t" r="r" b="b"/>
                <a:pathLst>
                  <a:path w="6492" h="6487" fill="none" extrusionOk="0">
                    <a:moveTo>
                      <a:pt x="6486" y="3028"/>
                    </a:moveTo>
                    <a:cubicBezTo>
                      <a:pt x="6475" y="2930"/>
                      <a:pt x="6417" y="2844"/>
                      <a:pt x="6325" y="2804"/>
                    </a:cubicBezTo>
                    <a:lnTo>
                      <a:pt x="6083" y="2700"/>
                    </a:lnTo>
                    <a:cubicBezTo>
                      <a:pt x="6009" y="2671"/>
                      <a:pt x="5951" y="2602"/>
                      <a:pt x="5928" y="2527"/>
                    </a:cubicBezTo>
                    <a:lnTo>
                      <a:pt x="5928" y="2527"/>
                    </a:lnTo>
                    <a:cubicBezTo>
                      <a:pt x="5911" y="2447"/>
                      <a:pt x="5922" y="2366"/>
                      <a:pt x="5974" y="2303"/>
                    </a:cubicBezTo>
                    <a:lnTo>
                      <a:pt x="6129" y="2084"/>
                    </a:lnTo>
                    <a:cubicBezTo>
                      <a:pt x="6187" y="2004"/>
                      <a:pt x="6204" y="1900"/>
                      <a:pt x="6152" y="1814"/>
                    </a:cubicBezTo>
                    <a:cubicBezTo>
                      <a:pt x="6089" y="1681"/>
                      <a:pt x="6014" y="1561"/>
                      <a:pt x="5945" y="1445"/>
                    </a:cubicBezTo>
                    <a:cubicBezTo>
                      <a:pt x="5888" y="1365"/>
                      <a:pt x="5796" y="1313"/>
                      <a:pt x="5692" y="1330"/>
                    </a:cubicBezTo>
                    <a:lnTo>
                      <a:pt x="5427" y="1359"/>
                    </a:lnTo>
                    <a:cubicBezTo>
                      <a:pt x="5347" y="1365"/>
                      <a:pt x="5266" y="1336"/>
                      <a:pt x="5209" y="1279"/>
                    </a:cubicBezTo>
                    <a:lnTo>
                      <a:pt x="5209" y="1279"/>
                    </a:lnTo>
                    <a:cubicBezTo>
                      <a:pt x="5151" y="1221"/>
                      <a:pt x="5122" y="1140"/>
                      <a:pt x="5128" y="1066"/>
                    </a:cubicBezTo>
                    <a:lnTo>
                      <a:pt x="5157" y="795"/>
                    </a:lnTo>
                    <a:cubicBezTo>
                      <a:pt x="5174" y="697"/>
                      <a:pt x="5122" y="605"/>
                      <a:pt x="5042" y="548"/>
                    </a:cubicBezTo>
                    <a:cubicBezTo>
                      <a:pt x="4927" y="467"/>
                      <a:pt x="4806" y="392"/>
                      <a:pt x="4679" y="335"/>
                    </a:cubicBezTo>
                    <a:cubicBezTo>
                      <a:pt x="4593" y="294"/>
                      <a:pt x="4483" y="300"/>
                      <a:pt x="4403" y="358"/>
                    </a:cubicBezTo>
                    <a:lnTo>
                      <a:pt x="4190" y="519"/>
                    </a:lnTo>
                    <a:cubicBezTo>
                      <a:pt x="4121" y="565"/>
                      <a:pt x="4046" y="582"/>
                      <a:pt x="3966" y="559"/>
                    </a:cubicBezTo>
                    <a:lnTo>
                      <a:pt x="3966" y="559"/>
                    </a:lnTo>
                    <a:cubicBezTo>
                      <a:pt x="3885" y="536"/>
                      <a:pt x="3822" y="490"/>
                      <a:pt x="3793" y="410"/>
                    </a:cubicBezTo>
                    <a:lnTo>
                      <a:pt x="3684" y="162"/>
                    </a:lnTo>
                    <a:cubicBezTo>
                      <a:pt x="3649" y="76"/>
                      <a:pt x="3563" y="13"/>
                      <a:pt x="3459" y="7"/>
                    </a:cubicBezTo>
                    <a:cubicBezTo>
                      <a:pt x="3390" y="1"/>
                      <a:pt x="3315" y="1"/>
                      <a:pt x="3246" y="1"/>
                    </a:cubicBezTo>
                    <a:cubicBezTo>
                      <a:pt x="3171" y="1"/>
                      <a:pt x="3102" y="1"/>
                      <a:pt x="3028" y="7"/>
                    </a:cubicBezTo>
                    <a:cubicBezTo>
                      <a:pt x="2930" y="13"/>
                      <a:pt x="2849" y="70"/>
                      <a:pt x="2809" y="162"/>
                    </a:cubicBezTo>
                    <a:lnTo>
                      <a:pt x="2699" y="410"/>
                    </a:lnTo>
                    <a:cubicBezTo>
                      <a:pt x="2665" y="479"/>
                      <a:pt x="2607" y="536"/>
                      <a:pt x="2527" y="559"/>
                    </a:cubicBezTo>
                    <a:lnTo>
                      <a:pt x="2527" y="559"/>
                    </a:lnTo>
                    <a:cubicBezTo>
                      <a:pt x="2446" y="582"/>
                      <a:pt x="2366" y="565"/>
                      <a:pt x="2302" y="519"/>
                    </a:cubicBezTo>
                    <a:lnTo>
                      <a:pt x="2089" y="358"/>
                    </a:lnTo>
                    <a:cubicBezTo>
                      <a:pt x="2009" y="300"/>
                      <a:pt x="1900" y="289"/>
                      <a:pt x="1813" y="335"/>
                    </a:cubicBezTo>
                    <a:cubicBezTo>
                      <a:pt x="1687" y="404"/>
                      <a:pt x="1560" y="473"/>
                      <a:pt x="1445" y="548"/>
                    </a:cubicBezTo>
                    <a:cubicBezTo>
                      <a:pt x="1370" y="605"/>
                      <a:pt x="1318" y="697"/>
                      <a:pt x="1330" y="795"/>
                    </a:cubicBezTo>
                    <a:lnTo>
                      <a:pt x="1359" y="1066"/>
                    </a:lnTo>
                    <a:cubicBezTo>
                      <a:pt x="1370" y="1140"/>
                      <a:pt x="1341" y="1221"/>
                      <a:pt x="1284" y="1279"/>
                    </a:cubicBezTo>
                    <a:lnTo>
                      <a:pt x="1284" y="1279"/>
                    </a:lnTo>
                    <a:cubicBezTo>
                      <a:pt x="1226" y="1336"/>
                      <a:pt x="1146" y="1365"/>
                      <a:pt x="1065" y="1359"/>
                    </a:cubicBezTo>
                    <a:lnTo>
                      <a:pt x="800" y="1330"/>
                    </a:lnTo>
                    <a:cubicBezTo>
                      <a:pt x="697" y="1313"/>
                      <a:pt x="605" y="1365"/>
                      <a:pt x="547" y="1445"/>
                    </a:cubicBezTo>
                    <a:cubicBezTo>
                      <a:pt x="467" y="1561"/>
                      <a:pt x="398" y="1681"/>
                      <a:pt x="340" y="1814"/>
                    </a:cubicBezTo>
                    <a:cubicBezTo>
                      <a:pt x="294" y="1900"/>
                      <a:pt x="305" y="2004"/>
                      <a:pt x="363" y="2084"/>
                    </a:cubicBezTo>
                    <a:lnTo>
                      <a:pt x="518" y="2303"/>
                    </a:lnTo>
                    <a:cubicBezTo>
                      <a:pt x="570" y="2366"/>
                      <a:pt x="582" y="2447"/>
                      <a:pt x="564" y="2527"/>
                    </a:cubicBezTo>
                    <a:lnTo>
                      <a:pt x="564" y="2527"/>
                    </a:lnTo>
                    <a:cubicBezTo>
                      <a:pt x="541" y="2602"/>
                      <a:pt x="490" y="2671"/>
                      <a:pt x="409" y="2700"/>
                    </a:cubicBezTo>
                    <a:lnTo>
                      <a:pt x="167" y="2804"/>
                    </a:lnTo>
                    <a:cubicBezTo>
                      <a:pt x="81" y="2844"/>
                      <a:pt x="18" y="2924"/>
                      <a:pt x="6" y="3028"/>
                    </a:cubicBezTo>
                    <a:cubicBezTo>
                      <a:pt x="0" y="3103"/>
                      <a:pt x="0" y="3172"/>
                      <a:pt x="0" y="3247"/>
                    </a:cubicBezTo>
                    <a:cubicBezTo>
                      <a:pt x="0" y="3316"/>
                      <a:pt x="0" y="3391"/>
                      <a:pt x="6" y="3460"/>
                    </a:cubicBezTo>
                    <a:cubicBezTo>
                      <a:pt x="18" y="3563"/>
                      <a:pt x="75" y="3650"/>
                      <a:pt x="167" y="3684"/>
                    </a:cubicBezTo>
                    <a:lnTo>
                      <a:pt x="409" y="3793"/>
                    </a:lnTo>
                    <a:cubicBezTo>
                      <a:pt x="484" y="3828"/>
                      <a:pt x="541" y="3886"/>
                      <a:pt x="564" y="3966"/>
                    </a:cubicBezTo>
                    <a:lnTo>
                      <a:pt x="564" y="3966"/>
                    </a:lnTo>
                    <a:cubicBezTo>
                      <a:pt x="582" y="4041"/>
                      <a:pt x="570" y="4121"/>
                      <a:pt x="518" y="4185"/>
                    </a:cubicBezTo>
                    <a:lnTo>
                      <a:pt x="363" y="4403"/>
                    </a:lnTo>
                    <a:cubicBezTo>
                      <a:pt x="305" y="4484"/>
                      <a:pt x="288" y="4588"/>
                      <a:pt x="340" y="4674"/>
                    </a:cubicBezTo>
                    <a:cubicBezTo>
                      <a:pt x="403" y="4806"/>
                      <a:pt x="478" y="4927"/>
                      <a:pt x="547" y="5042"/>
                    </a:cubicBezTo>
                    <a:cubicBezTo>
                      <a:pt x="605" y="5123"/>
                      <a:pt x="697" y="5175"/>
                      <a:pt x="800" y="5157"/>
                    </a:cubicBezTo>
                    <a:lnTo>
                      <a:pt x="1065" y="5129"/>
                    </a:lnTo>
                    <a:cubicBezTo>
                      <a:pt x="1146" y="5123"/>
                      <a:pt x="1226" y="5152"/>
                      <a:pt x="1284" y="5209"/>
                    </a:cubicBezTo>
                    <a:lnTo>
                      <a:pt x="1284" y="5209"/>
                    </a:lnTo>
                    <a:cubicBezTo>
                      <a:pt x="1341" y="5267"/>
                      <a:pt x="1370" y="5347"/>
                      <a:pt x="1359" y="5422"/>
                    </a:cubicBezTo>
                    <a:lnTo>
                      <a:pt x="1330" y="5693"/>
                    </a:lnTo>
                    <a:cubicBezTo>
                      <a:pt x="1318" y="5790"/>
                      <a:pt x="1370" y="5882"/>
                      <a:pt x="1445" y="5940"/>
                    </a:cubicBezTo>
                    <a:cubicBezTo>
                      <a:pt x="1560" y="6021"/>
                      <a:pt x="1687" y="6095"/>
                      <a:pt x="1813" y="6153"/>
                    </a:cubicBezTo>
                    <a:cubicBezTo>
                      <a:pt x="1900" y="6193"/>
                      <a:pt x="2009" y="6187"/>
                      <a:pt x="2089" y="6130"/>
                    </a:cubicBezTo>
                    <a:lnTo>
                      <a:pt x="2302" y="5969"/>
                    </a:lnTo>
                    <a:cubicBezTo>
                      <a:pt x="2366" y="5923"/>
                      <a:pt x="2446" y="5905"/>
                      <a:pt x="2527" y="5928"/>
                    </a:cubicBezTo>
                    <a:lnTo>
                      <a:pt x="2527" y="5928"/>
                    </a:lnTo>
                    <a:cubicBezTo>
                      <a:pt x="2607" y="5951"/>
                      <a:pt x="2671" y="5998"/>
                      <a:pt x="2699" y="6078"/>
                    </a:cubicBezTo>
                    <a:lnTo>
                      <a:pt x="2809" y="6326"/>
                    </a:lnTo>
                    <a:cubicBezTo>
                      <a:pt x="2843" y="6412"/>
                      <a:pt x="2930" y="6475"/>
                      <a:pt x="3028" y="6481"/>
                    </a:cubicBezTo>
                    <a:cubicBezTo>
                      <a:pt x="3102" y="6487"/>
                      <a:pt x="3171" y="6487"/>
                      <a:pt x="3246" y="6487"/>
                    </a:cubicBezTo>
                    <a:cubicBezTo>
                      <a:pt x="3315" y="6487"/>
                      <a:pt x="3390" y="6487"/>
                      <a:pt x="3459" y="6481"/>
                    </a:cubicBezTo>
                    <a:cubicBezTo>
                      <a:pt x="3563" y="6475"/>
                      <a:pt x="3649" y="6418"/>
                      <a:pt x="3684" y="6326"/>
                    </a:cubicBezTo>
                    <a:lnTo>
                      <a:pt x="3793" y="6078"/>
                    </a:lnTo>
                    <a:cubicBezTo>
                      <a:pt x="3827" y="6009"/>
                      <a:pt x="3885" y="5951"/>
                      <a:pt x="3966" y="5928"/>
                    </a:cubicBezTo>
                    <a:lnTo>
                      <a:pt x="3966" y="5928"/>
                    </a:lnTo>
                    <a:cubicBezTo>
                      <a:pt x="4046" y="5905"/>
                      <a:pt x="4121" y="5923"/>
                      <a:pt x="4190" y="5969"/>
                    </a:cubicBezTo>
                    <a:lnTo>
                      <a:pt x="4403" y="6130"/>
                    </a:lnTo>
                    <a:cubicBezTo>
                      <a:pt x="4483" y="6187"/>
                      <a:pt x="4593" y="6199"/>
                      <a:pt x="4679" y="6153"/>
                    </a:cubicBezTo>
                    <a:cubicBezTo>
                      <a:pt x="4806" y="6084"/>
                      <a:pt x="4927" y="6015"/>
                      <a:pt x="5042" y="5940"/>
                    </a:cubicBezTo>
                    <a:cubicBezTo>
                      <a:pt x="5122" y="5882"/>
                      <a:pt x="5174" y="5790"/>
                      <a:pt x="5157" y="5693"/>
                    </a:cubicBezTo>
                    <a:lnTo>
                      <a:pt x="5128" y="5422"/>
                    </a:lnTo>
                    <a:cubicBezTo>
                      <a:pt x="5122" y="5347"/>
                      <a:pt x="5151" y="5267"/>
                      <a:pt x="5209" y="5209"/>
                    </a:cubicBezTo>
                    <a:lnTo>
                      <a:pt x="5209" y="5209"/>
                    </a:lnTo>
                    <a:cubicBezTo>
                      <a:pt x="5266" y="5152"/>
                      <a:pt x="5347" y="5123"/>
                      <a:pt x="5427" y="5129"/>
                    </a:cubicBezTo>
                    <a:lnTo>
                      <a:pt x="5692" y="5157"/>
                    </a:lnTo>
                    <a:cubicBezTo>
                      <a:pt x="5796" y="5175"/>
                      <a:pt x="5888" y="5123"/>
                      <a:pt x="5945" y="5042"/>
                    </a:cubicBezTo>
                    <a:cubicBezTo>
                      <a:pt x="6026" y="4927"/>
                      <a:pt x="6095" y="4806"/>
                      <a:pt x="6152" y="4674"/>
                    </a:cubicBezTo>
                    <a:cubicBezTo>
                      <a:pt x="6198" y="4588"/>
                      <a:pt x="6187" y="4484"/>
                      <a:pt x="6129" y="4403"/>
                    </a:cubicBezTo>
                    <a:lnTo>
                      <a:pt x="5974" y="4185"/>
                    </a:lnTo>
                    <a:cubicBezTo>
                      <a:pt x="5922" y="4121"/>
                      <a:pt x="5911" y="4041"/>
                      <a:pt x="5928" y="3966"/>
                    </a:cubicBezTo>
                    <a:lnTo>
                      <a:pt x="5928" y="3966"/>
                    </a:lnTo>
                    <a:cubicBezTo>
                      <a:pt x="5951" y="3886"/>
                      <a:pt x="6003" y="3822"/>
                      <a:pt x="6083" y="3793"/>
                    </a:cubicBezTo>
                    <a:lnTo>
                      <a:pt x="6325" y="3684"/>
                    </a:lnTo>
                    <a:cubicBezTo>
                      <a:pt x="6411" y="3650"/>
                      <a:pt x="6475" y="3563"/>
                      <a:pt x="6486" y="3460"/>
                    </a:cubicBezTo>
                    <a:cubicBezTo>
                      <a:pt x="6492" y="3391"/>
                      <a:pt x="6492" y="3316"/>
                      <a:pt x="6492" y="3247"/>
                    </a:cubicBezTo>
                    <a:cubicBezTo>
                      <a:pt x="6492" y="3172"/>
                      <a:pt x="6486" y="3103"/>
                      <a:pt x="6486" y="3028"/>
                    </a:cubicBezTo>
                    <a:close/>
                    <a:moveTo>
                      <a:pt x="3246" y="4369"/>
                    </a:moveTo>
                    <a:cubicBezTo>
                      <a:pt x="2630" y="4369"/>
                      <a:pt x="2124" y="3862"/>
                      <a:pt x="2124" y="3247"/>
                    </a:cubicBezTo>
                    <a:cubicBezTo>
                      <a:pt x="2124" y="2625"/>
                      <a:pt x="2630" y="2125"/>
                      <a:pt x="3246" y="2125"/>
                    </a:cubicBezTo>
                    <a:cubicBezTo>
                      <a:pt x="3868" y="2125"/>
                      <a:pt x="4368" y="2625"/>
                      <a:pt x="4368" y="3247"/>
                    </a:cubicBezTo>
                    <a:cubicBezTo>
                      <a:pt x="4368" y="3862"/>
                      <a:pt x="3868" y="4369"/>
                      <a:pt x="3246" y="4369"/>
                    </a:cubicBezTo>
                    <a:close/>
                  </a:path>
                </a:pathLst>
              </a:custGeom>
              <a:solidFill>
                <a:schemeClr val="accent4"/>
              </a:solidFill>
              <a:ln w="28575" cap="flat" cmpd="sng">
                <a:solidFill>
                  <a:schemeClr val="accent4"/>
                </a:solidFill>
                <a:prstDash val="solid"/>
                <a:miter lim="575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 name="Google Shape;498;p36">
              <a:extLst>
                <a:ext uri="{FF2B5EF4-FFF2-40B4-BE49-F238E27FC236}">
                  <a16:creationId xmlns:a16="http://schemas.microsoft.com/office/drawing/2014/main" id="{E5D87DDB-61D1-9D73-E433-BE2BF2F703D0}"/>
                </a:ext>
              </a:extLst>
            </p:cNvPr>
            <p:cNvGrpSpPr/>
            <p:nvPr/>
          </p:nvGrpSpPr>
          <p:grpSpPr>
            <a:xfrm>
              <a:off x="7287500" y="1402030"/>
              <a:ext cx="791159" cy="608287"/>
              <a:chOff x="7349773" y="264075"/>
              <a:chExt cx="961077" cy="738930"/>
            </a:xfrm>
          </p:grpSpPr>
          <p:sp>
            <p:nvSpPr>
              <p:cNvPr id="499" name="Google Shape;499;p36">
                <a:extLst>
                  <a:ext uri="{FF2B5EF4-FFF2-40B4-BE49-F238E27FC236}">
                    <a16:creationId xmlns:a16="http://schemas.microsoft.com/office/drawing/2014/main" id="{213388BC-5921-F85A-1E8C-7091413913BC}"/>
                  </a:ext>
                </a:extLst>
              </p:cNvPr>
              <p:cNvSpPr/>
              <p:nvPr/>
            </p:nvSpPr>
            <p:spPr>
              <a:xfrm>
                <a:off x="7349773" y="516552"/>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6">
                <a:extLst>
                  <a:ext uri="{FF2B5EF4-FFF2-40B4-BE49-F238E27FC236}">
                    <a16:creationId xmlns:a16="http://schemas.microsoft.com/office/drawing/2014/main" id="{3724496A-32A1-33E1-085F-5C6AF74C317B}"/>
                  </a:ext>
                </a:extLst>
              </p:cNvPr>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6">
                <a:extLst>
                  <a:ext uri="{FF2B5EF4-FFF2-40B4-BE49-F238E27FC236}">
                    <a16:creationId xmlns:a16="http://schemas.microsoft.com/office/drawing/2014/main" id="{367268BC-5089-23D2-396D-C5A6648BF01E}"/>
                  </a:ext>
                </a:extLst>
              </p:cNvPr>
              <p:cNvSpPr/>
              <p:nvPr/>
            </p:nvSpPr>
            <p:spPr>
              <a:xfrm>
                <a:off x="8159525" y="264075"/>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502" name="Google Shape;502;p36">
            <a:extLst>
              <a:ext uri="{FF2B5EF4-FFF2-40B4-BE49-F238E27FC236}">
                <a16:creationId xmlns:a16="http://schemas.microsoft.com/office/drawing/2014/main" id="{0346E625-D676-3CCF-3333-5032B9FBF4C2}"/>
              </a:ext>
            </a:extLst>
          </p:cNvPr>
          <p:cNvCxnSpPr>
            <a:cxnSpLocks/>
          </p:cNvCxnSpPr>
          <p:nvPr/>
        </p:nvCxnSpPr>
        <p:spPr>
          <a:xfrm rot="10800000" flipH="1">
            <a:off x="4764900" y="1058050"/>
            <a:ext cx="240900" cy="2436300"/>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a:extLst>
              <a:ext uri="{FF2B5EF4-FFF2-40B4-BE49-F238E27FC236}">
                <a16:creationId xmlns:a16="http://schemas.microsoft.com/office/drawing/2014/main" id="{440DDF0A-47E8-5806-537B-F1DBCE5A1CB8}"/>
              </a:ext>
            </a:extLst>
          </p:cNvPr>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spTree>
    <p:extLst>
      <p:ext uri="{BB962C8B-B14F-4D97-AF65-F5344CB8AC3E}">
        <p14:creationId xmlns:p14="http://schemas.microsoft.com/office/powerpoint/2010/main" val="3131041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6">
          <a:extLst>
            <a:ext uri="{FF2B5EF4-FFF2-40B4-BE49-F238E27FC236}">
              <a16:creationId xmlns:a16="http://schemas.microsoft.com/office/drawing/2014/main" id="{E152E4ED-450F-B97A-A578-B3188FC8D48A}"/>
            </a:ext>
          </a:extLst>
        </p:cNvPr>
        <p:cNvGrpSpPr/>
        <p:nvPr/>
      </p:nvGrpSpPr>
      <p:grpSpPr>
        <a:xfrm>
          <a:off x="0" y="0"/>
          <a:ext cx="0" cy="0"/>
          <a:chOff x="0" y="0"/>
          <a:chExt cx="0" cy="0"/>
        </a:xfrm>
      </p:grpSpPr>
      <p:sp>
        <p:nvSpPr>
          <p:cNvPr id="997" name="Google Shape;997;p54">
            <a:extLst>
              <a:ext uri="{FF2B5EF4-FFF2-40B4-BE49-F238E27FC236}">
                <a16:creationId xmlns:a16="http://schemas.microsoft.com/office/drawing/2014/main" id="{862E1CAD-740C-E24A-13FB-9A9E12245A2D}"/>
              </a:ext>
            </a:extLst>
          </p:cNvPr>
          <p:cNvSpPr txBox="1">
            <a:spLocks noGrp="1"/>
          </p:cNvSpPr>
          <p:nvPr>
            <p:ph type="title"/>
          </p:nvPr>
        </p:nvSpPr>
        <p:spPr>
          <a:xfrm>
            <a:off x="1055233" y="432993"/>
            <a:ext cx="7100374" cy="572700"/>
          </a:xfrm>
          <a:prstGeom prst="rect">
            <a:avLst/>
          </a:prstGeom>
        </p:spPr>
        <p:txBody>
          <a:bodyPr spcFirstLastPara="1" wrap="square" lIns="91425" tIns="91425" rIns="91425" bIns="91425" anchor="t" anchorCtr="0">
            <a:noAutofit/>
          </a:bodyPr>
          <a:lstStyle/>
          <a:p>
            <a:pPr lvl="0"/>
            <a:r>
              <a:rPr lang="en-US" dirty="0"/>
              <a:t>Discussion &amp; Limitations of </a:t>
            </a:r>
            <a:r>
              <a:rPr lang="en-US" dirty="0" err="1"/>
              <a:t>MLGym</a:t>
            </a:r>
            <a:endParaRPr dirty="0"/>
          </a:p>
        </p:txBody>
      </p:sp>
      <p:grpSp>
        <p:nvGrpSpPr>
          <p:cNvPr id="2" name="Google Shape;5308;p74">
            <a:extLst>
              <a:ext uri="{FF2B5EF4-FFF2-40B4-BE49-F238E27FC236}">
                <a16:creationId xmlns:a16="http://schemas.microsoft.com/office/drawing/2014/main" id="{565D0777-A334-BC53-708B-9AFEF048C156}"/>
              </a:ext>
            </a:extLst>
          </p:cNvPr>
          <p:cNvGrpSpPr/>
          <p:nvPr/>
        </p:nvGrpSpPr>
        <p:grpSpPr>
          <a:xfrm>
            <a:off x="1918421" y="2186913"/>
            <a:ext cx="5144836" cy="2956583"/>
            <a:chOff x="2436750" y="3609938"/>
            <a:chExt cx="1410913" cy="772338"/>
          </a:xfrm>
        </p:grpSpPr>
        <p:grpSp>
          <p:nvGrpSpPr>
            <p:cNvPr id="3" name="Google Shape;5309;p74">
              <a:extLst>
                <a:ext uri="{FF2B5EF4-FFF2-40B4-BE49-F238E27FC236}">
                  <a16:creationId xmlns:a16="http://schemas.microsoft.com/office/drawing/2014/main" id="{4F13EEAB-96C5-08CD-70A8-58A0F74CF21D}"/>
                </a:ext>
              </a:extLst>
            </p:cNvPr>
            <p:cNvGrpSpPr/>
            <p:nvPr/>
          </p:nvGrpSpPr>
          <p:grpSpPr>
            <a:xfrm>
              <a:off x="2436750" y="3609938"/>
              <a:ext cx="1410913" cy="772288"/>
              <a:chOff x="2436750" y="3609938"/>
              <a:chExt cx="1410913" cy="772288"/>
            </a:xfrm>
          </p:grpSpPr>
          <p:sp>
            <p:nvSpPr>
              <p:cNvPr id="8" name="Google Shape;5310;p74">
                <a:extLst>
                  <a:ext uri="{FF2B5EF4-FFF2-40B4-BE49-F238E27FC236}">
                    <a16:creationId xmlns:a16="http://schemas.microsoft.com/office/drawing/2014/main" id="{70506EE4-D598-0830-C768-30CBA5D803AD}"/>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11;p74">
                <a:extLst>
                  <a:ext uri="{FF2B5EF4-FFF2-40B4-BE49-F238E27FC236}">
                    <a16:creationId xmlns:a16="http://schemas.microsoft.com/office/drawing/2014/main" id="{39B27DF9-4BE2-6BF6-72C9-B489514358D9}"/>
                  </a:ext>
                </a:extLst>
              </p:cNvPr>
              <p:cNvSpPr/>
              <p:nvPr/>
            </p:nvSpPr>
            <p:spPr>
              <a:xfrm>
                <a:off x="342068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12;p74">
                <a:extLst>
                  <a:ext uri="{FF2B5EF4-FFF2-40B4-BE49-F238E27FC236}">
                    <a16:creationId xmlns:a16="http://schemas.microsoft.com/office/drawing/2014/main" id="{B5CDA18A-BB37-D386-0614-2BD0243BF5E9}"/>
                  </a:ext>
                </a:extLst>
              </p:cNvPr>
              <p:cNvSpPr/>
              <p:nvPr/>
            </p:nvSpPr>
            <p:spPr>
              <a:xfrm>
                <a:off x="3135700" y="3791751"/>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313;p74">
                <a:extLst>
                  <a:ext uri="{FF2B5EF4-FFF2-40B4-BE49-F238E27FC236}">
                    <a16:creationId xmlns:a16="http://schemas.microsoft.com/office/drawing/2014/main" id="{51F5BA0E-690F-B4F9-C56D-8C9F419A2F4D}"/>
                  </a:ext>
                </a:extLst>
              </p:cNvPr>
              <p:cNvSpPr/>
              <p:nvPr/>
            </p:nvSpPr>
            <p:spPr>
              <a:xfrm>
                <a:off x="3620515"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314;p74">
                <a:extLst>
                  <a:ext uri="{FF2B5EF4-FFF2-40B4-BE49-F238E27FC236}">
                    <a16:creationId xmlns:a16="http://schemas.microsoft.com/office/drawing/2014/main" id="{3158C6B0-C9A2-FA8C-207A-4CC39423F310}"/>
                  </a:ext>
                </a:extLst>
              </p:cNvPr>
              <p:cNvSpPr/>
              <p:nvPr/>
            </p:nvSpPr>
            <p:spPr>
              <a:xfrm>
                <a:off x="284380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315;p74">
                <a:extLst>
                  <a:ext uri="{FF2B5EF4-FFF2-40B4-BE49-F238E27FC236}">
                    <a16:creationId xmlns:a16="http://schemas.microsoft.com/office/drawing/2014/main" id="{035496C7-A703-462D-8930-46F98BC9CE56}"/>
                  </a:ext>
                </a:extLst>
              </p:cNvPr>
              <p:cNvSpPr/>
              <p:nvPr/>
            </p:nvSpPr>
            <p:spPr>
              <a:xfrm>
                <a:off x="2652010"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 name="Google Shape;5316;p74">
                <a:extLst>
                  <a:ext uri="{FF2B5EF4-FFF2-40B4-BE49-F238E27FC236}">
                    <a16:creationId xmlns:a16="http://schemas.microsoft.com/office/drawing/2014/main" id="{B2BB619A-DF5B-A07C-00FD-B52886CE8402}"/>
                  </a:ext>
                </a:extLst>
              </p:cNvPr>
              <p:cNvCxnSpPr>
                <a:cxnSpLocks/>
                <a:stCxn id="12" idx="0"/>
                <a:endCxn id="21" idx="3"/>
              </p:cNvCxnSpPr>
              <p:nvPr/>
            </p:nvCxnSpPr>
            <p:spPr>
              <a:xfrm rot="16200000" flipV="1">
                <a:off x="2761481" y="3743639"/>
                <a:ext cx="35154" cy="194601"/>
              </a:xfrm>
              <a:prstGeom prst="bentConnector2">
                <a:avLst/>
              </a:prstGeom>
              <a:noFill/>
              <a:ln w="19050" cap="flat" cmpd="sng">
                <a:solidFill>
                  <a:srgbClr val="869FB2"/>
                </a:solidFill>
                <a:prstDash val="solid"/>
                <a:round/>
                <a:headEnd type="none" w="med" len="med"/>
                <a:tailEnd type="none" w="med" len="med"/>
              </a:ln>
            </p:spPr>
          </p:cxnSp>
          <p:cxnSp>
            <p:nvCxnSpPr>
              <p:cNvPr id="15" name="Google Shape;5317;p74">
                <a:extLst>
                  <a:ext uri="{FF2B5EF4-FFF2-40B4-BE49-F238E27FC236}">
                    <a16:creationId xmlns:a16="http://schemas.microsoft.com/office/drawing/2014/main" id="{6E32E87B-7D58-22DD-D316-CDCF5AB80ED9}"/>
                  </a:ext>
                </a:extLst>
              </p:cNvPr>
              <p:cNvCxnSpPr>
                <a:cxnSpLocks/>
                <a:stCxn id="9" idx="0"/>
                <a:endCxn id="22" idx="1"/>
              </p:cNvCxnSpPr>
              <p:nvPr/>
            </p:nvCxnSpPr>
            <p:spPr>
              <a:xfrm rot="5400000" flipH="1" flipV="1">
                <a:off x="3562664" y="3713937"/>
                <a:ext cx="35154" cy="254006"/>
              </a:xfrm>
              <a:prstGeom prst="bentConnector2">
                <a:avLst/>
              </a:prstGeom>
              <a:noFill/>
              <a:ln w="19050" cap="flat" cmpd="sng">
                <a:solidFill>
                  <a:srgbClr val="869FB2"/>
                </a:solidFill>
                <a:prstDash val="solid"/>
                <a:round/>
                <a:headEnd type="none" w="med" len="med"/>
                <a:tailEnd type="none" w="med" len="med"/>
              </a:ln>
            </p:spPr>
          </p:cxnSp>
          <p:cxnSp>
            <p:nvCxnSpPr>
              <p:cNvPr id="16" name="Google Shape;5318;p74">
                <a:extLst>
                  <a:ext uri="{FF2B5EF4-FFF2-40B4-BE49-F238E27FC236}">
                    <a16:creationId xmlns:a16="http://schemas.microsoft.com/office/drawing/2014/main" id="{DF98C2F7-C99F-2BB5-AF59-D5C0ECEC8305}"/>
                  </a:ext>
                </a:extLst>
              </p:cNvPr>
              <p:cNvCxnSpPr>
                <a:cxnSpLocks/>
                <a:stCxn id="10" idx="0"/>
                <a:endCxn id="20" idx="2"/>
              </p:cNvCxnSpPr>
              <p:nvPr/>
            </p:nvCxnSpPr>
            <p:spPr>
              <a:xfrm rot="5400000" flipH="1" flipV="1">
                <a:off x="3213919" y="3564268"/>
                <a:ext cx="181814" cy="273153"/>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17" name="Google Shape;5319;p74">
                <a:extLst>
                  <a:ext uri="{FF2B5EF4-FFF2-40B4-BE49-F238E27FC236}">
                    <a16:creationId xmlns:a16="http://schemas.microsoft.com/office/drawing/2014/main" id="{19D27BCB-508C-F436-7D29-4B0FCED04C06}"/>
                  </a:ext>
                </a:extLst>
              </p:cNvPr>
              <p:cNvCxnSpPr>
                <a:cxnSpLocks/>
                <a:stCxn id="13" idx="2"/>
                <a:endCxn id="19" idx="3"/>
              </p:cNvCxnSpPr>
              <p:nvPr/>
            </p:nvCxnSpPr>
            <p:spPr>
              <a:xfrm rot="10800000" flipV="1">
                <a:off x="2436750" y="4065467"/>
                <a:ext cx="215261" cy="683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18" name="Google Shape;5320;p74">
                <a:extLst>
                  <a:ext uri="{FF2B5EF4-FFF2-40B4-BE49-F238E27FC236}">
                    <a16:creationId xmlns:a16="http://schemas.microsoft.com/office/drawing/2014/main" id="{1B76A34F-DDCD-30A2-B9B8-B4C0B968B6D0}"/>
                  </a:ext>
                </a:extLst>
              </p:cNvPr>
              <p:cNvCxnSpPr>
                <a:cxnSpLocks/>
                <a:stCxn id="11" idx="6"/>
                <a:endCxn id="23" idx="1"/>
              </p:cNvCxnSpPr>
              <p:nvPr/>
            </p:nvCxnSpPr>
            <p:spPr>
              <a:xfrm>
                <a:off x="3685615" y="4065467"/>
                <a:ext cx="162048" cy="683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4" name="Google Shape;5321;p74">
              <a:extLst>
                <a:ext uri="{FF2B5EF4-FFF2-40B4-BE49-F238E27FC236}">
                  <a16:creationId xmlns:a16="http://schemas.microsoft.com/office/drawing/2014/main" id="{7DF6575A-FC67-84A1-5F1D-4F72B9F62DA6}"/>
                </a:ext>
              </a:extLst>
            </p:cNvPr>
            <p:cNvGrpSpPr/>
            <p:nvPr/>
          </p:nvGrpSpPr>
          <p:grpSpPr>
            <a:xfrm>
              <a:off x="2675275" y="3930557"/>
              <a:ext cx="1003306" cy="451719"/>
              <a:chOff x="2675275" y="4174282"/>
              <a:chExt cx="1003306" cy="451719"/>
            </a:xfrm>
          </p:grpSpPr>
          <p:sp>
            <p:nvSpPr>
              <p:cNvPr id="5" name="Google Shape;5322;p74">
                <a:extLst>
                  <a:ext uri="{FF2B5EF4-FFF2-40B4-BE49-F238E27FC236}">
                    <a16:creationId xmlns:a16="http://schemas.microsoft.com/office/drawing/2014/main" id="{6AD85D9C-091E-22D0-9EA1-374BBAAD9A4E}"/>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23;p74">
                <a:extLst>
                  <a:ext uri="{FF2B5EF4-FFF2-40B4-BE49-F238E27FC236}">
                    <a16:creationId xmlns:a16="http://schemas.microsoft.com/office/drawing/2014/main" id="{6DCBFA6B-FE12-A0D0-0A5B-6A6195265524}"/>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24;p74">
                <a:extLst>
                  <a:ext uri="{FF2B5EF4-FFF2-40B4-BE49-F238E27FC236}">
                    <a16:creationId xmlns:a16="http://schemas.microsoft.com/office/drawing/2014/main" id="{AFB7B43E-0417-8487-F4C7-C368682FFC05}"/>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 name="Google Shape;633;p41">
            <a:extLst>
              <a:ext uri="{FF2B5EF4-FFF2-40B4-BE49-F238E27FC236}">
                <a16:creationId xmlns:a16="http://schemas.microsoft.com/office/drawing/2014/main" id="{53B80EBD-2294-E91F-C4C0-805901582836}"/>
              </a:ext>
            </a:extLst>
          </p:cNvPr>
          <p:cNvSpPr txBox="1">
            <a:spLocks/>
          </p:cNvSpPr>
          <p:nvPr/>
        </p:nvSpPr>
        <p:spPr>
          <a:xfrm>
            <a:off x="132028" y="3525918"/>
            <a:ext cx="1786391" cy="861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First open-source “gym” for training and evaluating research-focused agents</a:t>
            </a:r>
          </a:p>
        </p:txBody>
      </p:sp>
      <p:sp>
        <p:nvSpPr>
          <p:cNvPr id="20" name="Google Shape;633;p41">
            <a:extLst>
              <a:ext uri="{FF2B5EF4-FFF2-40B4-BE49-F238E27FC236}">
                <a16:creationId xmlns:a16="http://schemas.microsoft.com/office/drawing/2014/main" id="{FEB1082B-7593-7A67-8C6D-AD69A6D69354}"/>
              </a:ext>
            </a:extLst>
          </p:cNvPr>
          <p:cNvSpPr txBox="1">
            <a:spLocks/>
          </p:cNvSpPr>
          <p:nvPr/>
        </p:nvSpPr>
        <p:spPr>
          <a:xfrm>
            <a:off x="4616145" y="1325009"/>
            <a:ext cx="1931403" cy="861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No mature evaluation metrics for measuring true creativity or scientific novelty</a:t>
            </a:r>
          </a:p>
        </p:txBody>
      </p:sp>
      <p:sp>
        <p:nvSpPr>
          <p:cNvPr id="21" name="Google Shape;633;p41">
            <a:extLst>
              <a:ext uri="{FF2B5EF4-FFF2-40B4-BE49-F238E27FC236}">
                <a16:creationId xmlns:a16="http://schemas.microsoft.com/office/drawing/2014/main" id="{34F43A6D-37E0-244E-BEA9-A8FCE8C3F24B}"/>
              </a:ext>
            </a:extLst>
          </p:cNvPr>
          <p:cNvSpPr txBox="1">
            <a:spLocks/>
          </p:cNvSpPr>
          <p:nvPr/>
        </p:nvSpPr>
        <p:spPr>
          <a:xfrm>
            <a:off x="653140" y="2572972"/>
            <a:ext cx="2158687" cy="861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Provides a reproducible, extensible framework for fair benchmarks</a:t>
            </a:r>
          </a:p>
        </p:txBody>
      </p:sp>
      <p:sp>
        <p:nvSpPr>
          <p:cNvPr id="22" name="Google Shape;633;p41">
            <a:extLst>
              <a:ext uri="{FF2B5EF4-FFF2-40B4-BE49-F238E27FC236}">
                <a16:creationId xmlns:a16="http://schemas.microsoft.com/office/drawing/2014/main" id="{804AA0D4-7430-74C6-8966-9E7D1C58FD23}"/>
              </a:ext>
            </a:extLst>
          </p:cNvPr>
          <p:cNvSpPr txBox="1">
            <a:spLocks/>
          </p:cNvSpPr>
          <p:nvPr/>
        </p:nvSpPr>
        <p:spPr>
          <a:xfrm>
            <a:off x="6551223" y="2572972"/>
            <a:ext cx="2093132" cy="861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Struggles with higher-level research goals like novelty and creativity</a:t>
            </a:r>
          </a:p>
        </p:txBody>
      </p:sp>
      <p:sp>
        <p:nvSpPr>
          <p:cNvPr id="23" name="Google Shape;633;p41">
            <a:extLst>
              <a:ext uri="{FF2B5EF4-FFF2-40B4-BE49-F238E27FC236}">
                <a16:creationId xmlns:a16="http://schemas.microsoft.com/office/drawing/2014/main" id="{D45561BC-27A1-BEB4-35DB-D637E88B1365}"/>
              </a:ext>
            </a:extLst>
          </p:cNvPr>
          <p:cNvSpPr txBox="1">
            <a:spLocks/>
          </p:cNvSpPr>
          <p:nvPr/>
        </p:nvSpPr>
        <p:spPr>
          <a:xfrm>
            <a:off x="7063258" y="3525918"/>
            <a:ext cx="1581097" cy="861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Lacks advanced memory or structured to support long-term </a:t>
            </a:r>
          </a:p>
        </p:txBody>
      </p:sp>
      <p:sp>
        <p:nvSpPr>
          <p:cNvPr id="24" name="Google Shape;633;p41">
            <a:extLst>
              <a:ext uri="{FF2B5EF4-FFF2-40B4-BE49-F238E27FC236}">
                <a16:creationId xmlns:a16="http://schemas.microsoft.com/office/drawing/2014/main" id="{7C96E3D7-AECB-B37C-8DAE-FCB4C218F74C}"/>
              </a:ext>
            </a:extLst>
          </p:cNvPr>
          <p:cNvSpPr txBox="1">
            <a:spLocks/>
          </p:cNvSpPr>
          <p:nvPr/>
        </p:nvSpPr>
        <p:spPr>
          <a:xfrm>
            <a:off x="2909027" y="1314164"/>
            <a:ext cx="1931403" cy="861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Current models mostly reach only Level 1 (baseline improvements)</a:t>
            </a:r>
          </a:p>
        </p:txBody>
      </p:sp>
      <p:cxnSp>
        <p:nvCxnSpPr>
          <p:cNvPr id="26" name="Google Shape;5318;p74">
            <a:extLst>
              <a:ext uri="{FF2B5EF4-FFF2-40B4-BE49-F238E27FC236}">
                <a16:creationId xmlns:a16="http://schemas.microsoft.com/office/drawing/2014/main" id="{EB0BC819-E03A-6B74-A084-80D1FB35F98A}"/>
              </a:ext>
            </a:extLst>
          </p:cNvPr>
          <p:cNvCxnSpPr>
            <a:cxnSpLocks/>
            <a:stCxn id="10" idx="0"/>
            <a:endCxn id="24" idx="2"/>
          </p:cNvCxnSpPr>
          <p:nvPr/>
        </p:nvCxnSpPr>
        <p:spPr>
          <a:xfrm rot="16200000" flipV="1">
            <a:off x="3876845" y="2173948"/>
            <a:ext cx="706846" cy="711077"/>
          </a:xfrm>
          <a:prstGeom prst="bentConnector3">
            <a:avLst>
              <a:gd name="adj1" fmla="val 50000"/>
            </a:avLst>
          </a:prstGeom>
          <a:noFill/>
          <a:ln w="19050" cap="flat" cmpd="sng">
            <a:solidFill>
              <a:srgbClr val="869FB2"/>
            </a:solidFill>
            <a:prstDash val="solid"/>
            <a:round/>
            <a:headEnd type="none" w="med" len="med"/>
            <a:tailEnd type="none" w="med" len="med"/>
          </a:ln>
        </p:spPr>
      </p:cxnSp>
    </p:spTree>
    <p:extLst>
      <p:ext uri="{BB962C8B-B14F-4D97-AF65-F5344CB8AC3E}">
        <p14:creationId xmlns:p14="http://schemas.microsoft.com/office/powerpoint/2010/main" val="1354269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10">
          <a:extLst>
            <a:ext uri="{FF2B5EF4-FFF2-40B4-BE49-F238E27FC236}">
              <a16:creationId xmlns:a16="http://schemas.microsoft.com/office/drawing/2014/main" id="{4FB830AB-EAB6-A0C0-AEA4-C5B1333BB7A6}"/>
            </a:ext>
          </a:extLst>
        </p:cNvPr>
        <p:cNvGrpSpPr/>
        <p:nvPr/>
      </p:nvGrpSpPr>
      <p:grpSpPr>
        <a:xfrm>
          <a:off x="0" y="0"/>
          <a:ext cx="0" cy="0"/>
          <a:chOff x="0" y="0"/>
          <a:chExt cx="0" cy="0"/>
        </a:xfrm>
      </p:grpSpPr>
      <p:sp>
        <p:nvSpPr>
          <p:cNvPr id="1211" name="Google Shape;1211;p61">
            <a:extLst>
              <a:ext uri="{FF2B5EF4-FFF2-40B4-BE49-F238E27FC236}">
                <a16:creationId xmlns:a16="http://schemas.microsoft.com/office/drawing/2014/main" id="{14FAA3C4-131B-325F-28F5-BD135F817399}"/>
              </a:ext>
            </a:extLst>
          </p:cNvPr>
          <p:cNvSpPr txBox="1">
            <a:spLocks noGrp="1"/>
          </p:cNvSpPr>
          <p:nvPr>
            <p:ph type="title"/>
          </p:nvPr>
        </p:nvSpPr>
        <p:spPr>
          <a:xfrm>
            <a:off x="720000" y="750433"/>
            <a:ext cx="3597900" cy="665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Takeaways</a:t>
            </a:r>
            <a:endParaRPr dirty="0"/>
          </a:p>
        </p:txBody>
      </p:sp>
      <p:sp>
        <p:nvSpPr>
          <p:cNvPr id="1212" name="Google Shape;1212;p61">
            <a:extLst>
              <a:ext uri="{FF2B5EF4-FFF2-40B4-BE49-F238E27FC236}">
                <a16:creationId xmlns:a16="http://schemas.microsoft.com/office/drawing/2014/main" id="{0FC8F979-7BA2-5297-8F5D-28717FF92E74}"/>
              </a:ext>
            </a:extLst>
          </p:cNvPr>
          <p:cNvSpPr txBox="1">
            <a:spLocks noGrp="1"/>
          </p:cNvSpPr>
          <p:nvPr>
            <p:ph type="subTitle" idx="1"/>
          </p:nvPr>
        </p:nvSpPr>
        <p:spPr>
          <a:xfrm>
            <a:off x="720000" y="1806239"/>
            <a:ext cx="3597900" cy="9099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en-US" dirty="0" err="1"/>
              <a:t>MLGym</a:t>
            </a:r>
            <a:r>
              <a:rPr lang="en-US" dirty="0"/>
              <a:t> = a flexible, modular framework</a:t>
            </a:r>
          </a:p>
          <a:p>
            <a:pPr marL="285750" lvl="0" indent="-285750" algn="l" rtl="0">
              <a:spcBef>
                <a:spcPts val="0"/>
              </a:spcBef>
              <a:spcAft>
                <a:spcPts val="0"/>
              </a:spcAft>
              <a:buFont typeface="Arial" panose="020B0604020202020204" pitchFamily="34" charset="0"/>
              <a:buChar char="•"/>
            </a:pPr>
            <a:r>
              <a:rPr lang="en-US" dirty="0"/>
              <a:t>Supports evaluating and training LLM agents</a:t>
            </a:r>
          </a:p>
          <a:p>
            <a:pPr marL="285750" lvl="0" indent="-285750" algn="l" rtl="0">
              <a:spcBef>
                <a:spcPts val="0"/>
              </a:spcBef>
              <a:spcAft>
                <a:spcPts val="0"/>
              </a:spcAft>
              <a:buFont typeface="Arial" panose="020B0604020202020204" pitchFamily="34" charset="0"/>
              <a:buChar char="•"/>
            </a:pPr>
            <a:r>
              <a:rPr lang="en-US" dirty="0"/>
              <a:t>Opens the door for future autonomous research agents</a:t>
            </a:r>
          </a:p>
          <a:p>
            <a:pPr marL="285750" lvl="0" indent="-285750" algn="l" rtl="0">
              <a:spcBef>
                <a:spcPts val="0"/>
              </a:spcBef>
              <a:spcAft>
                <a:spcPts val="0"/>
              </a:spcAft>
              <a:buFont typeface="Arial" panose="020B0604020202020204" pitchFamily="34" charset="0"/>
              <a:buChar char="•"/>
            </a:pPr>
            <a:r>
              <a:rPr lang="en-US" dirty="0"/>
              <a:t>Promotes standard benchmarks for fair comparison</a:t>
            </a:r>
          </a:p>
          <a:p>
            <a:pPr marL="285750" lvl="0" indent="-285750">
              <a:buFont typeface="Arial" panose="020B0604020202020204" pitchFamily="34" charset="0"/>
              <a:buChar char="•"/>
            </a:pPr>
            <a:r>
              <a:rPr lang="en-US" dirty="0"/>
              <a:t>Encourages research on agent autonomy, reasoning, and collaboration</a:t>
            </a:r>
            <a:endParaRPr dirty="0"/>
          </a:p>
        </p:txBody>
      </p:sp>
      <p:grpSp>
        <p:nvGrpSpPr>
          <p:cNvPr id="1213" name="Google Shape;1213;p61">
            <a:extLst>
              <a:ext uri="{FF2B5EF4-FFF2-40B4-BE49-F238E27FC236}">
                <a16:creationId xmlns:a16="http://schemas.microsoft.com/office/drawing/2014/main" id="{DCCE5B27-36DF-E3C7-E2AF-BC7FCA34CB59}"/>
              </a:ext>
            </a:extLst>
          </p:cNvPr>
          <p:cNvGrpSpPr/>
          <p:nvPr/>
        </p:nvGrpSpPr>
        <p:grpSpPr>
          <a:xfrm>
            <a:off x="4944530" y="1323607"/>
            <a:ext cx="3432984" cy="2496295"/>
            <a:chOff x="331763" y="414153"/>
            <a:chExt cx="6903246" cy="5019697"/>
          </a:xfrm>
        </p:grpSpPr>
        <p:sp>
          <p:nvSpPr>
            <p:cNvPr id="1214" name="Google Shape;1214;p61">
              <a:extLst>
                <a:ext uri="{FF2B5EF4-FFF2-40B4-BE49-F238E27FC236}">
                  <a16:creationId xmlns:a16="http://schemas.microsoft.com/office/drawing/2014/main" id="{E2AF7BA3-A59A-FB8D-3030-A9ED8876016C}"/>
                </a:ext>
              </a:extLst>
            </p:cNvPr>
            <p:cNvSpPr/>
            <p:nvPr/>
          </p:nvSpPr>
          <p:spPr>
            <a:xfrm>
              <a:off x="2953125" y="4725150"/>
              <a:ext cx="1660725" cy="708700"/>
            </a:xfrm>
            <a:custGeom>
              <a:avLst/>
              <a:gdLst/>
              <a:ahLst/>
              <a:cxnLst/>
              <a:rect l="l" t="t" r="r" b="b"/>
              <a:pathLst>
                <a:path w="66429" h="28348" extrusionOk="0">
                  <a:moveTo>
                    <a:pt x="6889" y="1"/>
                  </a:moveTo>
                  <a:lnTo>
                    <a:pt x="1" y="28347"/>
                  </a:lnTo>
                  <a:lnTo>
                    <a:pt x="66429" y="28347"/>
                  </a:lnTo>
                  <a:lnTo>
                    <a:pt x="59475" y="1"/>
                  </a:lnTo>
                  <a:lnTo>
                    <a:pt x="33182" y="464"/>
                  </a:lnTo>
                  <a:lnTo>
                    <a:pt x="68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61">
              <a:extLst>
                <a:ext uri="{FF2B5EF4-FFF2-40B4-BE49-F238E27FC236}">
                  <a16:creationId xmlns:a16="http://schemas.microsoft.com/office/drawing/2014/main" id="{25D70994-615C-BFFC-5D70-926E3DB1261F}"/>
                </a:ext>
              </a:extLst>
            </p:cNvPr>
            <p:cNvSpPr/>
            <p:nvPr/>
          </p:nvSpPr>
          <p:spPr>
            <a:xfrm>
              <a:off x="331763" y="414153"/>
              <a:ext cx="6903246" cy="4353879"/>
            </a:xfrm>
            <a:custGeom>
              <a:avLst/>
              <a:gdLst/>
              <a:ahLst/>
              <a:cxnLst/>
              <a:rect l="l" t="t" r="r" b="b"/>
              <a:pathLst>
                <a:path w="248162" h="181204" extrusionOk="0">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61">
              <a:extLst>
                <a:ext uri="{FF2B5EF4-FFF2-40B4-BE49-F238E27FC236}">
                  <a16:creationId xmlns:a16="http://schemas.microsoft.com/office/drawing/2014/main" id="{36E21077-B584-BFA4-FCF9-315C0D209E12}"/>
                </a:ext>
              </a:extLst>
            </p:cNvPr>
            <p:cNvSpPr/>
            <p:nvPr/>
          </p:nvSpPr>
          <p:spPr>
            <a:xfrm>
              <a:off x="547300" y="600323"/>
              <a:ext cx="6472159" cy="3981525"/>
            </a:xfrm>
            <a:custGeom>
              <a:avLst/>
              <a:gdLst/>
              <a:ahLst/>
              <a:cxnLst/>
              <a:rect l="l" t="t" r="r" b="b"/>
              <a:pathLst>
                <a:path w="232665" h="165707" extrusionOk="0">
                  <a:moveTo>
                    <a:pt x="1" y="1"/>
                  </a:moveTo>
                  <a:lnTo>
                    <a:pt x="1" y="24307"/>
                  </a:lnTo>
                  <a:lnTo>
                    <a:pt x="1" y="165707"/>
                  </a:lnTo>
                  <a:lnTo>
                    <a:pt x="232665" y="165707"/>
                  </a:lnTo>
                  <a:lnTo>
                    <a:pt x="232665" y="121532"/>
                  </a:lnTo>
                  <a:lnTo>
                    <a:pt x="23266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61">
              <a:extLst>
                <a:ext uri="{FF2B5EF4-FFF2-40B4-BE49-F238E27FC236}">
                  <a16:creationId xmlns:a16="http://schemas.microsoft.com/office/drawing/2014/main" id="{55840281-9F55-52A7-8097-FAA3F8D18568}"/>
                </a:ext>
              </a:extLst>
            </p:cNvPr>
            <p:cNvSpPr/>
            <p:nvPr/>
          </p:nvSpPr>
          <p:spPr>
            <a:xfrm>
              <a:off x="2772650" y="5206975"/>
              <a:ext cx="2020025" cy="226875"/>
            </a:xfrm>
            <a:custGeom>
              <a:avLst/>
              <a:gdLst/>
              <a:ahLst/>
              <a:cxnLst/>
              <a:rect l="l" t="t" r="r" b="b"/>
              <a:pathLst>
                <a:path w="80801" h="9075" extrusionOk="0">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18" name="Google Shape;1218;p61">
            <a:extLst>
              <a:ext uri="{FF2B5EF4-FFF2-40B4-BE49-F238E27FC236}">
                <a16:creationId xmlns:a16="http://schemas.microsoft.com/office/drawing/2014/main" id="{21A22901-9F56-97C7-EA6F-887B3BCA5278}"/>
              </a:ext>
            </a:extLst>
          </p:cNvPr>
          <p:cNvPicPr preferRelativeResize="0"/>
          <p:nvPr/>
        </p:nvPicPr>
        <p:blipFill rotWithShape="1">
          <a:blip r:embed="rId3">
            <a:alphaModFix/>
          </a:blip>
          <a:srcRect l="3891" r="3882"/>
          <a:stretch/>
        </p:blipFill>
        <p:spPr>
          <a:xfrm>
            <a:off x="5036428" y="1415833"/>
            <a:ext cx="3249110" cy="1981719"/>
          </a:xfrm>
          <a:prstGeom prst="rect">
            <a:avLst/>
          </a:prstGeom>
          <a:noFill/>
          <a:ln>
            <a:noFill/>
          </a:ln>
        </p:spPr>
      </p:pic>
      <p:sp>
        <p:nvSpPr>
          <p:cNvPr id="1219" name="Google Shape;1219;p61">
            <a:extLst>
              <a:ext uri="{FF2B5EF4-FFF2-40B4-BE49-F238E27FC236}">
                <a16:creationId xmlns:a16="http://schemas.microsoft.com/office/drawing/2014/main" id="{629F6296-103F-4F45-E073-BA09A723E4D6}"/>
              </a:ext>
            </a:extLst>
          </p:cNvPr>
          <p:cNvSpPr/>
          <p:nvPr/>
        </p:nvSpPr>
        <p:spPr>
          <a:xfrm>
            <a:off x="4464610" y="1927043"/>
            <a:ext cx="1101924" cy="2102546"/>
          </a:xfrm>
          <a:custGeom>
            <a:avLst/>
            <a:gdLst/>
            <a:ahLst/>
            <a:cxnLst/>
            <a:rect l="l" t="t" r="r" b="b"/>
            <a:pathLst>
              <a:path w="84552" h="161331" extrusionOk="0">
                <a:moveTo>
                  <a:pt x="1" y="1"/>
                </a:moveTo>
                <a:lnTo>
                  <a:pt x="1" y="161331"/>
                </a:lnTo>
                <a:lnTo>
                  <a:pt x="84551" y="161331"/>
                </a:lnTo>
                <a:lnTo>
                  <a:pt x="84551" y="1"/>
                </a:lnTo>
                <a:close/>
              </a:path>
            </a:pathLst>
          </a:custGeom>
          <a:solidFill>
            <a:srgbClr val="C2C2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0" name="Google Shape;1220;p61">
            <a:extLst>
              <a:ext uri="{FF2B5EF4-FFF2-40B4-BE49-F238E27FC236}">
                <a16:creationId xmlns:a16="http://schemas.microsoft.com/office/drawing/2014/main" id="{6493204D-13D9-C6D5-09CF-3D9A5B2CA95D}"/>
              </a:ext>
            </a:extLst>
          </p:cNvPr>
          <p:cNvGrpSpPr/>
          <p:nvPr/>
        </p:nvGrpSpPr>
        <p:grpSpPr>
          <a:xfrm>
            <a:off x="4408444" y="1806239"/>
            <a:ext cx="1214752" cy="2465737"/>
            <a:chOff x="5186401" y="494525"/>
            <a:chExt cx="1834973" cy="3724678"/>
          </a:xfrm>
        </p:grpSpPr>
        <p:sp>
          <p:nvSpPr>
            <p:cNvPr id="1221" name="Google Shape;1221;p61">
              <a:extLst>
                <a:ext uri="{FF2B5EF4-FFF2-40B4-BE49-F238E27FC236}">
                  <a16:creationId xmlns:a16="http://schemas.microsoft.com/office/drawing/2014/main" id="{A3B1B0D5-75F2-4878-BDDF-0CA4C3F3E010}"/>
                </a:ext>
              </a:extLst>
            </p:cNvPr>
            <p:cNvSpPr/>
            <p:nvPr/>
          </p:nvSpPr>
          <p:spPr>
            <a:xfrm>
              <a:off x="5186401" y="494525"/>
              <a:ext cx="1834973" cy="3724678"/>
            </a:xfrm>
            <a:custGeom>
              <a:avLst/>
              <a:gdLst/>
              <a:ahLst/>
              <a:cxn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61">
              <a:extLst>
                <a:ext uri="{FF2B5EF4-FFF2-40B4-BE49-F238E27FC236}">
                  <a16:creationId xmlns:a16="http://schemas.microsoft.com/office/drawing/2014/main" id="{640D37E3-F97A-5994-470A-C9E6886B5A3C}"/>
                </a:ext>
              </a:extLst>
            </p:cNvPr>
            <p:cNvSpPr/>
            <p:nvPr/>
          </p:nvSpPr>
          <p:spPr>
            <a:xfrm>
              <a:off x="5890455" y="3969678"/>
              <a:ext cx="458108" cy="154724"/>
            </a:xfrm>
            <a:custGeom>
              <a:avLst/>
              <a:gdLst/>
              <a:ahLst/>
              <a:cxn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23" name="Google Shape;1223;p61">
            <a:extLst>
              <a:ext uri="{FF2B5EF4-FFF2-40B4-BE49-F238E27FC236}">
                <a16:creationId xmlns:a16="http://schemas.microsoft.com/office/drawing/2014/main" id="{4DA7CEF8-5D8C-1586-7AC6-F0A119A7A373}"/>
              </a:ext>
            </a:extLst>
          </p:cNvPr>
          <p:cNvPicPr preferRelativeResize="0"/>
          <p:nvPr/>
        </p:nvPicPr>
        <p:blipFill rotWithShape="1">
          <a:blip r:embed="rId4">
            <a:alphaModFix/>
          </a:blip>
          <a:srcRect l="3419" r="3410"/>
          <a:stretch/>
        </p:blipFill>
        <p:spPr>
          <a:xfrm>
            <a:off x="4464615" y="1927046"/>
            <a:ext cx="1101894" cy="2102525"/>
          </a:xfrm>
          <a:prstGeom prst="rect">
            <a:avLst/>
          </a:prstGeom>
          <a:noFill/>
          <a:ln>
            <a:noFill/>
          </a:ln>
        </p:spPr>
      </p:pic>
      <p:cxnSp>
        <p:nvCxnSpPr>
          <p:cNvPr id="1224" name="Google Shape;1224;p61">
            <a:extLst>
              <a:ext uri="{FF2B5EF4-FFF2-40B4-BE49-F238E27FC236}">
                <a16:creationId xmlns:a16="http://schemas.microsoft.com/office/drawing/2014/main" id="{6EA12D8E-EDD8-C6A6-02F0-A387066831C4}"/>
              </a:ext>
            </a:extLst>
          </p:cNvPr>
          <p:cNvCxnSpPr>
            <a:endCxn id="1218" idx="0"/>
          </p:cNvCxnSpPr>
          <p:nvPr/>
        </p:nvCxnSpPr>
        <p:spPr>
          <a:xfrm rot="-5400000" flipH="1">
            <a:off x="5213783" y="-31367"/>
            <a:ext cx="1721100" cy="11733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225" name="Google Shape;1225;p61">
            <a:extLst>
              <a:ext uri="{FF2B5EF4-FFF2-40B4-BE49-F238E27FC236}">
                <a16:creationId xmlns:a16="http://schemas.microsoft.com/office/drawing/2014/main" id="{507CF024-C970-66C5-2FDE-9DE11E5A14FC}"/>
              </a:ext>
            </a:extLst>
          </p:cNvPr>
          <p:cNvCxnSpPr>
            <a:endCxn id="1223" idx="2"/>
          </p:cNvCxnSpPr>
          <p:nvPr/>
        </p:nvCxnSpPr>
        <p:spPr>
          <a:xfrm flipH="1">
            <a:off x="5015563" y="3940771"/>
            <a:ext cx="4362600" cy="88800"/>
          </a:xfrm>
          <a:prstGeom prst="bentConnector4">
            <a:avLst>
              <a:gd name="adj1" fmla="val 43686"/>
              <a:gd name="adj2" fmla="val 368159"/>
            </a:avLst>
          </a:prstGeom>
          <a:noFill/>
          <a:ln w="19050" cap="flat" cmpd="sng">
            <a:solidFill>
              <a:schemeClr val="lt2"/>
            </a:solidFill>
            <a:prstDash val="solid"/>
            <a:round/>
            <a:headEnd type="none" w="med" len="med"/>
            <a:tailEnd type="oval" w="med" len="med"/>
          </a:ln>
        </p:spPr>
      </p:cxnSp>
      <p:sp>
        <p:nvSpPr>
          <p:cNvPr id="4" name="Google Shape;1230;p62">
            <a:extLst>
              <a:ext uri="{FF2B5EF4-FFF2-40B4-BE49-F238E27FC236}">
                <a16:creationId xmlns:a16="http://schemas.microsoft.com/office/drawing/2014/main" id="{A178EA78-ED25-7295-2900-97BE199C5583}"/>
              </a:ext>
            </a:extLst>
          </p:cNvPr>
          <p:cNvSpPr txBox="1">
            <a:spLocks/>
          </p:cNvSpPr>
          <p:nvPr/>
        </p:nvSpPr>
        <p:spPr>
          <a:xfrm>
            <a:off x="6400800" y="1871418"/>
            <a:ext cx="1869520" cy="830955"/>
          </a:xfrm>
          <a:prstGeom prst="rect">
            <a:avLst/>
          </a:prstGeom>
          <a:ln/>
        </p:spPr>
        <p:style>
          <a:lnRef idx="2">
            <a:schemeClr val="accent4"/>
          </a:lnRef>
          <a:fillRef idx="1">
            <a:schemeClr val="lt1"/>
          </a:fillRef>
          <a:effectRef idx="0">
            <a:schemeClr val="accent4"/>
          </a:effectRef>
          <a:fontRef idx="minor">
            <a:schemeClr val="dk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1pPr>
            <a:lvl2pPr marR="0" lvl="1"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9pPr>
          </a:lstStyle>
          <a:p>
            <a:pPr algn="r"/>
            <a:r>
              <a:rPr lang="en-US" dirty="0"/>
              <a:t>Thanks!</a:t>
            </a:r>
          </a:p>
        </p:txBody>
      </p:sp>
    </p:spTree>
    <p:extLst>
      <p:ext uri="{BB962C8B-B14F-4D97-AF65-F5344CB8AC3E}">
        <p14:creationId xmlns:p14="http://schemas.microsoft.com/office/powerpoint/2010/main" val="2883847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629">
          <a:extLst>
            <a:ext uri="{FF2B5EF4-FFF2-40B4-BE49-F238E27FC236}">
              <a16:creationId xmlns:a16="http://schemas.microsoft.com/office/drawing/2014/main" id="{52AAF3AF-FBFE-E0F7-9948-E95176A6E096}"/>
            </a:ext>
          </a:extLst>
        </p:cNvPr>
        <p:cNvGrpSpPr/>
        <p:nvPr/>
      </p:nvGrpSpPr>
      <p:grpSpPr>
        <a:xfrm>
          <a:off x="0" y="0"/>
          <a:ext cx="0" cy="0"/>
          <a:chOff x="0" y="0"/>
          <a:chExt cx="0" cy="0"/>
        </a:xfrm>
      </p:grpSpPr>
      <p:sp>
        <p:nvSpPr>
          <p:cNvPr id="632" name="Google Shape;632;p41">
            <a:extLst>
              <a:ext uri="{FF2B5EF4-FFF2-40B4-BE49-F238E27FC236}">
                <a16:creationId xmlns:a16="http://schemas.microsoft.com/office/drawing/2014/main" id="{57F51752-34BC-0B5B-2902-A42B988AA38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Comparison</a:t>
            </a:r>
            <a:endParaRPr dirty="0"/>
          </a:p>
        </p:txBody>
      </p:sp>
      <p:pic>
        <p:nvPicPr>
          <p:cNvPr id="3" name="Picture 2">
            <a:extLst>
              <a:ext uri="{FF2B5EF4-FFF2-40B4-BE49-F238E27FC236}">
                <a16:creationId xmlns:a16="http://schemas.microsoft.com/office/drawing/2014/main" id="{86DB71A0-4B48-76A2-E1E5-5328EC32311F}"/>
              </a:ext>
            </a:extLst>
          </p:cNvPr>
          <p:cNvPicPr>
            <a:picLocks noChangeAspect="1"/>
          </p:cNvPicPr>
          <p:nvPr/>
        </p:nvPicPr>
        <p:blipFill>
          <a:blip r:embed="rId3"/>
          <a:stretch>
            <a:fillRect/>
          </a:stretch>
        </p:blipFill>
        <p:spPr>
          <a:xfrm>
            <a:off x="960739" y="1409219"/>
            <a:ext cx="7222521" cy="2875769"/>
          </a:xfrm>
          <a:prstGeom prst="rect">
            <a:avLst/>
          </a:prstGeom>
        </p:spPr>
      </p:pic>
    </p:spTree>
    <p:extLst>
      <p:ext uri="{BB962C8B-B14F-4D97-AF65-F5344CB8AC3E}">
        <p14:creationId xmlns:p14="http://schemas.microsoft.com/office/powerpoint/2010/main" val="779814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629">
          <a:extLst>
            <a:ext uri="{FF2B5EF4-FFF2-40B4-BE49-F238E27FC236}">
              <a16:creationId xmlns:a16="http://schemas.microsoft.com/office/drawing/2014/main" id="{BE9DFC9A-282F-4586-021D-7D0319074085}"/>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D6D9F209-6AAF-F2F5-49A4-8AC556E6946D}"/>
              </a:ext>
            </a:extLst>
          </p:cNvPr>
          <p:cNvPicPr>
            <a:picLocks noChangeAspect="1"/>
          </p:cNvPicPr>
          <p:nvPr/>
        </p:nvPicPr>
        <p:blipFill>
          <a:blip r:embed="rId3"/>
          <a:stretch>
            <a:fillRect/>
          </a:stretch>
        </p:blipFill>
        <p:spPr>
          <a:xfrm>
            <a:off x="0" y="654502"/>
            <a:ext cx="9144000" cy="3566624"/>
          </a:xfrm>
          <a:prstGeom prst="rect">
            <a:avLst/>
          </a:prstGeom>
        </p:spPr>
      </p:pic>
    </p:spTree>
    <p:extLst>
      <p:ext uri="{BB962C8B-B14F-4D97-AF65-F5344CB8AC3E}">
        <p14:creationId xmlns:p14="http://schemas.microsoft.com/office/powerpoint/2010/main" val="3140998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629">
          <a:extLst>
            <a:ext uri="{FF2B5EF4-FFF2-40B4-BE49-F238E27FC236}">
              <a16:creationId xmlns:a16="http://schemas.microsoft.com/office/drawing/2014/main" id="{CB18E932-A020-1504-13CB-2E8AEA61FFD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AED6354-1532-4C54-0F00-54CC3D18D7E1}"/>
              </a:ext>
            </a:extLst>
          </p:cNvPr>
          <p:cNvPicPr>
            <a:picLocks noChangeAspect="1"/>
          </p:cNvPicPr>
          <p:nvPr/>
        </p:nvPicPr>
        <p:blipFill>
          <a:blip r:embed="rId3"/>
          <a:stretch>
            <a:fillRect/>
          </a:stretch>
        </p:blipFill>
        <p:spPr>
          <a:xfrm>
            <a:off x="0" y="2107406"/>
            <a:ext cx="9144000" cy="928687"/>
          </a:xfrm>
          <a:prstGeom prst="rect">
            <a:avLst/>
          </a:prstGeom>
        </p:spPr>
      </p:pic>
      <p:pic>
        <p:nvPicPr>
          <p:cNvPr id="8" name="Picture 7">
            <a:extLst>
              <a:ext uri="{FF2B5EF4-FFF2-40B4-BE49-F238E27FC236}">
                <a16:creationId xmlns:a16="http://schemas.microsoft.com/office/drawing/2014/main" id="{F71CE631-0F15-6785-08A1-9897D19E4FA6}"/>
              </a:ext>
            </a:extLst>
          </p:cNvPr>
          <p:cNvPicPr>
            <a:picLocks noChangeAspect="1"/>
          </p:cNvPicPr>
          <p:nvPr/>
        </p:nvPicPr>
        <p:blipFill>
          <a:blip r:embed="rId4"/>
          <a:stretch>
            <a:fillRect/>
          </a:stretch>
        </p:blipFill>
        <p:spPr>
          <a:xfrm>
            <a:off x="0" y="641154"/>
            <a:ext cx="9144000" cy="1167500"/>
          </a:xfrm>
          <a:prstGeom prst="rect">
            <a:avLst/>
          </a:prstGeom>
        </p:spPr>
      </p:pic>
      <p:pic>
        <p:nvPicPr>
          <p:cNvPr id="3" name="Picture 2">
            <a:extLst>
              <a:ext uri="{FF2B5EF4-FFF2-40B4-BE49-F238E27FC236}">
                <a16:creationId xmlns:a16="http://schemas.microsoft.com/office/drawing/2014/main" id="{1308D806-BA16-D7EE-CDAD-B309C6D58E45}"/>
              </a:ext>
            </a:extLst>
          </p:cNvPr>
          <p:cNvPicPr>
            <a:picLocks noChangeAspect="1"/>
          </p:cNvPicPr>
          <p:nvPr/>
        </p:nvPicPr>
        <p:blipFill>
          <a:blip r:embed="rId5"/>
          <a:stretch>
            <a:fillRect/>
          </a:stretch>
        </p:blipFill>
        <p:spPr>
          <a:xfrm>
            <a:off x="138223" y="3260417"/>
            <a:ext cx="5750379" cy="1167501"/>
          </a:xfrm>
          <a:prstGeom prst="rect">
            <a:avLst/>
          </a:prstGeom>
        </p:spPr>
      </p:pic>
      <p:sp>
        <p:nvSpPr>
          <p:cNvPr id="11" name="TextBox 10">
            <a:extLst>
              <a:ext uri="{FF2B5EF4-FFF2-40B4-BE49-F238E27FC236}">
                <a16:creationId xmlns:a16="http://schemas.microsoft.com/office/drawing/2014/main" id="{6D7675DE-7D2C-FFD7-394C-D55E551995BB}"/>
              </a:ext>
            </a:extLst>
          </p:cNvPr>
          <p:cNvSpPr txBox="1"/>
          <p:nvPr/>
        </p:nvSpPr>
        <p:spPr>
          <a:xfrm>
            <a:off x="6177516" y="3334845"/>
            <a:ext cx="2743201" cy="1169551"/>
          </a:xfrm>
          <a:prstGeom prst="rect">
            <a:avLst/>
          </a:prstGeom>
          <a:noFill/>
        </p:spPr>
        <p:txBody>
          <a:bodyPr wrap="square">
            <a:spAutoFit/>
          </a:bodyPr>
          <a:lstStyle/>
          <a:p>
            <a:r>
              <a:rPr lang="en-US" sz="1400" b="0" i="0" u="none" strike="noStrike" cap="none" dirty="0">
                <a:solidFill>
                  <a:srgbClr val="000000"/>
                </a:solidFill>
                <a:effectLst/>
                <a:latin typeface="Arial"/>
                <a:ea typeface="Arial"/>
                <a:cs typeface="Arial"/>
                <a:sym typeface="Arial"/>
              </a:rPr>
              <a:t>Area Under Performance, summarizes </a:t>
            </a:r>
            <a:r>
              <a:rPr lang="en-US" sz="1400" b="1" i="0" u="none" strike="noStrike" cap="none" dirty="0">
                <a:solidFill>
                  <a:srgbClr val="000000"/>
                </a:solidFill>
                <a:effectLst/>
                <a:latin typeface="Arial"/>
                <a:ea typeface="Arial"/>
                <a:cs typeface="Arial"/>
                <a:sym typeface="Arial"/>
              </a:rPr>
              <a:t>how much an agent improves over time</a:t>
            </a:r>
            <a:r>
              <a:rPr lang="en-US" sz="1400" b="0" i="0" u="none" strike="noStrike" cap="none" dirty="0">
                <a:solidFill>
                  <a:srgbClr val="000000"/>
                </a:solidFill>
                <a:effectLst/>
                <a:latin typeface="Arial"/>
                <a:ea typeface="Arial"/>
                <a:cs typeface="Arial"/>
                <a:sym typeface="Arial"/>
              </a:rPr>
              <a:t> compared to the baseline across its steps. </a:t>
            </a:r>
            <a:endParaRPr lang="en-US" dirty="0"/>
          </a:p>
        </p:txBody>
      </p:sp>
    </p:spTree>
    <p:extLst>
      <p:ext uri="{BB962C8B-B14F-4D97-AF65-F5344CB8AC3E}">
        <p14:creationId xmlns:p14="http://schemas.microsoft.com/office/powerpoint/2010/main" val="3548415374"/>
      </p:ext>
    </p:extLst>
  </p:cSld>
  <p:clrMapOvr>
    <a:masterClrMapping/>
  </p:clrMapOvr>
</p:sld>
</file>

<file path=ppt/theme/theme1.xml><?xml version="1.0" encoding="utf-8"?>
<a:theme xmlns:a="http://schemas.openxmlformats.org/drawingml/2006/main" name="AI Essentials Workshop by Slidesgo">
  <a:themeElements>
    <a:clrScheme name="Simple Light">
      <a:dk1>
        <a:srgbClr val="0C343D"/>
      </a:dk1>
      <a:lt1>
        <a:srgbClr val="F3F7F8"/>
      </a:lt1>
      <a:dk2>
        <a:srgbClr val="134F5C"/>
      </a:dk2>
      <a:lt2>
        <a:srgbClr val="45818E"/>
      </a:lt2>
      <a:accent1>
        <a:srgbClr val="76A5AF"/>
      </a:accent1>
      <a:accent2>
        <a:srgbClr val="D9EAD3"/>
      </a:accent2>
      <a:accent3>
        <a:srgbClr val="88ADA5"/>
      </a:accent3>
      <a:accent4>
        <a:srgbClr val="F3F3F3"/>
      </a:accent4>
      <a:accent5>
        <a:srgbClr val="FFFFFF"/>
      </a:accent5>
      <a:accent6>
        <a:srgbClr val="FFFFF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3885</TotalTime>
  <Words>2079</Words>
  <Application>Microsoft Office PowerPoint</Application>
  <PresentationFormat>On-screen Show (16:9)</PresentationFormat>
  <Paragraphs>196</Paragraphs>
  <Slides>17</Slides>
  <Notes>17</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Sora</vt:lpstr>
      <vt:lpstr>Wingdings</vt:lpstr>
      <vt:lpstr>Lato Light</vt:lpstr>
      <vt:lpstr>Open Sans</vt:lpstr>
      <vt:lpstr>Arial</vt:lpstr>
      <vt:lpstr>Lato</vt:lpstr>
      <vt:lpstr>AI Essentials Workshop by Slidesgo</vt:lpstr>
      <vt:lpstr> Agent Pipelines and Frameworks</vt:lpstr>
      <vt:lpstr>MLGym: A New Framework and Benchmark  for Advancing AI Research Agents  Deepak Nathani, Lovish Madaan, Nicholas Roberts, Nikolay Bashlykov, Ajay Menon,  Vincent Moens, Amar Budhiraja, Despoina Magka, Vladislav Vorotilov, Gaurav Chaurasia,  Dieuwke Hupkes, Ricardo Silveira Cabral, Tatiana Shavrina, Jakob Foerster, Yoram  Bachrach, William Yang Wang, Roberta Raileanu  https://arxiv.org/abs/2502.14499  21 Feb 2025</vt:lpstr>
      <vt:lpstr>Introduction and Motivation</vt:lpstr>
      <vt:lpstr>Architecture Overview</vt:lpstr>
      <vt:lpstr>MLGym Components</vt:lpstr>
      <vt:lpstr>Tools and Memory Module</vt:lpstr>
      <vt:lpstr>MLGym-Bench</vt:lpstr>
      <vt:lpstr>Agent Capability Levels</vt:lpstr>
      <vt:lpstr>Some Benchmark Tasks</vt:lpstr>
      <vt:lpstr>How Benchmark Tasks Are Evaluated</vt:lpstr>
      <vt:lpstr>Results: Model Performance vs. Cost</vt:lpstr>
      <vt:lpstr>Bringing MLGym to life</vt:lpstr>
      <vt:lpstr>Discussion &amp; Limitations of MLGym</vt:lpstr>
      <vt:lpstr>Takeaways</vt:lpstr>
      <vt:lpstr>Comparison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Yorbis Daniel Alarcon Rojas</cp:lastModifiedBy>
  <cp:revision>1</cp:revision>
  <dcterms:modified xsi:type="dcterms:W3CDTF">2025-07-08T00:36:18Z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b2f352f-1426-4c06-b37f-b45354dc6e14_Enabled">
    <vt:lpwstr>True</vt:lpwstr>
  </property>
  <property fmtid="{D5CDD505-2E9C-101B-9397-08002B2CF9AE}" pid="3" name="MSIP_Label_8b2f352f-1426-4c06-b37f-b45354dc6e14_SiteId">
    <vt:lpwstr>b6417cd0-1f73-4471-9a39-20953822a34a</vt:lpwstr>
  </property>
  <property fmtid="{D5CDD505-2E9C-101B-9397-08002B2CF9AE}" pid="4" name="MSIP_Label_8b2f352f-1426-4c06-b37f-b45354dc6e14_SetDate">
    <vt:lpwstr>2025-07-07T23:55:36Z</vt:lpwstr>
  </property>
  <property fmtid="{D5CDD505-2E9C-101B-9397-08002B2CF9AE}" pid="5" name="MSIP_Label_8b2f352f-1426-4c06-b37f-b45354dc6e14_Name">
    <vt:lpwstr>Sensitive</vt:lpwstr>
  </property>
  <property fmtid="{D5CDD505-2E9C-101B-9397-08002B2CF9AE}" pid="6" name="MSIP_Label_8b2f352f-1426-4c06-b37f-b45354dc6e14_ActionId">
    <vt:lpwstr>a3d320cf-3dc0-455c-a26c-e258982fbeaa</vt:lpwstr>
  </property>
  <property fmtid="{D5CDD505-2E9C-101B-9397-08002B2CF9AE}" pid="7" name="MSIP_Label_8b2f352f-1426-4c06-b37f-b45354dc6e14_Removed">
    <vt:lpwstr>False</vt:lpwstr>
  </property>
  <property fmtid="{D5CDD505-2E9C-101B-9397-08002B2CF9AE}" pid="8" name="MSIP_Label_8b2f352f-1426-4c06-b37f-b45354dc6e14_Extended_MSFT_Method">
    <vt:lpwstr>Standard</vt:lpwstr>
  </property>
  <property fmtid="{D5CDD505-2E9C-101B-9397-08002B2CF9AE}" pid="9" name="Sensitivity">
    <vt:lpwstr>Sensitive</vt:lpwstr>
  </property>
</Properties>
</file>